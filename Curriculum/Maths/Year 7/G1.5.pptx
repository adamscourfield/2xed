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906000" cx="6858000"/>
  <p:notesSz cx="6858000" cy="9945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EA3EE3-1E82-4041-BBA0-4C3BE9F6BD44}">
  <a:tblStyle styleId="{4EEA3EE3-1E82-4041-BBA0-4C3BE9F6BD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6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9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1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9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9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9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9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95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9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6.png"/><Relationship Id="rId13" Type="http://schemas.openxmlformats.org/officeDocument/2006/relationships/image" Target="../media/image21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3" Type="http://schemas.openxmlformats.org/officeDocument/2006/relationships/image" Target="../media/image17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40.png"/><Relationship Id="rId14" Type="http://schemas.openxmlformats.org/officeDocument/2006/relationships/image" Target="../media/image32.png"/><Relationship Id="rId17" Type="http://schemas.openxmlformats.org/officeDocument/2006/relationships/image" Target="../media/image85.png"/><Relationship Id="rId16" Type="http://schemas.openxmlformats.org/officeDocument/2006/relationships/image" Target="../media/image31.png"/><Relationship Id="rId5" Type="http://schemas.openxmlformats.org/officeDocument/2006/relationships/image" Target="../media/image3.png"/><Relationship Id="rId19" Type="http://schemas.openxmlformats.org/officeDocument/2006/relationships/image" Target="../media/image28.png"/><Relationship Id="rId6" Type="http://schemas.openxmlformats.org/officeDocument/2006/relationships/image" Target="../media/image20.png"/><Relationship Id="rId18" Type="http://schemas.openxmlformats.org/officeDocument/2006/relationships/image" Target="../media/image71.png"/><Relationship Id="rId7" Type="http://schemas.openxmlformats.org/officeDocument/2006/relationships/image" Target="../media/image6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22" Type="http://schemas.openxmlformats.org/officeDocument/2006/relationships/image" Target="../media/image51.png"/><Relationship Id="rId21" Type="http://schemas.openxmlformats.org/officeDocument/2006/relationships/image" Target="../media/image57.png"/><Relationship Id="rId24" Type="http://schemas.openxmlformats.org/officeDocument/2006/relationships/image" Target="../media/image55.png"/><Relationship Id="rId23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3.png"/><Relationship Id="rId4" Type="http://schemas.openxmlformats.org/officeDocument/2006/relationships/image" Target="../media/image26.png"/><Relationship Id="rId9" Type="http://schemas.openxmlformats.org/officeDocument/2006/relationships/image" Target="../media/image18.png"/><Relationship Id="rId26" Type="http://schemas.openxmlformats.org/officeDocument/2006/relationships/image" Target="../media/image56.png"/><Relationship Id="rId25" Type="http://schemas.openxmlformats.org/officeDocument/2006/relationships/image" Target="../media/image58.png"/><Relationship Id="rId28" Type="http://schemas.openxmlformats.org/officeDocument/2006/relationships/image" Target="../media/image52.png"/><Relationship Id="rId27" Type="http://schemas.openxmlformats.org/officeDocument/2006/relationships/image" Target="../media/image53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29" Type="http://schemas.openxmlformats.org/officeDocument/2006/relationships/image" Target="../media/image63.png"/><Relationship Id="rId7" Type="http://schemas.openxmlformats.org/officeDocument/2006/relationships/image" Target="../media/image46.png"/><Relationship Id="rId8" Type="http://schemas.openxmlformats.org/officeDocument/2006/relationships/image" Target="../media/image19.png"/><Relationship Id="rId31" Type="http://schemas.openxmlformats.org/officeDocument/2006/relationships/image" Target="../media/image49.png"/><Relationship Id="rId30" Type="http://schemas.openxmlformats.org/officeDocument/2006/relationships/image" Target="../media/image47.png"/><Relationship Id="rId11" Type="http://schemas.openxmlformats.org/officeDocument/2006/relationships/image" Target="../media/image39.png"/><Relationship Id="rId33" Type="http://schemas.openxmlformats.org/officeDocument/2006/relationships/image" Target="../media/image60.png"/><Relationship Id="rId10" Type="http://schemas.openxmlformats.org/officeDocument/2006/relationships/image" Target="../media/image36.png"/><Relationship Id="rId32" Type="http://schemas.openxmlformats.org/officeDocument/2006/relationships/image" Target="../media/image64.png"/><Relationship Id="rId13" Type="http://schemas.openxmlformats.org/officeDocument/2006/relationships/image" Target="../media/image48.png"/><Relationship Id="rId12" Type="http://schemas.openxmlformats.org/officeDocument/2006/relationships/image" Target="../media/image33.png"/><Relationship Id="rId15" Type="http://schemas.openxmlformats.org/officeDocument/2006/relationships/image" Target="../media/image37.png"/><Relationship Id="rId14" Type="http://schemas.openxmlformats.org/officeDocument/2006/relationships/image" Target="../media/image41.png"/><Relationship Id="rId17" Type="http://schemas.openxmlformats.org/officeDocument/2006/relationships/image" Target="../media/image38.png"/><Relationship Id="rId16" Type="http://schemas.openxmlformats.org/officeDocument/2006/relationships/image" Target="../media/image35.png"/><Relationship Id="rId19" Type="http://schemas.openxmlformats.org/officeDocument/2006/relationships/image" Target="../media/image34.png"/><Relationship Id="rId1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88.png"/><Relationship Id="rId20" Type="http://schemas.openxmlformats.org/officeDocument/2006/relationships/image" Target="../media/image93.png"/><Relationship Id="rId42" Type="http://schemas.openxmlformats.org/officeDocument/2006/relationships/image" Target="../media/image102.png"/><Relationship Id="rId41" Type="http://schemas.openxmlformats.org/officeDocument/2006/relationships/image" Target="../media/image97.png"/><Relationship Id="rId22" Type="http://schemas.openxmlformats.org/officeDocument/2006/relationships/image" Target="../media/image78.png"/><Relationship Id="rId44" Type="http://schemas.openxmlformats.org/officeDocument/2006/relationships/image" Target="../media/image99.png"/><Relationship Id="rId21" Type="http://schemas.openxmlformats.org/officeDocument/2006/relationships/image" Target="../media/image76.png"/><Relationship Id="rId43" Type="http://schemas.openxmlformats.org/officeDocument/2006/relationships/image" Target="../media/image109.png"/><Relationship Id="rId24" Type="http://schemas.openxmlformats.org/officeDocument/2006/relationships/image" Target="../media/image82.png"/><Relationship Id="rId46" Type="http://schemas.openxmlformats.org/officeDocument/2006/relationships/image" Target="../media/image121.png"/><Relationship Id="rId23" Type="http://schemas.openxmlformats.org/officeDocument/2006/relationships/image" Target="../media/image81.png"/><Relationship Id="rId45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9" Type="http://schemas.openxmlformats.org/officeDocument/2006/relationships/image" Target="../media/image70.png"/><Relationship Id="rId26" Type="http://schemas.openxmlformats.org/officeDocument/2006/relationships/image" Target="../media/image83.png"/><Relationship Id="rId25" Type="http://schemas.openxmlformats.org/officeDocument/2006/relationships/image" Target="../media/image80.png"/><Relationship Id="rId47" Type="http://schemas.openxmlformats.org/officeDocument/2006/relationships/image" Target="../media/image95.png"/><Relationship Id="rId28" Type="http://schemas.openxmlformats.org/officeDocument/2006/relationships/image" Target="../media/image84.png"/><Relationship Id="rId27" Type="http://schemas.openxmlformats.org/officeDocument/2006/relationships/image" Target="../media/image91.png"/><Relationship Id="rId5" Type="http://schemas.openxmlformats.org/officeDocument/2006/relationships/image" Target="../media/image72.png"/><Relationship Id="rId6" Type="http://schemas.openxmlformats.org/officeDocument/2006/relationships/image" Target="../media/image68.png"/><Relationship Id="rId29" Type="http://schemas.openxmlformats.org/officeDocument/2006/relationships/image" Target="../media/image90.png"/><Relationship Id="rId7" Type="http://schemas.openxmlformats.org/officeDocument/2006/relationships/image" Target="../media/image87.png"/><Relationship Id="rId8" Type="http://schemas.openxmlformats.org/officeDocument/2006/relationships/image" Target="../media/image77.png"/><Relationship Id="rId31" Type="http://schemas.openxmlformats.org/officeDocument/2006/relationships/image" Target="../media/image74.png"/><Relationship Id="rId30" Type="http://schemas.openxmlformats.org/officeDocument/2006/relationships/image" Target="../media/image111.png"/><Relationship Id="rId11" Type="http://schemas.openxmlformats.org/officeDocument/2006/relationships/image" Target="../media/image100.png"/><Relationship Id="rId33" Type="http://schemas.openxmlformats.org/officeDocument/2006/relationships/image" Target="../media/image92.png"/><Relationship Id="rId10" Type="http://schemas.openxmlformats.org/officeDocument/2006/relationships/image" Target="../media/image54.png"/><Relationship Id="rId32" Type="http://schemas.openxmlformats.org/officeDocument/2006/relationships/image" Target="../media/image79.png"/><Relationship Id="rId13" Type="http://schemas.openxmlformats.org/officeDocument/2006/relationships/image" Target="../media/image69.png"/><Relationship Id="rId35" Type="http://schemas.openxmlformats.org/officeDocument/2006/relationships/image" Target="../media/image108.png"/><Relationship Id="rId12" Type="http://schemas.openxmlformats.org/officeDocument/2006/relationships/image" Target="../media/image65.png"/><Relationship Id="rId34" Type="http://schemas.openxmlformats.org/officeDocument/2006/relationships/image" Target="../media/image98.png"/><Relationship Id="rId15" Type="http://schemas.openxmlformats.org/officeDocument/2006/relationships/image" Target="../media/image66.png"/><Relationship Id="rId37" Type="http://schemas.openxmlformats.org/officeDocument/2006/relationships/image" Target="../media/image86.png"/><Relationship Id="rId14" Type="http://schemas.openxmlformats.org/officeDocument/2006/relationships/image" Target="../media/image62.png"/><Relationship Id="rId36" Type="http://schemas.openxmlformats.org/officeDocument/2006/relationships/image" Target="../media/image107.png"/><Relationship Id="rId17" Type="http://schemas.openxmlformats.org/officeDocument/2006/relationships/image" Target="../media/image89.png"/><Relationship Id="rId39" Type="http://schemas.openxmlformats.org/officeDocument/2006/relationships/image" Target="../media/image117.png"/><Relationship Id="rId16" Type="http://schemas.openxmlformats.org/officeDocument/2006/relationships/image" Target="../media/image67.png"/><Relationship Id="rId38" Type="http://schemas.openxmlformats.org/officeDocument/2006/relationships/image" Target="../media/image96.png"/><Relationship Id="rId19" Type="http://schemas.openxmlformats.org/officeDocument/2006/relationships/image" Target="../media/image73.png"/><Relationship Id="rId18" Type="http://schemas.openxmlformats.org/officeDocument/2006/relationships/image" Target="../media/image75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8.png"/><Relationship Id="rId22" Type="http://schemas.openxmlformats.org/officeDocument/2006/relationships/image" Target="../media/image133.png"/><Relationship Id="rId21" Type="http://schemas.openxmlformats.org/officeDocument/2006/relationships/image" Target="../media/image127.png"/><Relationship Id="rId24" Type="http://schemas.openxmlformats.org/officeDocument/2006/relationships/image" Target="../media/image128.png"/><Relationship Id="rId23" Type="http://schemas.openxmlformats.org/officeDocument/2006/relationships/image" Target="../media/image19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3.png"/><Relationship Id="rId4" Type="http://schemas.openxmlformats.org/officeDocument/2006/relationships/image" Target="../media/image94.png"/><Relationship Id="rId9" Type="http://schemas.openxmlformats.org/officeDocument/2006/relationships/image" Target="../media/image113.png"/><Relationship Id="rId26" Type="http://schemas.openxmlformats.org/officeDocument/2006/relationships/image" Target="../media/image116.png"/><Relationship Id="rId25" Type="http://schemas.openxmlformats.org/officeDocument/2006/relationships/image" Target="../media/image126.png"/><Relationship Id="rId28" Type="http://schemas.openxmlformats.org/officeDocument/2006/relationships/image" Target="../media/image135.png"/><Relationship Id="rId27" Type="http://schemas.openxmlformats.org/officeDocument/2006/relationships/image" Target="../media/image131.png"/><Relationship Id="rId5" Type="http://schemas.openxmlformats.org/officeDocument/2006/relationships/image" Target="../media/image101.png"/><Relationship Id="rId6" Type="http://schemas.openxmlformats.org/officeDocument/2006/relationships/image" Target="../media/image112.png"/><Relationship Id="rId29" Type="http://schemas.openxmlformats.org/officeDocument/2006/relationships/image" Target="../media/image149.png"/><Relationship Id="rId7" Type="http://schemas.openxmlformats.org/officeDocument/2006/relationships/image" Target="../media/image114.png"/><Relationship Id="rId8" Type="http://schemas.openxmlformats.org/officeDocument/2006/relationships/image" Target="../media/image104.png"/><Relationship Id="rId30" Type="http://schemas.openxmlformats.org/officeDocument/2006/relationships/image" Target="../media/image132.png"/><Relationship Id="rId11" Type="http://schemas.openxmlformats.org/officeDocument/2006/relationships/image" Target="../media/image124.png"/><Relationship Id="rId10" Type="http://schemas.openxmlformats.org/officeDocument/2006/relationships/image" Target="../media/image125.png"/><Relationship Id="rId13" Type="http://schemas.openxmlformats.org/officeDocument/2006/relationships/image" Target="../media/image105.png"/><Relationship Id="rId12" Type="http://schemas.openxmlformats.org/officeDocument/2006/relationships/image" Target="../media/image120.png"/><Relationship Id="rId15" Type="http://schemas.openxmlformats.org/officeDocument/2006/relationships/image" Target="../media/image106.png"/><Relationship Id="rId14" Type="http://schemas.openxmlformats.org/officeDocument/2006/relationships/image" Target="../media/image110.png"/><Relationship Id="rId17" Type="http://schemas.openxmlformats.org/officeDocument/2006/relationships/image" Target="../media/image129.png"/><Relationship Id="rId16" Type="http://schemas.openxmlformats.org/officeDocument/2006/relationships/image" Target="../media/image118.png"/><Relationship Id="rId19" Type="http://schemas.openxmlformats.org/officeDocument/2006/relationships/image" Target="../media/image115.png"/><Relationship Id="rId18" Type="http://schemas.openxmlformats.org/officeDocument/2006/relationships/image" Target="../media/image1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1.png"/><Relationship Id="rId4" Type="http://schemas.openxmlformats.org/officeDocument/2006/relationships/image" Target="../media/image136.png"/><Relationship Id="rId5" Type="http://schemas.openxmlformats.org/officeDocument/2006/relationships/image" Target="../media/image147.png"/><Relationship Id="rId6" Type="http://schemas.openxmlformats.org/officeDocument/2006/relationships/image" Target="../media/image139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6.png"/><Relationship Id="rId22" Type="http://schemas.openxmlformats.org/officeDocument/2006/relationships/image" Target="../media/image188.png"/><Relationship Id="rId21" Type="http://schemas.openxmlformats.org/officeDocument/2006/relationships/image" Target="../media/image150.png"/><Relationship Id="rId24" Type="http://schemas.openxmlformats.org/officeDocument/2006/relationships/image" Target="../media/image154.png"/><Relationship Id="rId23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7.png"/><Relationship Id="rId4" Type="http://schemas.openxmlformats.org/officeDocument/2006/relationships/image" Target="../media/image140.png"/><Relationship Id="rId9" Type="http://schemas.openxmlformats.org/officeDocument/2006/relationships/image" Target="../media/image156.png"/><Relationship Id="rId26" Type="http://schemas.openxmlformats.org/officeDocument/2006/relationships/image" Target="../media/image180.png"/><Relationship Id="rId25" Type="http://schemas.openxmlformats.org/officeDocument/2006/relationships/image" Target="../media/image153.png"/><Relationship Id="rId27" Type="http://schemas.openxmlformats.org/officeDocument/2006/relationships/image" Target="../media/image167.png"/><Relationship Id="rId5" Type="http://schemas.openxmlformats.org/officeDocument/2006/relationships/image" Target="../media/image134.png"/><Relationship Id="rId6" Type="http://schemas.openxmlformats.org/officeDocument/2006/relationships/image" Target="../media/image155.png"/><Relationship Id="rId7" Type="http://schemas.openxmlformats.org/officeDocument/2006/relationships/image" Target="../media/image148.png"/><Relationship Id="rId8" Type="http://schemas.openxmlformats.org/officeDocument/2006/relationships/image" Target="../media/image142.png"/><Relationship Id="rId11" Type="http://schemas.openxmlformats.org/officeDocument/2006/relationships/image" Target="../media/image145.png"/><Relationship Id="rId10" Type="http://schemas.openxmlformats.org/officeDocument/2006/relationships/image" Target="../media/image193.png"/><Relationship Id="rId13" Type="http://schemas.openxmlformats.org/officeDocument/2006/relationships/image" Target="../media/image158.png"/><Relationship Id="rId12" Type="http://schemas.openxmlformats.org/officeDocument/2006/relationships/image" Target="../media/image152.png"/><Relationship Id="rId15" Type="http://schemas.openxmlformats.org/officeDocument/2006/relationships/image" Target="../media/image146.png"/><Relationship Id="rId14" Type="http://schemas.openxmlformats.org/officeDocument/2006/relationships/image" Target="../media/image143.png"/><Relationship Id="rId17" Type="http://schemas.openxmlformats.org/officeDocument/2006/relationships/image" Target="../media/image144.png"/><Relationship Id="rId16" Type="http://schemas.openxmlformats.org/officeDocument/2006/relationships/image" Target="../media/image166.png"/><Relationship Id="rId19" Type="http://schemas.openxmlformats.org/officeDocument/2006/relationships/image" Target="../media/image163.png"/><Relationship Id="rId18" Type="http://schemas.openxmlformats.org/officeDocument/2006/relationships/image" Target="../media/image161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2.png"/><Relationship Id="rId22" Type="http://schemas.openxmlformats.org/officeDocument/2006/relationships/image" Target="../media/image200.png"/><Relationship Id="rId21" Type="http://schemas.openxmlformats.org/officeDocument/2006/relationships/image" Target="../media/image187.png"/><Relationship Id="rId24" Type="http://schemas.openxmlformats.org/officeDocument/2006/relationships/image" Target="../media/image202.png"/><Relationship Id="rId23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9.png"/><Relationship Id="rId4" Type="http://schemas.openxmlformats.org/officeDocument/2006/relationships/image" Target="../media/image210.png"/><Relationship Id="rId9" Type="http://schemas.openxmlformats.org/officeDocument/2006/relationships/image" Target="../media/image170.png"/><Relationship Id="rId26" Type="http://schemas.openxmlformats.org/officeDocument/2006/relationships/image" Target="../media/image191.png"/><Relationship Id="rId25" Type="http://schemas.openxmlformats.org/officeDocument/2006/relationships/image" Target="../media/image206.png"/><Relationship Id="rId28" Type="http://schemas.openxmlformats.org/officeDocument/2006/relationships/image" Target="../media/image214.png"/><Relationship Id="rId27" Type="http://schemas.openxmlformats.org/officeDocument/2006/relationships/image" Target="../media/image199.png"/><Relationship Id="rId5" Type="http://schemas.openxmlformats.org/officeDocument/2006/relationships/image" Target="../media/image172.png"/><Relationship Id="rId6" Type="http://schemas.openxmlformats.org/officeDocument/2006/relationships/image" Target="../media/image175.png"/><Relationship Id="rId7" Type="http://schemas.openxmlformats.org/officeDocument/2006/relationships/image" Target="../media/image164.png"/><Relationship Id="rId8" Type="http://schemas.openxmlformats.org/officeDocument/2006/relationships/image" Target="../media/image169.png"/><Relationship Id="rId11" Type="http://schemas.openxmlformats.org/officeDocument/2006/relationships/image" Target="../media/image177.png"/><Relationship Id="rId10" Type="http://schemas.openxmlformats.org/officeDocument/2006/relationships/image" Target="../media/image171.png"/><Relationship Id="rId13" Type="http://schemas.openxmlformats.org/officeDocument/2006/relationships/image" Target="../media/image178.png"/><Relationship Id="rId12" Type="http://schemas.openxmlformats.org/officeDocument/2006/relationships/image" Target="../media/image190.png"/><Relationship Id="rId15" Type="http://schemas.openxmlformats.org/officeDocument/2006/relationships/image" Target="../media/image192.png"/><Relationship Id="rId14" Type="http://schemas.openxmlformats.org/officeDocument/2006/relationships/image" Target="../media/image165.png"/><Relationship Id="rId17" Type="http://schemas.openxmlformats.org/officeDocument/2006/relationships/image" Target="../media/image179.png"/><Relationship Id="rId16" Type="http://schemas.openxmlformats.org/officeDocument/2006/relationships/image" Target="../media/image185.png"/><Relationship Id="rId19" Type="http://schemas.openxmlformats.org/officeDocument/2006/relationships/image" Target="../media/image183.png"/><Relationship Id="rId18" Type="http://schemas.openxmlformats.org/officeDocument/2006/relationships/image" Target="../media/image173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0.png"/><Relationship Id="rId22" Type="http://schemas.openxmlformats.org/officeDocument/2006/relationships/image" Target="../media/image211.png"/><Relationship Id="rId21" Type="http://schemas.openxmlformats.org/officeDocument/2006/relationships/image" Target="../media/image216.png"/><Relationship Id="rId24" Type="http://schemas.openxmlformats.org/officeDocument/2006/relationships/image" Target="../media/image228.png"/><Relationship Id="rId23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9.png"/><Relationship Id="rId4" Type="http://schemas.openxmlformats.org/officeDocument/2006/relationships/image" Target="../media/image210.png"/><Relationship Id="rId9" Type="http://schemas.openxmlformats.org/officeDocument/2006/relationships/image" Target="../media/image197.png"/><Relationship Id="rId26" Type="http://schemas.openxmlformats.org/officeDocument/2006/relationships/image" Target="../media/image215.png"/><Relationship Id="rId25" Type="http://schemas.openxmlformats.org/officeDocument/2006/relationships/image" Target="../media/image218.png"/><Relationship Id="rId28" Type="http://schemas.openxmlformats.org/officeDocument/2006/relationships/image" Target="../media/image212.png"/><Relationship Id="rId27" Type="http://schemas.openxmlformats.org/officeDocument/2006/relationships/image" Target="../media/image208.png"/><Relationship Id="rId5" Type="http://schemas.openxmlformats.org/officeDocument/2006/relationships/image" Target="../media/image198.png"/><Relationship Id="rId6" Type="http://schemas.openxmlformats.org/officeDocument/2006/relationships/image" Target="../media/image205.png"/><Relationship Id="rId29" Type="http://schemas.openxmlformats.org/officeDocument/2006/relationships/image" Target="../media/image219.png"/><Relationship Id="rId7" Type="http://schemas.openxmlformats.org/officeDocument/2006/relationships/image" Target="../media/image169.png"/><Relationship Id="rId8" Type="http://schemas.openxmlformats.org/officeDocument/2006/relationships/image" Target="../media/image175.png"/><Relationship Id="rId31" Type="http://schemas.openxmlformats.org/officeDocument/2006/relationships/image" Target="../media/image225.png"/><Relationship Id="rId30" Type="http://schemas.openxmlformats.org/officeDocument/2006/relationships/image" Target="../media/image213.png"/><Relationship Id="rId11" Type="http://schemas.openxmlformats.org/officeDocument/2006/relationships/image" Target="../media/image209.png"/><Relationship Id="rId33" Type="http://schemas.openxmlformats.org/officeDocument/2006/relationships/image" Target="../media/image223.png"/><Relationship Id="rId10" Type="http://schemas.openxmlformats.org/officeDocument/2006/relationships/image" Target="../media/image204.png"/><Relationship Id="rId32" Type="http://schemas.openxmlformats.org/officeDocument/2006/relationships/image" Target="../media/image217.png"/><Relationship Id="rId13" Type="http://schemas.openxmlformats.org/officeDocument/2006/relationships/image" Target="../media/image207.png"/><Relationship Id="rId35" Type="http://schemas.openxmlformats.org/officeDocument/2006/relationships/image" Target="../media/image232.png"/><Relationship Id="rId12" Type="http://schemas.openxmlformats.org/officeDocument/2006/relationships/image" Target="../media/image178.png"/><Relationship Id="rId34" Type="http://schemas.openxmlformats.org/officeDocument/2006/relationships/image" Target="../media/image237.png"/><Relationship Id="rId15" Type="http://schemas.openxmlformats.org/officeDocument/2006/relationships/image" Target="../media/image227.png"/><Relationship Id="rId37" Type="http://schemas.openxmlformats.org/officeDocument/2006/relationships/image" Target="../media/image234.png"/><Relationship Id="rId14" Type="http://schemas.openxmlformats.org/officeDocument/2006/relationships/image" Target="../media/image222.png"/><Relationship Id="rId36" Type="http://schemas.openxmlformats.org/officeDocument/2006/relationships/image" Target="../media/image233.png"/><Relationship Id="rId17" Type="http://schemas.openxmlformats.org/officeDocument/2006/relationships/image" Target="../media/image201.png"/><Relationship Id="rId39" Type="http://schemas.openxmlformats.org/officeDocument/2006/relationships/image" Target="../media/image257.png"/><Relationship Id="rId16" Type="http://schemas.openxmlformats.org/officeDocument/2006/relationships/image" Target="../media/image226.png"/><Relationship Id="rId38" Type="http://schemas.openxmlformats.org/officeDocument/2006/relationships/image" Target="../media/image230.png"/><Relationship Id="rId19" Type="http://schemas.openxmlformats.org/officeDocument/2006/relationships/image" Target="../media/image231.png"/><Relationship Id="rId18" Type="http://schemas.openxmlformats.org/officeDocument/2006/relationships/image" Target="../media/image221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1.png"/><Relationship Id="rId22" Type="http://schemas.openxmlformats.org/officeDocument/2006/relationships/image" Target="../media/image254.png"/><Relationship Id="rId21" Type="http://schemas.openxmlformats.org/officeDocument/2006/relationships/image" Target="../media/image253.png"/><Relationship Id="rId24" Type="http://schemas.openxmlformats.org/officeDocument/2006/relationships/image" Target="../media/image256.png"/><Relationship Id="rId23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9.png"/><Relationship Id="rId4" Type="http://schemas.openxmlformats.org/officeDocument/2006/relationships/image" Target="../media/image248.png"/><Relationship Id="rId9" Type="http://schemas.openxmlformats.org/officeDocument/2006/relationships/image" Target="../media/image249.png"/><Relationship Id="rId26" Type="http://schemas.openxmlformats.org/officeDocument/2006/relationships/image" Target="../media/image245.png"/><Relationship Id="rId25" Type="http://schemas.openxmlformats.org/officeDocument/2006/relationships/image" Target="../media/image243.png"/><Relationship Id="rId28" Type="http://schemas.openxmlformats.org/officeDocument/2006/relationships/image" Target="../media/image247.png"/><Relationship Id="rId27" Type="http://schemas.openxmlformats.org/officeDocument/2006/relationships/image" Target="../media/image258.png"/><Relationship Id="rId5" Type="http://schemas.openxmlformats.org/officeDocument/2006/relationships/image" Target="../media/image244.png"/><Relationship Id="rId6" Type="http://schemas.openxmlformats.org/officeDocument/2006/relationships/image" Target="../media/image224.png"/><Relationship Id="rId29" Type="http://schemas.openxmlformats.org/officeDocument/2006/relationships/image" Target="../media/image263.png"/><Relationship Id="rId7" Type="http://schemas.openxmlformats.org/officeDocument/2006/relationships/image" Target="../media/image242.png"/><Relationship Id="rId8" Type="http://schemas.openxmlformats.org/officeDocument/2006/relationships/image" Target="../media/image246.png"/><Relationship Id="rId11" Type="http://schemas.openxmlformats.org/officeDocument/2006/relationships/image" Target="../media/image236.png"/><Relationship Id="rId10" Type="http://schemas.openxmlformats.org/officeDocument/2006/relationships/image" Target="../media/image262.png"/><Relationship Id="rId13" Type="http://schemas.openxmlformats.org/officeDocument/2006/relationships/image" Target="../media/image265.png"/><Relationship Id="rId12" Type="http://schemas.openxmlformats.org/officeDocument/2006/relationships/image" Target="../media/image250.png"/><Relationship Id="rId15" Type="http://schemas.openxmlformats.org/officeDocument/2006/relationships/image" Target="../media/image240.png"/><Relationship Id="rId14" Type="http://schemas.openxmlformats.org/officeDocument/2006/relationships/image" Target="../media/image252.png"/><Relationship Id="rId17" Type="http://schemas.openxmlformats.org/officeDocument/2006/relationships/image" Target="../media/image264.png"/><Relationship Id="rId16" Type="http://schemas.openxmlformats.org/officeDocument/2006/relationships/image" Target="../media/image239.png"/><Relationship Id="rId19" Type="http://schemas.openxmlformats.org/officeDocument/2006/relationships/image" Target="../media/image255.png"/><Relationship Id="rId18" Type="http://schemas.openxmlformats.org/officeDocument/2006/relationships/image" Target="../media/image2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1.png"/><Relationship Id="rId4" Type="http://schemas.openxmlformats.org/officeDocument/2006/relationships/image" Target="../media/image260.png"/><Relationship Id="rId5" Type="http://schemas.openxmlformats.org/officeDocument/2006/relationships/image" Target="../media/image229.png"/><Relationship Id="rId6" Type="http://schemas.openxmlformats.org/officeDocument/2006/relationships/image" Target="../media/image2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G1.5 - Naming, labelling and recognising the features of triangles </a:t>
            </a:r>
            <a:endParaRPr i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6370" y="309496"/>
            <a:ext cx="6716974" cy="14955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4123" y="82178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cxnSp>
        <p:nvCxnSpPr>
          <p:cNvPr id="92" name="Google Shape;92;p13"/>
          <p:cNvCxnSpPr/>
          <p:nvPr/>
        </p:nvCxnSpPr>
        <p:spPr>
          <a:xfrm flipH="1" rot="10800000">
            <a:off x="931051" y="375500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13"/>
          <p:cNvCxnSpPr/>
          <p:nvPr/>
        </p:nvCxnSpPr>
        <p:spPr>
          <a:xfrm>
            <a:off x="85247" y="2919609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3"/>
          <p:cNvCxnSpPr>
            <a:stCxn id="95" idx="2"/>
            <a:endCxn id="95" idx="0"/>
          </p:cNvCxnSpPr>
          <p:nvPr/>
        </p:nvCxnSpPr>
        <p:spPr>
          <a:xfrm rot="10800000">
            <a:off x="3425980" y="1849781"/>
            <a:ext cx="0" cy="218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3"/>
          <p:cNvSpPr txBox="1"/>
          <p:nvPr/>
        </p:nvSpPr>
        <p:spPr>
          <a:xfrm>
            <a:off x="94126" y="1849811"/>
            <a:ext cx="312712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two-dimensional shape made of 3 connected straight lines that create 3 interior angles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059" y="291167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643909" y="290733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545176" y="1807312"/>
            <a:ext cx="3236454" cy="1109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straight sides and 3 angles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dimensional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angles sum to 180</a:t>
            </a:r>
            <a:r>
              <a:rPr baseline="30000"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68813" y="1048159"/>
            <a:ext cx="54190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a missing interior angle in a triangle.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multi-step angle problems involving triangles.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42969" y="356923"/>
            <a:ext cx="663262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confident identifying triangles and solving problems related to their angles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643909" y="696653"/>
            <a:ext cx="928011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Triangle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Isosceles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Equilateral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Scalene</a:t>
            </a:r>
            <a:endParaRPr/>
          </a:p>
        </p:txBody>
      </p:sp>
      <p:graphicFrame>
        <p:nvGraphicFramePr>
          <p:cNvPr id="103" name="Google Shape;103;p13"/>
          <p:cNvGraphicFramePr/>
          <p:nvPr/>
        </p:nvGraphicFramePr>
        <p:xfrm>
          <a:off x="111776" y="41850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661475"/>
                <a:gridCol w="1661475"/>
                <a:gridCol w="1661475"/>
                <a:gridCol w="1661475"/>
              </a:tblGrid>
              <a:tr h="39262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/>
                        <a:t>TYPES OF TRIANGLE</a:t>
                      </a:r>
                      <a:endParaRPr b="1" sz="1350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256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- three equal sides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- three equal angles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- two equal sides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- two equal angles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- all sides and angles are different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04" name="Google Shape;1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219" y="4671829"/>
            <a:ext cx="996921" cy="108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22" y="4744263"/>
            <a:ext cx="1379692" cy="90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168813" y="5742464"/>
            <a:ext cx="154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5396" y="4617972"/>
            <a:ext cx="15716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2326" y="4786299"/>
            <a:ext cx="1517301" cy="6622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1847307" y="5742309"/>
            <a:ext cx="154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545176" y="5782365"/>
            <a:ext cx="154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5169394" y="5779010"/>
            <a:ext cx="154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3"/>
          <p:cNvGraphicFramePr/>
          <p:nvPr/>
        </p:nvGraphicFramePr>
        <p:xfrm>
          <a:off x="143861" y="72069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191650"/>
                <a:gridCol w="1684950"/>
                <a:gridCol w="1868600"/>
                <a:gridCol w="1868600"/>
              </a:tblGrid>
              <a:tr h="31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70"/>
                        <a:buFont typeface="Calibri"/>
                        <a:buNone/>
                      </a:pPr>
                      <a:r>
                        <a:rPr b="0" lang="en-GB" sz="1170">
                          <a:solidFill>
                            <a:schemeClr val="dk1"/>
                          </a:solidFill>
                        </a:rPr>
                        <a:t>What type of triangle is shown?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7662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for a feature of a triangle listed above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Write down which type of triangle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13" name="Google Shape;11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93891" y="7986533"/>
            <a:ext cx="1190314" cy="109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21245" y="7983836"/>
            <a:ext cx="1193861" cy="1124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60770" y="7983835"/>
            <a:ext cx="1411794" cy="136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01807" y="3020957"/>
            <a:ext cx="1498357" cy="81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62860" y="3199475"/>
            <a:ext cx="791985" cy="77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92619" y="2976618"/>
            <a:ext cx="788165" cy="901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3"/>
          <p:cNvGrpSpPr/>
          <p:nvPr/>
        </p:nvGrpSpPr>
        <p:grpSpPr>
          <a:xfrm>
            <a:off x="2385518" y="2900387"/>
            <a:ext cx="829403" cy="1106573"/>
            <a:chOff x="2385518" y="2900387"/>
            <a:chExt cx="829403" cy="1106573"/>
          </a:xfrm>
        </p:grpSpPr>
        <p:pic>
          <p:nvPicPr>
            <p:cNvPr id="120" name="Google Shape;120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15944" y="3017771"/>
              <a:ext cx="788164" cy="83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3"/>
            <p:cNvSpPr/>
            <p:nvPr/>
          </p:nvSpPr>
          <p:spPr>
            <a:xfrm>
              <a:off x="2385518" y="3814722"/>
              <a:ext cx="324584" cy="19223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3140779">
              <a:off x="2544296" y="3139702"/>
              <a:ext cx="718581" cy="23202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3"/>
          <p:cNvSpPr/>
          <p:nvPr/>
        </p:nvSpPr>
        <p:spPr>
          <a:xfrm>
            <a:off x="76370" y="1849812"/>
            <a:ext cx="6699219" cy="218606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2892794" y="2735801"/>
            <a:ext cx="92538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42762" y="5684772"/>
            <a:ext cx="5765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Equilateral         Right-angled           Isosceles               Scalene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644614" y="9122472"/>
            <a:ext cx="4571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Right-angled         Equilateral                 Isosceles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>
            <p:ph idx="12" type="sldNum"/>
          </p:nvPr>
        </p:nvSpPr>
        <p:spPr>
          <a:xfrm>
            <a:off x="5299138" y="-11945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672365">
            <a:off x="872846" y="3118845"/>
            <a:ext cx="980687" cy="16242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4"/>
          <p:cNvGraphicFramePr/>
          <p:nvPr/>
        </p:nvGraphicFramePr>
        <p:xfrm>
          <a:off x="186913" y="284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61400"/>
                <a:gridCol w="2161400"/>
                <a:gridCol w="2161400"/>
              </a:tblGrid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m)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o)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p)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q)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r)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3" name="Google Shape;133;p14"/>
          <p:cNvSpPr/>
          <p:nvPr/>
        </p:nvSpPr>
        <p:spPr>
          <a:xfrm>
            <a:off x="1777177" y="-80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Identify which type of triangle is shown.</a:t>
            </a:r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14" y="372879"/>
            <a:ext cx="975187" cy="1198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6844" y="3750496"/>
            <a:ext cx="1924149" cy="99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5620" y="4997288"/>
            <a:ext cx="773372" cy="106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247" y="8138087"/>
            <a:ext cx="1462709" cy="1198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09792" y="1940812"/>
            <a:ext cx="1433389" cy="1079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7159" y="6815249"/>
            <a:ext cx="1911062" cy="606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68290" y="8173826"/>
            <a:ext cx="1452930" cy="1199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46786" y="3461070"/>
            <a:ext cx="1482272" cy="1349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04657" y="6528224"/>
            <a:ext cx="1462708" cy="1289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3070" y="5140887"/>
            <a:ext cx="1276416" cy="1028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32584" y="8109182"/>
            <a:ext cx="1200212" cy="116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85096" y="404081"/>
            <a:ext cx="1433389" cy="113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968158" y="2019554"/>
            <a:ext cx="977950" cy="8509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4"/>
          <p:cNvGrpSpPr/>
          <p:nvPr/>
        </p:nvGrpSpPr>
        <p:grpSpPr>
          <a:xfrm>
            <a:off x="2717565" y="597706"/>
            <a:ext cx="1657296" cy="856759"/>
            <a:chOff x="2717565" y="740019"/>
            <a:chExt cx="1657296" cy="856759"/>
          </a:xfrm>
        </p:grpSpPr>
        <p:pic>
          <p:nvPicPr>
            <p:cNvPr id="148" name="Google Shape;148;p1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809792" y="740019"/>
              <a:ext cx="1565069" cy="856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4"/>
            <p:cNvSpPr/>
            <p:nvPr/>
          </p:nvSpPr>
          <p:spPr>
            <a:xfrm>
              <a:off x="2717565" y="740019"/>
              <a:ext cx="279635" cy="28416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2604657" y="5075626"/>
            <a:ext cx="1806336" cy="990651"/>
            <a:chOff x="2441525" y="5141117"/>
            <a:chExt cx="1927843" cy="1122750"/>
          </a:xfrm>
        </p:grpSpPr>
        <p:pic>
          <p:nvPicPr>
            <p:cNvPr id="151" name="Google Shape;151;p14"/>
            <p:cNvPicPr preferRelativeResize="0"/>
            <p:nvPr/>
          </p:nvPicPr>
          <p:blipFill rotWithShape="1">
            <a:blip r:embed="rId18">
              <a:alphaModFix/>
            </a:blip>
            <a:srcRect b="0" l="10516" r="0" t="1008"/>
            <a:stretch/>
          </p:blipFill>
          <p:spPr>
            <a:xfrm>
              <a:off x="2666999" y="5283200"/>
              <a:ext cx="1702369" cy="9806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4"/>
            <p:cNvSpPr/>
            <p:nvPr/>
          </p:nvSpPr>
          <p:spPr>
            <a:xfrm>
              <a:off x="2441525" y="5141117"/>
              <a:ext cx="279635" cy="28416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596343" y="6588344"/>
            <a:ext cx="1391207" cy="1149693"/>
            <a:chOff x="612816" y="6827129"/>
            <a:chExt cx="1533691" cy="1337690"/>
          </a:xfrm>
        </p:grpSpPr>
        <p:pic>
          <p:nvPicPr>
            <p:cNvPr id="154" name="Google Shape;154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83798" y="6883531"/>
              <a:ext cx="1462709" cy="1281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4"/>
            <p:cNvSpPr/>
            <p:nvPr/>
          </p:nvSpPr>
          <p:spPr>
            <a:xfrm>
              <a:off x="612816" y="6827129"/>
              <a:ext cx="279635" cy="28416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4"/>
          <p:cNvGrpSpPr/>
          <p:nvPr/>
        </p:nvGrpSpPr>
        <p:grpSpPr>
          <a:xfrm>
            <a:off x="683798" y="2042087"/>
            <a:ext cx="1396326" cy="952500"/>
            <a:chOff x="683798" y="2184400"/>
            <a:chExt cx="1396326" cy="952500"/>
          </a:xfrm>
        </p:grpSpPr>
        <p:pic>
          <p:nvPicPr>
            <p:cNvPr id="157" name="Google Shape;157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63349" y="2184400"/>
              <a:ext cx="1216775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4"/>
            <p:cNvSpPr/>
            <p:nvPr/>
          </p:nvSpPr>
          <p:spPr>
            <a:xfrm>
              <a:off x="683798" y="2184400"/>
              <a:ext cx="356209" cy="2413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4"/>
          <p:cNvSpPr/>
          <p:nvPr/>
        </p:nvSpPr>
        <p:spPr>
          <a:xfrm>
            <a:off x="186913" y="19794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580849" y="1444071"/>
            <a:ext cx="6294287" cy="904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Isosceles                             Scalene                           Scalene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Equilateral                             Scalene                      Equilateral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Right-angled                      Isosceles                      Isosceles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Isosceles                      Scalene                              Right-angled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Isosceles                      Equilateral                      Scalene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Right-angled                      Equilateral            Isosceles right-angled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5174583" y="-9183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15"/>
          <p:cNvGraphicFramePr/>
          <p:nvPr/>
        </p:nvGraphicFramePr>
        <p:xfrm>
          <a:off x="75977" y="892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1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9892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the three interior angles of the triangle.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Subtract from 180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67" name="Google Shape;167;p15"/>
          <p:cNvGrpSpPr/>
          <p:nvPr/>
        </p:nvGrpSpPr>
        <p:grpSpPr>
          <a:xfrm>
            <a:off x="1907533" y="1284861"/>
            <a:ext cx="1251806" cy="878860"/>
            <a:chOff x="2135560" y="3834940"/>
            <a:chExt cx="2953757" cy="1610284"/>
          </a:xfrm>
        </p:grpSpPr>
        <p:cxnSp>
          <p:nvCxnSpPr>
            <p:cNvPr id="168" name="Google Shape;168;p15"/>
            <p:cNvCxnSpPr/>
            <p:nvPr/>
          </p:nvCxnSpPr>
          <p:spPr>
            <a:xfrm flipH="1" rot="10800000">
              <a:off x="2135561" y="3834941"/>
              <a:ext cx="1539475" cy="1224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>
              <a:off x="2135560" y="5059078"/>
              <a:ext cx="2953756" cy="3861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3675036" y="3834940"/>
              <a:ext cx="1414281" cy="16102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1" name="Google Shape;171;p15"/>
            <p:cNvSpPr/>
            <p:nvPr/>
          </p:nvSpPr>
          <p:spPr>
            <a:xfrm>
              <a:off x="2457451" y="4800601"/>
              <a:ext cx="108441" cy="333375"/>
            </a:xfrm>
            <a:custGeom>
              <a:rect b="b" l="l" r="r" t="t"/>
              <a:pathLst>
                <a:path extrusionOk="0" h="333375" w="108441">
                  <a:moveTo>
                    <a:pt x="0" y="0"/>
                  </a:moveTo>
                  <a:cubicBezTo>
                    <a:pt x="24606" y="39687"/>
                    <a:pt x="49213" y="79375"/>
                    <a:pt x="66675" y="114300"/>
                  </a:cubicBezTo>
                  <a:cubicBezTo>
                    <a:pt x="84138" y="149225"/>
                    <a:pt x="98425" y="173038"/>
                    <a:pt x="104775" y="209550"/>
                  </a:cubicBezTo>
                  <a:cubicBezTo>
                    <a:pt x="111125" y="246062"/>
                    <a:pt x="107950" y="289718"/>
                    <a:pt x="104775" y="333375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390900" y="4076701"/>
              <a:ext cx="533400" cy="114605"/>
            </a:xfrm>
            <a:custGeom>
              <a:rect b="b" l="l" r="r" t="t"/>
              <a:pathLst>
                <a:path extrusionOk="0" h="114605" w="533400">
                  <a:moveTo>
                    <a:pt x="0" y="0"/>
                  </a:moveTo>
                  <a:cubicBezTo>
                    <a:pt x="49212" y="28575"/>
                    <a:pt x="98425" y="57150"/>
                    <a:pt x="161925" y="76200"/>
                  </a:cubicBezTo>
                  <a:cubicBezTo>
                    <a:pt x="225425" y="95250"/>
                    <a:pt x="319087" y="117475"/>
                    <a:pt x="381000" y="114300"/>
                  </a:cubicBezTo>
                  <a:cubicBezTo>
                    <a:pt x="442913" y="111125"/>
                    <a:pt x="488156" y="84137"/>
                    <a:pt x="533400" y="5715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4524375" y="5038725"/>
              <a:ext cx="209550" cy="342900"/>
            </a:xfrm>
            <a:custGeom>
              <a:rect b="b" l="l" r="r" t="t"/>
              <a:pathLst>
                <a:path extrusionOk="0" h="342900" w="209550">
                  <a:moveTo>
                    <a:pt x="0" y="342900"/>
                  </a:moveTo>
                  <a:cubicBezTo>
                    <a:pt x="11112" y="291306"/>
                    <a:pt x="22225" y="239712"/>
                    <a:pt x="38100" y="200025"/>
                  </a:cubicBezTo>
                  <a:cubicBezTo>
                    <a:pt x="53975" y="160338"/>
                    <a:pt x="66675" y="138112"/>
                    <a:pt x="95250" y="104775"/>
                  </a:cubicBezTo>
                  <a:cubicBezTo>
                    <a:pt x="123825" y="71437"/>
                    <a:pt x="166687" y="35718"/>
                    <a:pt x="209550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5"/>
          <p:cNvGrpSpPr/>
          <p:nvPr/>
        </p:nvGrpSpPr>
        <p:grpSpPr>
          <a:xfrm rot="9637792">
            <a:off x="5386982" y="1261025"/>
            <a:ext cx="1251806" cy="878860"/>
            <a:chOff x="2135560" y="3834940"/>
            <a:chExt cx="2953757" cy="1610284"/>
          </a:xfrm>
        </p:grpSpPr>
        <p:cxnSp>
          <p:nvCxnSpPr>
            <p:cNvPr id="175" name="Google Shape;175;p15"/>
            <p:cNvCxnSpPr/>
            <p:nvPr/>
          </p:nvCxnSpPr>
          <p:spPr>
            <a:xfrm flipH="1" rot="10800000">
              <a:off x="2135561" y="3834941"/>
              <a:ext cx="1539475" cy="1224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2135560" y="5059078"/>
              <a:ext cx="2953756" cy="3861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3675036" y="3834940"/>
              <a:ext cx="1414281" cy="16102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8" name="Google Shape;178;p15"/>
            <p:cNvSpPr/>
            <p:nvPr/>
          </p:nvSpPr>
          <p:spPr>
            <a:xfrm>
              <a:off x="2457451" y="4800601"/>
              <a:ext cx="108441" cy="333375"/>
            </a:xfrm>
            <a:custGeom>
              <a:rect b="b" l="l" r="r" t="t"/>
              <a:pathLst>
                <a:path extrusionOk="0" h="333375" w="108441">
                  <a:moveTo>
                    <a:pt x="0" y="0"/>
                  </a:moveTo>
                  <a:cubicBezTo>
                    <a:pt x="24606" y="39687"/>
                    <a:pt x="49213" y="79375"/>
                    <a:pt x="66675" y="114300"/>
                  </a:cubicBezTo>
                  <a:cubicBezTo>
                    <a:pt x="84138" y="149225"/>
                    <a:pt x="98425" y="173038"/>
                    <a:pt x="104775" y="209550"/>
                  </a:cubicBezTo>
                  <a:cubicBezTo>
                    <a:pt x="111125" y="246062"/>
                    <a:pt x="107950" y="289718"/>
                    <a:pt x="104775" y="333375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390900" y="4076701"/>
              <a:ext cx="533400" cy="114605"/>
            </a:xfrm>
            <a:custGeom>
              <a:rect b="b" l="l" r="r" t="t"/>
              <a:pathLst>
                <a:path extrusionOk="0" h="114605" w="533400">
                  <a:moveTo>
                    <a:pt x="0" y="0"/>
                  </a:moveTo>
                  <a:cubicBezTo>
                    <a:pt x="49212" y="28575"/>
                    <a:pt x="98425" y="57150"/>
                    <a:pt x="161925" y="76200"/>
                  </a:cubicBezTo>
                  <a:cubicBezTo>
                    <a:pt x="225425" y="95250"/>
                    <a:pt x="319087" y="117475"/>
                    <a:pt x="381000" y="114300"/>
                  </a:cubicBezTo>
                  <a:cubicBezTo>
                    <a:pt x="442913" y="111125"/>
                    <a:pt x="488156" y="84137"/>
                    <a:pt x="533400" y="5715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4524375" y="5038725"/>
              <a:ext cx="209550" cy="342900"/>
            </a:xfrm>
            <a:custGeom>
              <a:rect b="b" l="l" r="r" t="t"/>
              <a:pathLst>
                <a:path extrusionOk="0" h="342900" w="209550">
                  <a:moveTo>
                    <a:pt x="0" y="342900"/>
                  </a:moveTo>
                  <a:cubicBezTo>
                    <a:pt x="11112" y="291306"/>
                    <a:pt x="22225" y="239712"/>
                    <a:pt x="38100" y="200025"/>
                  </a:cubicBezTo>
                  <a:cubicBezTo>
                    <a:pt x="53975" y="160338"/>
                    <a:pt x="66675" y="138112"/>
                    <a:pt x="95250" y="104775"/>
                  </a:cubicBezTo>
                  <a:cubicBezTo>
                    <a:pt x="123825" y="71437"/>
                    <a:pt x="166687" y="35718"/>
                    <a:pt x="209550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5"/>
          <p:cNvSpPr txBox="1"/>
          <p:nvPr/>
        </p:nvSpPr>
        <p:spPr>
          <a:xfrm>
            <a:off x="3513840" y="1435909"/>
            <a:ext cx="281354" cy="3125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340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2347723" y="1425439"/>
            <a:ext cx="281354" cy="3125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369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2039101" y="1744266"/>
            <a:ext cx="281354" cy="31258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340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454648" y="1444387"/>
            <a:ext cx="281354" cy="3125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347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6017307" y="1304869"/>
            <a:ext cx="281354" cy="31258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369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2686246" y="1762750"/>
            <a:ext cx="28135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4204406" y="1836548"/>
            <a:ext cx="28135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5881338" y="1627994"/>
            <a:ext cx="281354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941599" y="619746"/>
            <a:ext cx="13145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5202795" y="619746"/>
            <a:ext cx="1515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3545176" y="619746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5 - We do…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65310" y="106225"/>
            <a:ext cx="2389417" cy="265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missing angles in triangles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38576" y="353139"/>
            <a:ext cx="6650101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94" name="Google Shape;194;p15"/>
          <p:cNvGraphicFramePr/>
          <p:nvPr/>
        </p:nvGraphicFramePr>
        <p:xfrm>
          <a:off x="130466" y="3536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61400"/>
                <a:gridCol w="2161400"/>
                <a:gridCol w="2161400"/>
              </a:tblGrid>
              <a:tr h="154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i="1"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4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4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4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95" name="Google Shape;19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8905" y="3622520"/>
            <a:ext cx="1298581" cy="797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45439" y="3622520"/>
            <a:ext cx="1127160" cy="80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09925" y="3683374"/>
            <a:ext cx="1376985" cy="67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5564" y="5202982"/>
            <a:ext cx="1346669" cy="78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85230" y="5259323"/>
            <a:ext cx="1345915" cy="79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74947" y="5153639"/>
            <a:ext cx="1196959" cy="87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 rotWithShape="1">
          <a:blip r:embed="rId18">
            <a:alphaModFix/>
          </a:blip>
          <a:srcRect b="63641" l="0" r="0" t="0"/>
          <a:stretch/>
        </p:blipFill>
        <p:spPr>
          <a:xfrm>
            <a:off x="475933" y="6644098"/>
            <a:ext cx="1376300" cy="91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18">
            <a:alphaModFix/>
          </a:blip>
          <a:srcRect b="31493" l="0" r="0" t="37374"/>
          <a:stretch/>
        </p:blipFill>
        <p:spPr>
          <a:xfrm>
            <a:off x="2724736" y="6755097"/>
            <a:ext cx="1544013" cy="88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/>
          <p:cNvPicPr preferRelativeResize="0"/>
          <p:nvPr/>
        </p:nvPicPr>
        <p:blipFill rotWithShape="1">
          <a:blip r:embed="rId18">
            <a:alphaModFix/>
          </a:blip>
          <a:srcRect b="0" l="0" r="0" t="66548"/>
          <a:stretch/>
        </p:blipFill>
        <p:spPr>
          <a:xfrm>
            <a:off x="5121433" y="6709112"/>
            <a:ext cx="1432462" cy="879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/>
          <p:cNvPicPr preferRelativeResize="0"/>
          <p:nvPr/>
        </p:nvPicPr>
        <p:blipFill rotWithShape="1">
          <a:blip r:embed="rId19">
            <a:alphaModFix/>
          </a:blip>
          <a:srcRect b="65225" l="9152" r="17211" t="1606"/>
          <a:stretch/>
        </p:blipFill>
        <p:spPr>
          <a:xfrm>
            <a:off x="757018" y="8210022"/>
            <a:ext cx="1095414" cy="933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/>
          <p:cNvPicPr preferRelativeResize="0"/>
          <p:nvPr/>
        </p:nvPicPr>
        <p:blipFill rotWithShape="1">
          <a:blip r:embed="rId19">
            <a:alphaModFix/>
          </a:blip>
          <a:srcRect b="35732" l="0" r="0" t="40422"/>
          <a:stretch/>
        </p:blipFill>
        <p:spPr>
          <a:xfrm>
            <a:off x="2728643" y="8265669"/>
            <a:ext cx="1596885" cy="720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5"/>
          <p:cNvPicPr preferRelativeResize="0"/>
          <p:nvPr/>
        </p:nvPicPr>
        <p:blipFill rotWithShape="1">
          <a:blip r:embed="rId19">
            <a:alphaModFix/>
          </a:blip>
          <a:srcRect b="1398" l="5758" r="7371" t="71530"/>
          <a:stretch/>
        </p:blipFill>
        <p:spPr>
          <a:xfrm>
            <a:off x="5088412" y="8217602"/>
            <a:ext cx="1445173" cy="8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5"/>
          <p:cNvSpPr/>
          <p:nvPr/>
        </p:nvSpPr>
        <p:spPr>
          <a:xfrm>
            <a:off x="1390855" y="473389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549048" y="473389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5707241" y="473389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1390855" y="624054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3549048" y="624054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5707241" y="624054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1390855" y="780188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3549048" y="780188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5707241" y="780188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1397602" y="934918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3555795" y="934918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5713988" y="934918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15"/>
          <p:cNvGrpSpPr/>
          <p:nvPr/>
        </p:nvGrpSpPr>
        <p:grpSpPr>
          <a:xfrm>
            <a:off x="3546429" y="1245715"/>
            <a:ext cx="1265304" cy="952932"/>
            <a:chOff x="3546429" y="1245715"/>
            <a:chExt cx="1265304" cy="952932"/>
          </a:xfrm>
        </p:grpSpPr>
        <p:pic>
          <p:nvPicPr>
            <p:cNvPr descr="Right triangle - Simple English Wikipedia, the free encyclopedia" id="220" name="Google Shape;220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46429" y="1245715"/>
              <a:ext cx="1265304" cy="9529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5"/>
            <p:cNvSpPr/>
            <p:nvPr/>
          </p:nvSpPr>
          <p:spPr>
            <a:xfrm>
              <a:off x="3698663" y="1911694"/>
              <a:ext cx="241867" cy="18210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5"/>
          <p:cNvSpPr txBox="1"/>
          <p:nvPr/>
        </p:nvSpPr>
        <p:spPr>
          <a:xfrm>
            <a:off x="1728186" y="3220271"/>
            <a:ext cx="29188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Calculate any missing angles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30466" y="3252832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1907533" y="2362382"/>
            <a:ext cx="6586491" cy="92333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1408307" y="4738742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3584299" y="4728053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5722884" y="4728052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1377024" y="6239155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3553016" y="6228466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155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5691601" y="6228465"/>
            <a:ext cx="813527" cy="26573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1393012" y="7807880"/>
            <a:ext cx="813527" cy="26573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3569004" y="7797191"/>
            <a:ext cx="813527" cy="26573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5707589" y="7797190"/>
            <a:ext cx="813527" cy="26573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1386381" y="9366980"/>
            <a:ext cx="813527" cy="265739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3562373" y="9356291"/>
            <a:ext cx="813527" cy="265739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5700958" y="9356290"/>
            <a:ext cx="813527" cy="265739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7" name="Google Shape;237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16"/>
          <p:cNvGraphicFramePr/>
          <p:nvPr/>
        </p:nvGraphicFramePr>
        <p:xfrm>
          <a:off x="130466" y="29090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61400"/>
                <a:gridCol w="2161400"/>
                <a:gridCol w="2161400"/>
              </a:tblGrid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i="1"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3" name="Google Shape;243;p16"/>
          <p:cNvSpPr/>
          <p:nvPr/>
        </p:nvSpPr>
        <p:spPr>
          <a:xfrm>
            <a:off x="1391066" y="479079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3549259" y="479079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5707452" y="479079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1427812" y="711331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3586005" y="711331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5744198" y="711331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1390855" y="936060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3549048" y="936060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5707241" y="936060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6"/>
          <p:cNvCxnSpPr/>
          <p:nvPr/>
        </p:nvCxnSpPr>
        <p:spPr>
          <a:xfrm>
            <a:off x="884378" y="1787982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53" name="Google Shape;253;p16"/>
          <p:cNvGraphicFramePr/>
          <p:nvPr/>
        </p:nvGraphicFramePr>
        <p:xfrm>
          <a:off x="86119" y="3436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1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9892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the three interior angles of the triangle.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Subtract from 180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p16"/>
          <p:cNvSpPr txBox="1"/>
          <p:nvPr/>
        </p:nvSpPr>
        <p:spPr>
          <a:xfrm>
            <a:off x="1951741" y="116913"/>
            <a:ext cx="13145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5212937" y="116913"/>
            <a:ext cx="1515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3555318" y="116913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8 - We do…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1757572" y="2610554"/>
            <a:ext cx="29098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Calculate any missing angles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9698" y="688337"/>
            <a:ext cx="1567407" cy="771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2741" y="652870"/>
            <a:ext cx="1510405" cy="6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8782" y="664902"/>
            <a:ext cx="1532534" cy="646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818" y="3015124"/>
            <a:ext cx="1524078" cy="73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3578" y="3027070"/>
            <a:ext cx="1701819" cy="90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6075" y="5351193"/>
            <a:ext cx="1861901" cy="90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3058" y="5363653"/>
            <a:ext cx="1635157" cy="79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19835" y="7516765"/>
            <a:ext cx="1879697" cy="1111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1342" y="7516765"/>
            <a:ext cx="1920749" cy="90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53058" y="7452053"/>
            <a:ext cx="1693572" cy="87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47271" y="5343899"/>
            <a:ext cx="1598126" cy="970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47106" y="3042592"/>
            <a:ext cx="1378021" cy="60328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6"/>
          <p:cNvSpPr/>
          <p:nvPr/>
        </p:nvSpPr>
        <p:spPr>
          <a:xfrm>
            <a:off x="130466" y="2631828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1389057" y="4786867"/>
            <a:ext cx="813527" cy="2657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3565049" y="4776178"/>
            <a:ext cx="813527" cy="26573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1304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5703634" y="4776177"/>
            <a:ext cx="813527" cy="26573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1420518" y="7112728"/>
            <a:ext cx="813527" cy="26573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596510" y="7102039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1087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5735095" y="7102038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1373056" y="9357097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3549048" y="9346408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1087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5687633" y="9346407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1907533" y="1515357"/>
            <a:ext cx="6586491" cy="923330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2519835" y="1128180"/>
            <a:ext cx="562140" cy="457433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3847897" y="743533"/>
            <a:ext cx="562140" cy="457433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3876067" y="933049"/>
            <a:ext cx="562140" cy="457433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4199250" y="846417"/>
            <a:ext cx="562140" cy="457433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5532256" y="1011477"/>
            <a:ext cx="562140" cy="457433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5936446" y="989788"/>
            <a:ext cx="562140" cy="457433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1183790" y="3447720"/>
            <a:ext cx="562140" cy="457433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3002909" y="3377172"/>
            <a:ext cx="562140" cy="457433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5453503" y="3347589"/>
            <a:ext cx="562140" cy="457433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1329416" y="5397625"/>
            <a:ext cx="562140" cy="457433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3165264" y="5566978"/>
            <a:ext cx="562140" cy="457433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2" name="Google Shape;292;p16"/>
          <p:cNvSpPr txBox="1"/>
          <p:nvPr/>
        </p:nvSpPr>
        <p:spPr>
          <a:xfrm>
            <a:off x="3424704" y="5776940"/>
            <a:ext cx="562140" cy="457433"/>
          </a:xfrm>
          <a:prstGeom prst="rect">
            <a:avLst/>
          </a:pr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3" name="Google Shape;293;p16"/>
          <p:cNvSpPr txBox="1"/>
          <p:nvPr/>
        </p:nvSpPr>
        <p:spPr>
          <a:xfrm>
            <a:off x="5229513" y="5653830"/>
            <a:ext cx="562140" cy="457433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5588821" y="5729823"/>
            <a:ext cx="562140" cy="457433"/>
          </a:xfrm>
          <a:prstGeom prst="rect">
            <a:avLst/>
          </a:pr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5671288" y="5526784"/>
            <a:ext cx="562140" cy="457433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659576" y="8111098"/>
            <a:ext cx="562140" cy="457433"/>
          </a:xfrm>
          <a:prstGeom prst="rect">
            <a:avLst/>
          </a:pr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826917" y="7830956"/>
            <a:ext cx="562140" cy="457433"/>
          </a:xfrm>
          <a:prstGeom prst="rect">
            <a:avLst/>
          </a:pr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1284750" y="8141275"/>
            <a:ext cx="562140" cy="457433"/>
          </a:xfrm>
          <a:prstGeom prst="rect">
            <a:avLst/>
          </a:pr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3459683" y="8085924"/>
            <a:ext cx="562140" cy="457433"/>
          </a:xfrm>
          <a:prstGeom prst="rect">
            <a:avLst/>
          </a:pr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3053620" y="7791742"/>
            <a:ext cx="562140" cy="457433"/>
          </a:xfrm>
          <a:prstGeom prst="rect">
            <a:avLst/>
          </a:pr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2904432" y="8066719"/>
            <a:ext cx="562140" cy="457433"/>
          </a:xfrm>
          <a:prstGeom prst="rect">
            <a:avLst/>
          </a:pr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5349002" y="7665302"/>
            <a:ext cx="562140" cy="457433"/>
          </a:xfrm>
          <a:prstGeom prst="rect">
            <a:avLst/>
          </a:pr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5769263" y="7672915"/>
            <a:ext cx="562140" cy="457433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5600480" y="7836034"/>
            <a:ext cx="562140" cy="457433"/>
          </a:xfrm>
          <a:prstGeom prst="rect">
            <a:avLst/>
          </a:prstGeom>
          <a:blipFill rotWithShape="1">
            <a:blip r:embed="rId4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6"/>
          <p:cNvSpPr txBox="1"/>
          <p:nvPr>
            <p:ph idx="12" type="sldNum"/>
          </p:nvPr>
        </p:nvSpPr>
        <p:spPr>
          <a:xfrm>
            <a:off x="5278808" y="-9209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7"/>
          <p:cNvGrpSpPr/>
          <p:nvPr/>
        </p:nvGrpSpPr>
        <p:grpSpPr>
          <a:xfrm>
            <a:off x="3935084" y="402514"/>
            <a:ext cx="2059316" cy="1209197"/>
            <a:chOff x="3935084" y="372034"/>
            <a:chExt cx="2059316" cy="1209197"/>
          </a:xfrm>
        </p:grpSpPr>
        <p:pic>
          <p:nvPicPr>
            <p:cNvPr id="311" name="Google Shape;31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35084" y="402450"/>
              <a:ext cx="2059316" cy="11787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17"/>
            <p:cNvSpPr/>
            <p:nvPr/>
          </p:nvSpPr>
          <p:spPr>
            <a:xfrm>
              <a:off x="5201080" y="372034"/>
              <a:ext cx="793320" cy="28516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7"/>
          <p:cNvGrpSpPr/>
          <p:nvPr/>
        </p:nvGrpSpPr>
        <p:grpSpPr>
          <a:xfrm>
            <a:off x="222772" y="387627"/>
            <a:ext cx="2308674" cy="1159912"/>
            <a:chOff x="590404" y="371759"/>
            <a:chExt cx="2503316" cy="1322570"/>
          </a:xfrm>
        </p:grpSpPr>
        <p:pic>
          <p:nvPicPr>
            <p:cNvPr id="314" name="Google Shape;314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0404" y="499373"/>
              <a:ext cx="2332513" cy="11949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7"/>
            <p:cNvSpPr/>
            <p:nvPr/>
          </p:nvSpPr>
          <p:spPr>
            <a:xfrm>
              <a:off x="2300400" y="371759"/>
              <a:ext cx="793320" cy="28516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16" name="Google Shape;316;p17"/>
          <p:cNvGraphicFramePr/>
          <p:nvPr/>
        </p:nvGraphicFramePr>
        <p:xfrm>
          <a:off x="143316" y="4044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3285675"/>
                <a:gridCol w="3285675"/>
              </a:tblGrid>
              <a:tr h="146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400"/>
                        <a:t>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400"/>
                        <a:t>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46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400"/>
                        <a:t>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/>
                        <a:t>d)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46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400"/>
                        <a:t>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/>
                        <a:t>f)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17" name="Google Shape;3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50" y="5239991"/>
            <a:ext cx="1986430" cy="1380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49" y="6810514"/>
            <a:ext cx="1948267" cy="1415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2773" y="8560004"/>
            <a:ext cx="1925547" cy="121226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7"/>
          <p:cNvSpPr txBox="1"/>
          <p:nvPr/>
        </p:nvSpPr>
        <p:spPr>
          <a:xfrm>
            <a:off x="143316" y="4883882"/>
            <a:ext cx="2406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5. Find the missing angles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2232507" y="5164903"/>
            <a:ext cx="4522724" cy="145577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4408" y="5276175"/>
            <a:ext cx="4367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5871" y="6876955"/>
            <a:ext cx="4367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6969" y="8476493"/>
            <a:ext cx="4367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2232507" y="6718738"/>
            <a:ext cx="4522724" cy="145577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2232507" y="8272574"/>
            <a:ext cx="4522724" cy="145577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048" y="1918701"/>
            <a:ext cx="1448460" cy="105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6484" y="1880517"/>
            <a:ext cx="2708463" cy="1109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8675" y="3408559"/>
            <a:ext cx="2680125" cy="107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87864" y="3408559"/>
            <a:ext cx="2573236" cy="99058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7"/>
          <p:cNvSpPr/>
          <p:nvPr/>
        </p:nvSpPr>
        <p:spPr>
          <a:xfrm>
            <a:off x="0" y="119739"/>
            <a:ext cx="67146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Identify which type of triangle is shown (scalene, isosceles, right angled or equilateral).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1397001" y="1509189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Right-angled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674886" y="1535844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410908" y="2947856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4688793" y="2974511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1412355" y="4481119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690240" y="4507774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1298348" y="810771"/>
            <a:ext cx="562140" cy="45743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4674886" y="727771"/>
            <a:ext cx="562140" cy="457433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1799810" y="2435262"/>
            <a:ext cx="562140" cy="457433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5280338" y="1981433"/>
            <a:ext cx="562140" cy="457433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4884952" y="2522173"/>
            <a:ext cx="562140" cy="457433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1410908" y="3685503"/>
            <a:ext cx="562140" cy="457433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2482382" y="3611535"/>
            <a:ext cx="562140" cy="457433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4344602" y="3914219"/>
            <a:ext cx="562140" cy="457433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5203625" y="3547178"/>
            <a:ext cx="562140" cy="457433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5387894" y="3969863"/>
            <a:ext cx="562140" cy="457433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4674886" y="1545828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Scalene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696534" y="2980383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Right-angled isosceles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4671714" y="4492663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Right-angled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1400417" y="2959887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Scalene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1393753" y="4471312"/>
            <a:ext cx="1960342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Scalene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1078512" y="5401049"/>
            <a:ext cx="562140" cy="457433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-1087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1081548" y="5729752"/>
            <a:ext cx="562140" cy="457433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1196597" y="7718740"/>
            <a:ext cx="562140" cy="457433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1196597" y="7893614"/>
            <a:ext cx="562140" cy="457433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904476" y="7878018"/>
            <a:ext cx="562140" cy="457433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1433482" y="9341695"/>
            <a:ext cx="562140" cy="457433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9" name="Google Shape;359;p17"/>
          <p:cNvSpPr txBox="1"/>
          <p:nvPr/>
        </p:nvSpPr>
        <p:spPr>
          <a:xfrm>
            <a:off x="2518628" y="5632333"/>
            <a:ext cx="3431406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2518628" y="7252344"/>
            <a:ext cx="3431406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2518628" y="8751244"/>
            <a:ext cx="3431406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2" name="Google Shape;362;p17"/>
          <p:cNvSpPr txBox="1"/>
          <p:nvPr>
            <p:ph idx="12" type="sldNum"/>
          </p:nvPr>
        </p:nvSpPr>
        <p:spPr>
          <a:xfrm>
            <a:off x="5195848" y="1437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" name="Google Shape;368;p18"/>
          <p:cNvGraphicFramePr/>
          <p:nvPr/>
        </p:nvGraphicFramePr>
        <p:xfrm>
          <a:off x="189084" y="3407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621050"/>
                <a:gridCol w="1621050"/>
                <a:gridCol w="1621050"/>
                <a:gridCol w="1621050"/>
              </a:tblGrid>
              <a:tr h="312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 u="sng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/>
                        <a:t>d)</a:t>
                      </a:r>
                      <a:endParaRPr sz="1350" u="none"/>
                    </a:p>
                  </a:txBody>
                  <a:tcPr marT="45725" marB="45725" marR="91450" marL="91450"/>
                </a:tc>
              </a:tr>
              <a:tr h="312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9" name="Google Shape;369;p18"/>
          <p:cNvSpPr txBox="1"/>
          <p:nvPr/>
        </p:nvSpPr>
        <p:spPr>
          <a:xfrm>
            <a:off x="3350835" y="1128250"/>
            <a:ext cx="326738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three sides of one triangle are equal to three sides of another triangle, the triangles are congruent.</a:t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759464" y="1388191"/>
            <a:ext cx="2522359" cy="1355164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3400707" y="1368403"/>
            <a:ext cx="3024199" cy="137282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95495" y="367133"/>
            <a:ext cx="6699219" cy="26128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92764" y="353733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5637301" y="352879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108095" y="1746300"/>
            <a:ext cx="233966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5545511" y="1721919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113543" y="594790"/>
            <a:ext cx="3230335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605" l="-189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8" name="Google Shape;378;p18"/>
          <p:cNvSpPr txBox="1"/>
          <p:nvPr/>
        </p:nvSpPr>
        <p:spPr>
          <a:xfrm>
            <a:off x="3472736" y="1985027"/>
            <a:ext cx="262132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18"/>
          <p:cNvCxnSpPr/>
          <p:nvPr/>
        </p:nvCxnSpPr>
        <p:spPr>
          <a:xfrm>
            <a:off x="81563" y="1762241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18"/>
          <p:cNvCxnSpPr>
            <a:stCxn id="372" idx="0"/>
            <a:endCxn id="372" idx="2"/>
          </p:cNvCxnSpPr>
          <p:nvPr/>
        </p:nvCxnSpPr>
        <p:spPr>
          <a:xfrm>
            <a:off x="3445105" y="367133"/>
            <a:ext cx="0" cy="26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18"/>
          <p:cNvSpPr txBox="1"/>
          <p:nvPr/>
        </p:nvSpPr>
        <p:spPr>
          <a:xfrm>
            <a:off x="1830347" y="1556016"/>
            <a:ext cx="297068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Angles in an isosceles triangle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3476132" y="559632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Isosceles triangles can be right-angled or non-right angled.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Isosceles triangles may be seen rotated so that the two base angles are not always on the base!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108095" y="3072479"/>
            <a:ext cx="55344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6. Show which angles would be equal in each of these isosceles triangles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029" y="1831032"/>
            <a:ext cx="707506" cy="110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4638" y="1949217"/>
            <a:ext cx="1676634" cy="9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9101" y="1975754"/>
            <a:ext cx="1001517" cy="92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3006" y="2246637"/>
            <a:ext cx="1004317" cy="659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2337551" y="1910076"/>
            <a:ext cx="734045" cy="114396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8"/>
          <p:cNvSpPr/>
          <p:nvPr/>
        </p:nvSpPr>
        <p:spPr>
          <a:xfrm rot="10800000">
            <a:off x="482500" y="3972405"/>
            <a:ext cx="937727" cy="2001905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 rot="-8100000">
            <a:off x="1434351" y="4692010"/>
            <a:ext cx="1790755" cy="92801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 rot="-5400000">
            <a:off x="3148549" y="4419993"/>
            <a:ext cx="2216122" cy="927105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 rot="5400000">
            <a:off x="5431065" y="4229070"/>
            <a:ext cx="937727" cy="130627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482499" y="7101055"/>
            <a:ext cx="937727" cy="2001905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 rot="10800000">
            <a:off x="1988578" y="7801726"/>
            <a:ext cx="1302381" cy="664093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 rot="5400000">
            <a:off x="3299141" y="7581278"/>
            <a:ext cx="2015598" cy="102776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 rot="8100000">
            <a:off x="5247483" y="7788731"/>
            <a:ext cx="1867920" cy="968003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82499" y="3972405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121084" y="3972405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2020643" y="4393660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2834412" y="5239881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4465831" y="3972405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4422135" y="5493799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5221676" y="4446782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5229420" y="5066125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505120" y="8822609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1096448" y="8861961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2056633" y="7773016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2844368" y="7811601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3782894" y="7270082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721806" y="8711418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5387778" y="8339190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6253538" y="7492464"/>
            <a:ext cx="276965" cy="2223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 txBox="1"/>
          <p:nvPr>
            <p:ph idx="12" type="sldNum"/>
          </p:nvPr>
        </p:nvSpPr>
        <p:spPr>
          <a:xfrm>
            <a:off x="5314950" y="-12219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19"/>
          <p:cNvCxnSpPr/>
          <p:nvPr/>
        </p:nvCxnSpPr>
        <p:spPr>
          <a:xfrm>
            <a:off x="879284" y="1896897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19" name="Google Shape;419;p19"/>
          <p:cNvGraphicFramePr/>
          <p:nvPr/>
        </p:nvGraphicFramePr>
        <p:xfrm>
          <a:off x="81025" y="452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419525"/>
                <a:gridCol w="1921250"/>
                <a:gridCol w="1670375"/>
                <a:gridCol w="1670375"/>
              </a:tblGrid>
              <a:tr h="2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Angles in an isosceles triangle -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5974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the three interior angles of the triangle.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which of the angles are equal and label accordingly.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Subtract from 180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20" name="Google Shape;420;p19"/>
          <p:cNvCxnSpPr/>
          <p:nvPr/>
        </p:nvCxnSpPr>
        <p:spPr>
          <a:xfrm>
            <a:off x="2566212" y="1975519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" name="Google Shape;421;p19"/>
          <p:cNvSpPr txBox="1"/>
          <p:nvPr/>
        </p:nvSpPr>
        <p:spPr>
          <a:xfrm>
            <a:off x="1297718" y="3539066"/>
            <a:ext cx="33669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7. Calculate the size of x</a:t>
            </a:r>
            <a:endParaRPr/>
          </a:p>
        </p:txBody>
      </p:sp>
      <p:pic>
        <p:nvPicPr>
          <p:cNvPr id="422" name="Google Shape;4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6950" y="739532"/>
            <a:ext cx="1809440" cy="7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510" y="870786"/>
            <a:ext cx="1492858" cy="70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19"/>
          <p:cNvGrpSpPr/>
          <p:nvPr/>
        </p:nvGrpSpPr>
        <p:grpSpPr>
          <a:xfrm>
            <a:off x="5193705" y="870786"/>
            <a:ext cx="1492858" cy="700233"/>
            <a:chOff x="5193705" y="1090642"/>
            <a:chExt cx="1492858" cy="700233"/>
          </a:xfrm>
        </p:grpSpPr>
        <p:pic>
          <p:nvPicPr>
            <p:cNvPr id="425" name="Google Shape;42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93705" y="1090642"/>
              <a:ext cx="1492858" cy="7002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19"/>
            <p:cNvSpPr/>
            <p:nvPr/>
          </p:nvSpPr>
          <p:spPr>
            <a:xfrm>
              <a:off x="6047094" y="1511044"/>
              <a:ext cx="261936" cy="17208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3332" l="-11111" r="-222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5486400" y="1511044"/>
              <a:ext cx="277354" cy="1720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28" name="Google Shape;428;p19"/>
          <p:cNvGraphicFramePr/>
          <p:nvPr/>
        </p:nvGraphicFramePr>
        <p:xfrm>
          <a:off x="146606" y="39067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61400"/>
                <a:gridCol w="2161400"/>
                <a:gridCol w="2161400"/>
              </a:tblGrid>
              <a:tr h="289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 u="sng"/>
                    </a:p>
                  </a:txBody>
                  <a:tcPr marT="45725" marB="45725" marR="91450" marL="91450"/>
                </a:tc>
              </a:tr>
              <a:tr h="295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429" name="Google Shape;429;p19"/>
          <p:cNvGrpSpPr/>
          <p:nvPr/>
        </p:nvGrpSpPr>
        <p:grpSpPr>
          <a:xfrm>
            <a:off x="576065" y="4037951"/>
            <a:ext cx="1156717" cy="1136029"/>
            <a:chOff x="576065" y="3916031"/>
            <a:chExt cx="1156717" cy="1136029"/>
          </a:xfrm>
        </p:grpSpPr>
        <p:sp>
          <p:nvSpPr>
            <p:cNvPr id="430" name="Google Shape;430;p19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1" name="Google Shape;431;p19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" name="Google Shape;432;p19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33" name="Google Shape;433;p19"/>
          <p:cNvGrpSpPr/>
          <p:nvPr/>
        </p:nvGrpSpPr>
        <p:grpSpPr>
          <a:xfrm>
            <a:off x="2810333" y="4037951"/>
            <a:ext cx="1156717" cy="1136029"/>
            <a:chOff x="576065" y="3916031"/>
            <a:chExt cx="1156717" cy="1136029"/>
          </a:xfrm>
        </p:grpSpPr>
        <p:sp>
          <p:nvSpPr>
            <p:cNvPr id="434" name="Google Shape;434;p19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5" name="Google Shape;435;p19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" name="Google Shape;436;p19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37" name="Google Shape;437;p19"/>
          <p:cNvGrpSpPr/>
          <p:nvPr/>
        </p:nvGrpSpPr>
        <p:grpSpPr>
          <a:xfrm>
            <a:off x="4993394" y="4037951"/>
            <a:ext cx="1156717" cy="1136029"/>
            <a:chOff x="576065" y="3916031"/>
            <a:chExt cx="1156717" cy="1136029"/>
          </a:xfrm>
        </p:grpSpPr>
        <p:sp>
          <p:nvSpPr>
            <p:cNvPr id="438" name="Google Shape;438;p19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9" name="Google Shape;439;p19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" name="Google Shape;440;p19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1" name="Google Shape;441;p19"/>
          <p:cNvGrpSpPr/>
          <p:nvPr/>
        </p:nvGrpSpPr>
        <p:grpSpPr>
          <a:xfrm flipH="1" rot="10800000">
            <a:off x="576065" y="7002131"/>
            <a:ext cx="1156717" cy="1136029"/>
            <a:chOff x="576065" y="3916031"/>
            <a:chExt cx="1156717" cy="1136029"/>
          </a:xfrm>
        </p:grpSpPr>
        <p:sp>
          <p:nvSpPr>
            <p:cNvPr id="442" name="Google Shape;442;p19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3" name="Google Shape;443;p19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" name="Google Shape;444;p19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5" name="Google Shape;445;p19"/>
          <p:cNvGrpSpPr/>
          <p:nvPr/>
        </p:nvGrpSpPr>
        <p:grpSpPr>
          <a:xfrm flipH="1" rot="10800000">
            <a:off x="2810333" y="7002131"/>
            <a:ext cx="1156717" cy="1136029"/>
            <a:chOff x="576065" y="3916031"/>
            <a:chExt cx="1156717" cy="1136029"/>
          </a:xfrm>
        </p:grpSpPr>
        <p:sp>
          <p:nvSpPr>
            <p:cNvPr id="446" name="Google Shape;446;p19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" name="Google Shape;447;p19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9" name="Google Shape;449;p19"/>
          <p:cNvGrpSpPr/>
          <p:nvPr/>
        </p:nvGrpSpPr>
        <p:grpSpPr>
          <a:xfrm flipH="1" rot="10800000">
            <a:off x="4993394" y="7002131"/>
            <a:ext cx="1156717" cy="1136029"/>
            <a:chOff x="576065" y="3916031"/>
            <a:chExt cx="1156717" cy="1136029"/>
          </a:xfrm>
        </p:grpSpPr>
        <p:sp>
          <p:nvSpPr>
            <p:cNvPr id="450" name="Google Shape;450;p19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1" name="Google Shape;451;p19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3" name="Google Shape;453;p19"/>
          <p:cNvSpPr txBox="1"/>
          <p:nvPr/>
        </p:nvSpPr>
        <p:spPr>
          <a:xfrm>
            <a:off x="961229" y="4142508"/>
            <a:ext cx="386388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4" name="Google Shape;454;p19"/>
          <p:cNvSpPr txBox="1"/>
          <p:nvPr/>
        </p:nvSpPr>
        <p:spPr>
          <a:xfrm>
            <a:off x="3211048" y="4142508"/>
            <a:ext cx="386388" cy="400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5394109" y="4142508"/>
            <a:ext cx="386388" cy="4001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961229" y="7601988"/>
            <a:ext cx="386388" cy="4001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7" name="Google Shape;457;p19"/>
          <p:cNvSpPr txBox="1"/>
          <p:nvPr/>
        </p:nvSpPr>
        <p:spPr>
          <a:xfrm>
            <a:off x="3211048" y="7601988"/>
            <a:ext cx="386388" cy="40011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8" name="Google Shape;458;p19"/>
          <p:cNvSpPr txBox="1"/>
          <p:nvPr/>
        </p:nvSpPr>
        <p:spPr>
          <a:xfrm>
            <a:off x="5394109" y="7601988"/>
            <a:ext cx="386388" cy="40011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9" name="Google Shape;459;p19"/>
          <p:cNvSpPr txBox="1"/>
          <p:nvPr/>
        </p:nvSpPr>
        <p:spPr>
          <a:xfrm>
            <a:off x="677018" y="4828369"/>
            <a:ext cx="535724" cy="338554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2886069" y="4828369"/>
            <a:ext cx="535724" cy="33855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1" name="Google Shape;461;p19"/>
          <p:cNvSpPr txBox="1"/>
          <p:nvPr/>
        </p:nvSpPr>
        <p:spPr>
          <a:xfrm>
            <a:off x="5538384" y="4835426"/>
            <a:ext cx="535724" cy="33855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2" name="Google Shape;462;p19"/>
          <p:cNvSpPr txBox="1"/>
          <p:nvPr/>
        </p:nvSpPr>
        <p:spPr>
          <a:xfrm>
            <a:off x="618699" y="6995074"/>
            <a:ext cx="535724" cy="338554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3" name="Google Shape;463;p19"/>
          <p:cNvSpPr txBox="1"/>
          <p:nvPr/>
        </p:nvSpPr>
        <p:spPr>
          <a:xfrm>
            <a:off x="3397127" y="6978622"/>
            <a:ext cx="535724" cy="338554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4" name="Google Shape;464;p19"/>
          <p:cNvSpPr txBox="1"/>
          <p:nvPr/>
        </p:nvSpPr>
        <p:spPr>
          <a:xfrm>
            <a:off x="5013953" y="6978622"/>
            <a:ext cx="535724" cy="338554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1390855" y="647635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3549048" y="647635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5707241" y="647635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390855" y="942225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3549048" y="942225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5707241" y="942225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 txBox="1"/>
          <p:nvPr/>
        </p:nvSpPr>
        <p:spPr>
          <a:xfrm>
            <a:off x="1841500" y="192490"/>
            <a:ext cx="14146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5202795" y="174530"/>
            <a:ext cx="16552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473" name="Google Shape;473;p19"/>
          <p:cNvSpPr txBox="1"/>
          <p:nvPr/>
        </p:nvSpPr>
        <p:spPr>
          <a:xfrm>
            <a:off x="3545176" y="174530"/>
            <a:ext cx="16136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11 - We do…</a:t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146606" y="3418469"/>
            <a:ext cx="1151112" cy="4076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75" name="Google Shape;475;p19"/>
          <p:cNvSpPr txBox="1"/>
          <p:nvPr/>
        </p:nvSpPr>
        <p:spPr>
          <a:xfrm>
            <a:off x="2646849" y="826507"/>
            <a:ext cx="562140" cy="457433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6" name="Google Shape;476;p19"/>
          <p:cNvSpPr txBox="1"/>
          <p:nvPr/>
        </p:nvSpPr>
        <p:spPr>
          <a:xfrm>
            <a:off x="1663171" y="2163888"/>
            <a:ext cx="5632778" cy="646331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7" name="Google Shape;477;p19"/>
          <p:cNvSpPr txBox="1"/>
          <p:nvPr/>
        </p:nvSpPr>
        <p:spPr>
          <a:xfrm>
            <a:off x="4348225" y="1239933"/>
            <a:ext cx="562140" cy="457433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8" name="Google Shape;478;p19"/>
          <p:cNvSpPr txBox="1"/>
          <p:nvPr/>
        </p:nvSpPr>
        <p:spPr>
          <a:xfrm>
            <a:off x="5460300" y="1220902"/>
            <a:ext cx="562140" cy="457433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-10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1389057" y="6468080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3565049" y="6457391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5703634" y="6457390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1379432" y="9442262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3555424" y="9431573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5694009" y="9431572"/>
            <a:ext cx="813527" cy="26573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5" name="Google Shape;485;p19"/>
          <p:cNvSpPr txBox="1"/>
          <p:nvPr>
            <p:ph idx="12" type="sldNum"/>
          </p:nvPr>
        </p:nvSpPr>
        <p:spPr>
          <a:xfrm>
            <a:off x="5209001" y="-12024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0" name="Google Shape;490;p20"/>
          <p:cNvGraphicFramePr/>
          <p:nvPr/>
        </p:nvGraphicFramePr>
        <p:xfrm>
          <a:off x="146606" y="172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61400"/>
                <a:gridCol w="2161400"/>
                <a:gridCol w="2161400"/>
              </a:tblGrid>
              <a:tr h="289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 u="sng"/>
                    </a:p>
                  </a:txBody>
                  <a:tcPr marT="45725" marB="45725" marR="91450" marL="91450"/>
                </a:tc>
              </a:tr>
              <a:tr h="295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491" name="Google Shape;491;p20"/>
          <p:cNvPicPr preferRelativeResize="0"/>
          <p:nvPr/>
        </p:nvPicPr>
        <p:blipFill rotWithShape="1">
          <a:blip r:embed="rId3">
            <a:alphaModFix/>
          </a:blip>
          <a:srcRect b="4500" l="5107" r="3956" t="-4248"/>
          <a:stretch/>
        </p:blipFill>
        <p:spPr>
          <a:xfrm rot="-2689862">
            <a:off x="416798" y="-274772"/>
            <a:ext cx="1531841" cy="1524044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492" name="Google Shape;4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7730" y="201009"/>
            <a:ext cx="1569999" cy="14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6141" y="3173775"/>
            <a:ext cx="1003311" cy="183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128795">
            <a:off x="2555910" y="3431935"/>
            <a:ext cx="1468029" cy="133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659859" y="2971066"/>
            <a:ext cx="1062562" cy="1948031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0"/>
          <p:cNvSpPr/>
          <p:nvPr/>
        </p:nvSpPr>
        <p:spPr>
          <a:xfrm>
            <a:off x="604456" y="572410"/>
            <a:ext cx="261936" cy="17208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429" l="-32558" r="-16278" t="-71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7" name="Google Shape;497;p20"/>
          <p:cNvSpPr/>
          <p:nvPr/>
        </p:nvSpPr>
        <p:spPr>
          <a:xfrm>
            <a:off x="1096580" y="1052735"/>
            <a:ext cx="261936" cy="17208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07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2769779" y="643418"/>
            <a:ext cx="261936" cy="1720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1429" l="-30233" r="-16279" t="-71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2738458" y="1264863"/>
            <a:ext cx="261936" cy="17208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034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342520" y="4034826"/>
            <a:ext cx="261936" cy="17208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1429" l="-32558" r="-16278" t="-71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1" name="Google Shape;501;p20"/>
          <p:cNvSpPr/>
          <p:nvPr/>
        </p:nvSpPr>
        <p:spPr>
          <a:xfrm>
            <a:off x="1321937" y="3830320"/>
            <a:ext cx="261936" cy="17208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8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3723910" y="4011669"/>
            <a:ext cx="261936" cy="17208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7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5180384" y="4516769"/>
            <a:ext cx="261936" cy="17208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7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5035337" y="3285265"/>
            <a:ext cx="261936" cy="17208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1429" l="-30233" r="-16279" t="-35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3287452" y="3518346"/>
            <a:ext cx="261936" cy="172083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1428" l="-30233" r="-162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06" name="Google Shape;506;p20"/>
          <p:cNvCxnSpPr/>
          <p:nvPr/>
        </p:nvCxnSpPr>
        <p:spPr>
          <a:xfrm>
            <a:off x="879284" y="7766878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07" name="Google Shape;507;p20"/>
          <p:cNvGraphicFramePr/>
          <p:nvPr/>
        </p:nvGraphicFramePr>
        <p:xfrm>
          <a:off x="81025" y="63225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1419525"/>
                <a:gridCol w="1921250"/>
                <a:gridCol w="1670375"/>
                <a:gridCol w="1670375"/>
              </a:tblGrid>
              <a:tr h="2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8695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the three interior angles of the triangle.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which of the angles are equal and label accordingly.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Subtract from 180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total of the two angles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Halve to find the missing angle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08" name="Google Shape;508;p20"/>
          <p:cNvCxnSpPr/>
          <p:nvPr/>
        </p:nvCxnSpPr>
        <p:spPr>
          <a:xfrm>
            <a:off x="2566212" y="7845500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9" name="Google Shape;509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32528" y="6637762"/>
            <a:ext cx="1151490" cy="130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14256" y="6660070"/>
            <a:ext cx="1191568" cy="1235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20"/>
          <p:cNvGrpSpPr/>
          <p:nvPr/>
        </p:nvGrpSpPr>
        <p:grpSpPr>
          <a:xfrm>
            <a:off x="5336062" y="6660069"/>
            <a:ext cx="1191568" cy="1235295"/>
            <a:chOff x="5336062" y="1009944"/>
            <a:chExt cx="1191568" cy="1235295"/>
          </a:xfrm>
        </p:grpSpPr>
        <p:pic>
          <p:nvPicPr>
            <p:cNvPr id="512" name="Google Shape;512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336062" y="1009944"/>
              <a:ext cx="1191568" cy="1235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20"/>
            <p:cNvSpPr/>
            <p:nvPr/>
          </p:nvSpPr>
          <p:spPr>
            <a:xfrm>
              <a:off x="5827466" y="1415080"/>
              <a:ext cx="261936" cy="172083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21429" l="-30233" r="-16279" t="-357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6047094" y="1941244"/>
              <a:ext cx="261936" cy="172083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6897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5607811" y="1941244"/>
              <a:ext cx="219655" cy="1720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20"/>
          <p:cNvSpPr/>
          <p:nvPr/>
        </p:nvSpPr>
        <p:spPr>
          <a:xfrm>
            <a:off x="1390855" y="268781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3549048" y="268781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5707241" y="268781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1390855" y="565967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3549048" y="565967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5707241" y="565967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 txBox="1"/>
          <p:nvPr/>
        </p:nvSpPr>
        <p:spPr>
          <a:xfrm>
            <a:off x="1583873" y="6031846"/>
            <a:ext cx="16722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523" name="Google Shape;523;p20"/>
          <p:cNvSpPr txBox="1"/>
          <p:nvPr/>
        </p:nvSpPr>
        <p:spPr>
          <a:xfrm>
            <a:off x="5104741" y="6031847"/>
            <a:ext cx="16722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524" name="Google Shape;524;p20"/>
          <p:cNvSpPr txBox="1"/>
          <p:nvPr/>
        </p:nvSpPr>
        <p:spPr>
          <a:xfrm>
            <a:off x="3383348" y="6047819"/>
            <a:ext cx="16722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14 - We do…</a:t>
            </a:r>
            <a:endParaRPr/>
          </a:p>
        </p:txBody>
      </p:sp>
      <p:pic>
        <p:nvPicPr>
          <p:cNvPr id="525" name="Google Shape;5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5166305" y="279741"/>
            <a:ext cx="1062562" cy="1948031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0"/>
          <p:cNvSpPr/>
          <p:nvPr/>
        </p:nvSpPr>
        <p:spPr>
          <a:xfrm>
            <a:off x="5386222" y="1967261"/>
            <a:ext cx="261936" cy="172083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7857" l="-32558" r="-13954" t="-35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5586670" y="775907"/>
            <a:ext cx="261936" cy="17208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8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1379432" y="5672359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3555424" y="5661670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5694009" y="5661669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1387454" y="2696544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3563446" y="2685855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5702031" y="2685854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4" name="Google Shape;534;p20"/>
          <p:cNvSpPr txBox="1"/>
          <p:nvPr/>
        </p:nvSpPr>
        <p:spPr>
          <a:xfrm>
            <a:off x="2583362" y="7490515"/>
            <a:ext cx="562140" cy="639983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5" name="Google Shape;535;p20"/>
          <p:cNvSpPr txBox="1"/>
          <p:nvPr/>
        </p:nvSpPr>
        <p:spPr>
          <a:xfrm>
            <a:off x="1663171" y="8548666"/>
            <a:ext cx="5632778" cy="120032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-974" r="0" t="-2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6" name="Google Shape;536;p20"/>
          <p:cNvSpPr txBox="1"/>
          <p:nvPr/>
        </p:nvSpPr>
        <p:spPr>
          <a:xfrm>
            <a:off x="4330407" y="7518751"/>
            <a:ext cx="562140" cy="639983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7" name="Google Shape;537;p20"/>
          <p:cNvSpPr txBox="1"/>
          <p:nvPr/>
        </p:nvSpPr>
        <p:spPr>
          <a:xfrm>
            <a:off x="5555617" y="7473813"/>
            <a:ext cx="562140" cy="639983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8" name="Google Shape;538;p20"/>
          <p:cNvSpPr txBox="1"/>
          <p:nvPr>
            <p:ph idx="12" type="sldNum"/>
          </p:nvPr>
        </p:nvSpPr>
        <p:spPr>
          <a:xfrm>
            <a:off x="5329247" y="-1066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3" name="Google Shape;543;p21"/>
          <p:cNvGraphicFramePr/>
          <p:nvPr/>
        </p:nvGraphicFramePr>
        <p:xfrm>
          <a:off x="130466" y="4189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61400"/>
                <a:gridCol w="2161400"/>
                <a:gridCol w="2161400"/>
              </a:tblGrid>
              <a:tr h="23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i="1"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3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3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3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544" name="Google Shape;544;p21"/>
          <p:cNvPicPr preferRelativeResize="0"/>
          <p:nvPr/>
        </p:nvPicPr>
        <p:blipFill rotWithShape="1">
          <a:blip r:embed="rId3">
            <a:alphaModFix/>
          </a:blip>
          <a:srcRect b="5248" l="7673" r="-7673" t="-1436"/>
          <a:stretch/>
        </p:blipFill>
        <p:spPr>
          <a:xfrm rot="-2689862">
            <a:off x="421932" y="4527940"/>
            <a:ext cx="1684498" cy="1469651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545" name="Google Shape;545;p21"/>
          <p:cNvSpPr txBox="1"/>
          <p:nvPr/>
        </p:nvSpPr>
        <p:spPr>
          <a:xfrm>
            <a:off x="1732782" y="82475"/>
            <a:ext cx="24759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8. Calculate the size of x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514" y="5062410"/>
            <a:ext cx="1569999" cy="14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2243" y="7424791"/>
            <a:ext cx="811397" cy="148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128795">
            <a:off x="2019272" y="7564916"/>
            <a:ext cx="1237378" cy="1122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786629" y="6950337"/>
            <a:ext cx="1001133" cy="183541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1"/>
          <p:cNvSpPr/>
          <p:nvPr/>
        </p:nvSpPr>
        <p:spPr>
          <a:xfrm>
            <a:off x="1125603" y="5930013"/>
            <a:ext cx="261936" cy="2065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825" l="-32558" r="-1395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1719485" y="5397984"/>
            <a:ext cx="261936" cy="1720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034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3430168" y="6124784"/>
            <a:ext cx="261936" cy="17208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07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1513883" y="7754428"/>
            <a:ext cx="261936" cy="17208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1429" l="-30233" r="-16279" t="-71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453585" y="7562688"/>
            <a:ext cx="261936" cy="17208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07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2617949" y="7609382"/>
            <a:ext cx="220782" cy="145046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083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5157308" y="7476646"/>
            <a:ext cx="261936" cy="1720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034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5009050" y="8282568"/>
            <a:ext cx="261936" cy="17208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7857" l="-13954" r="0" t="-35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3008027" y="8067264"/>
            <a:ext cx="220782" cy="14504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33332" l="-43244" r="-27027" t="-8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2680935" y="6197052"/>
            <a:ext cx="177172" cy="1867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0" name="Google Shape;560;p21"/>
          <p:cNvGrpSpPr/>
          <p:nvPr/>
        </p:nvGrpSpPr>
        <p:grpSpPr>
          <a:xfrm>
            <a:off x="576065" y="694173"/>
            <a:ext cx="1156717" cy="1136029"/>
            <a:chOff x="576065" y="3916031"/>
            <a:chExt cx="1156717" cy="1136029"/>
          </a:xfrm>
        </p:grpSpPr>
        <p:sp>
          <p:nvSpPr>
            <p:cNvPr id="561" name="Google Shape;561;p21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2" name="Google Shape;562;p21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3" name="Google Shape;563;p21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64" name="Google Shape;564;p21"/>
          <p:cNvGrpSpPr/>
          <p:nvPr/>
        </p:nvGrpSpPr>
        <p:grpSpPr>
          <a:xfrm>
            <a:off x="2810333" y="694173"/>
            <a:ext cx="1156717" cy="1136029"/>
            <a:chOff x="576065" y="3916031"/>
            <a:chExt cx="1156717" cy="1136029"/>
          </a:xfrm>
        </p:grpSpPr>
        <p:sp>
          <p:nvSpPr>
            <p:cNvPr id="565" name="Google Shape;565;p21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6" name="Google Shape;566;p21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7" name="Google Shape;567;p21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68" name="Google Shape;568;p21"/>
          <p:cNvGrpSpPr/>
          <p:nvPr/>
        </p:nvGrpSpPr>
        <p:grpSpPr>
          <a:xfrm>
            <a:off x="4993394" y="694173"/>
            <a:ext cx="1156717" cy="1136029"/>
            <a:chOff x="576065" y="3916031"/>
            <a:chExt cx="1156717" cy="1136029"/>
          </a:xfrm>
        </p:grpSpPr>
        <p:sp>
          <p:nvSpPr>
            <p:cNvPr id="569" name="Google Shape;569;p21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0" name="Google Shape;570;p21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1" name="Google Shape;571;p21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2" name="Google Shape;572;p21"/>
          <p:cNvGrpSpPr/>
          <p:nvPr/>
        </p:nvGrpSpPr>
        <p:grpSpPr>
          <a:xfrm flipH="1" rot="10800000">
            <a:off x="576065" y="2943727"/>
            <a:ext cx="1156717" cy="1136029"/>
            <a:chOff x="576065" y="3916031"/>
            <a:chExt cx="1156717" cy="1136029"/>
          </a:xfrm>
        </p:grpSpPr>
        <p:sp>
          <p:nvSpPr>
            <p:cNvPr id="573" name="Google Shape;573;p21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4" name="Google Shape;574;p21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" name="Google Shape;575;p21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6" name="Google Shape;576;p21"/>
          <p:cNvGrpSpPr/>
          <p:nvPr/>
        </p:nvGrpSpPr>
        <p:grpSpPr>
          <a:xfrm flipH="1" rot="10800000">
            <a:off x="2810333" y="2943727"/>
            <a:ext cx="1156717" cy="1136029"/>
            <a:chOff x="576065" y="3916031"/>
            <a:chExt cx="1156717" cy="1136029"/>
          </a:xfrm>
        </p:grpSpPr>
        <p:sp>
          <p:nvSpPr>
            <p:cNvPr id="577" name="Google Shape;577;p21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8" name="Google Shape;578;p21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" name="Google Shape;579;p21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0" name="Google Shape;580;p21"/>
          <p:cNvGrpSpPr/>
          <p:nvPr/>
        </p:nvGrpSpPr>
        <p:grpSpPr>
          <a:xfrm flipH="1" rot="10800000">
            <a:off x="4993394" y="2943727"/>
            <a:ext cx="1156717" cy="1136029"/>
            <a:chOff x="576065" y="3916031"/>
            <a:chExt cx="1156717" cy="1136029"/>
          </a:xfrm>
        </p:grpSpPr>
        <p:sp>
          <p:nvSpPr>
            <p:cNvPr id="581" name="Google Shape;581;p21"/>
            <p:cNvSpPr/>
            <p:nvPr/>
          </p:nvSpPr>
          <p:spPr>
            <a:xfrm>
              <a:off x="576065" y="3916031"/>
              <a:ext cx="1156717" cy="1136029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2" name="Google Shape;582;p21"/>
            <p:cNvCxnSpPr/>
            <p:nvPr/>
          </p:nvCxnSpPr>
          <p:spPr>
            <a:xfrm>
              <a:off x="731520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3" name="Google Shape;583;p21"/>
            <p:cNvCxnSpPr/>
            <p:nvPr/>
          </p:nvCxnSpPr>
          <p:spPr>
            <a:xfrm flipH="1">
              <a:off x="1324041" y="4389120"/>
              <a:ext cx="213360" cy="213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84" name="Google Shape;584;p21"/>
          <p:cNvSpPr txBox="1"/>
          <p:nvPr/>
        </p:nvSpPr>
        <p:spPr>
          <a:xfrm>
            <a:off x="645006" y="1436061"/>
            <a:ext cx="386388" cy="40011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5" name="Google Shape;585;p21"/>
          <p:cNvSpPr txBox="1"/>
          <p:nvPr/>
        </p:nvSpPr>
        <p:spPr>
          <a:xfrm>
            <a:off x="3488620" y="1436061"/>
            <a:ext cx="386388" cy="40011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6" name="Google Shape;586;p21"/>
          <p:cNvSpPr txBox="1"/>
          <p:nvPr/>
        </p:nvSpPr>
        <p:spPr>
          <a:xfrm>
            <a:off x="5138851" y="2904863"/>
            <a:ext cx="386388" cy="40011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7" name="Google Shape;587;p21"/>
          <p:cNvSpPr txBox="1"/>
          <p:nvPr/>
        </p:nvSpPr>
        <p:spPr>
          <a:xfrm>
            <a:off x="3517606" y="2904863"/>
            <a:ext cx="386388" cy="40011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8" name="Google Shape;588;p21"/>
          <p:cNvSpPr txBox="1"/>
          <p:nvPr/>
        </p:nvSpPr>
        <p:spPr>
          <a:xfrm>
            <a:off x="1258463" y="2904863"/>
            <a:ext cx="386388" cy="40011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9" name="Google Shape;589;p21"/>
          <p:cNvSpPr txBox="1"/>
          <p:nvPr/>
        </p:nvSpPr>
        <p:spPr>
          <a:xfrm>
            <a:off x="894997" y="986255"/>
            <a:ext cx="535724" cy="338554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0" name="Google Shape;590;p21"/>
          <p:cNvSpPr txBox="1"/>
          <p:nvPr/>
        </p:nvSpPr>
        <p:spPr>
          <a:xfrm>
            <a:off x="3157664" y="986255"/>
            <a:ext cx="535724" cy="338554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1" name="Google Shape;591;p21"/>
          <p:cNvSpPr txBox="1"/>
          <p:nvPr/>
        </p:nvSpPr>
        <p:spPr>
          <a:xfrm>
            <a:off x="5329649" y="986255"/>
            <a:ext cx="535724" cy="338554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2" name="Google Shape;592;p21"/>
          <p:cNvSpPr txBox="1"/>
          <p:nvPr/>
        </p:nvSpPr>
        <p:spPr>
          <a:xfrm>
            <a:off x="5169015" y="1436061"/>
            <a:ext cx="386388" cy="40011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3" name="Google Shape;593;p21"/>
          <p:cNvSpPr txBox="1"/>
          <p:nvPr/>
        </p:nvSpPr>
        <p:spPr>
          <a:xfrm>
            <a:off x="5329649" y="3494537"/>
            <a:ext cx="535724" cy="338554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4" name="Google Shape;594;p21"/>
          <p:cNvSpPr txBox="1"/>
          <p:nvPr/>
        </p:nvSpPr>
        <p:spPr>
          <a:xfrm>
            <a:off x="3151850" y="3494537"/>
            <a:ext cx="535724" cy="338554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5" name="Google Shape;595;p21"/>
          <p:cNvSpPr txBox="1"/>
          <p:nvPr/>
        </p:nvSpPr>
        <p:spPr>
          <a:xfrm>
            <a:off x="920791" y="3494537"/>
            <a:ext cx="535724" cy="338554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6" name="Google Shape;596;p21"/>
          <p:cNvSpPr/>
          <p:nvPr/>
        </p:nvSpPr>
        <p:spPr>
          <a:xfrm>
            <a:off x="1390855" y="239245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3549048" y="239245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5707241" y="239245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1390855" y="469530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3549048" y="469530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5707241" y="469530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1390855" y="700585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3549048" y="700585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5707241" y="700585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1390855" y="930982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3549048" y="930982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5707241" y="930982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" name="Google Shape;608;p21"/>
          <p:cNvGrpSpPr/>
          <p:nvPr/>
        </p:nvGrpSpPr>
        <p:grpSpPr>
          <a:xfrm>
            <a:off x="4333688" y="4712289"/>
            <a:ext cx="2171111" cy="1986980"/>
            <a:chOff x="4083460" y="4529335"/>
            <a:chExt cx="2171111" cy="1986980"/>
          </a:xfrm>
        </p:grpSpPr>
        <p:pic>
          <p:nvPicPr>
            <p:cNvPr id="609" name="Google Shape;609;p2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 rot="8501269">
              <a:off x="4149429" y="5062233"/>
              <a:ext cx="2039174" cy="921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21"/>
            <p:cNvSpPr/>
            <p:nvPr/>
          </p:nvSpPr>
          <p:spPr>
            <a:xfrm>
              <a:off x="4965613" y="5205263"/>
              <a:ext cx="261936" cy="172083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21429" l="-32558" r="-13954" t="-357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1" name="Google Shape;611;p21"/>
            <p:cNvSpPr/>
            <p:nvPr/>
          </p:nvSpPr>
          <p:spPr>
            <a:xfrm>
              <a:off x="4714085" y="5855788"/>
              <a:ext cx="261936" cy="172083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-10714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612" name="Google Shape;612;p21"/>
            <p:cNvCxnSpPr/>
            <p:nvPr/>
          </p:nvCxnSpPr>
          <p:spPr>
            <a:xfrm>
              <a:off x="4651715" y="5605962"/>
              <a:ext cx="325688" cy="1653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21"/>
            <p:cNvCxnSpPr/>
            <p:nvPr/>
          </p:nvCxnSpPr>
          <p:spPr>
            <a:xfrm flipH="1" rot="10800000">
              <a:off x="5481345" y="5033201"/>
              <a:ext cx="43894" cy="22129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14" name="Google Shape;614;p21"/>
          <p:cNvSpPr/>
          <p:nvPr/>
        </p:nvSpPr>
        <p:spPr>
          <a:xfrm>
            <a:off x="141669" y="118026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1399850" y="4718193"/>
            <a:ext cx="813527" cy="26573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3575842" y="4707504"/>
            <a:ext cx="813527" cy="26573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7" name="Google Shape;617;p21"/>
          <p:cNvSpPr/>
          <p:nvPr/>
        </p:nvSpPr>
        <p:spPr>
          <a:xfrm>
            <a:off x="5714427" y="4707503"/>
            <a:ext cx="813527" cy="26573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60871" l="-2206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1387454" y="2398161"/>
            <a:ext cx="813527" cy="265739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3563446" y="2387472"/>
            <a:ext cx="813527" cy="265739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5702031" y="2387471"/>
            <a:ext cx="813527" cy="265739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1" name="Google Shape;621;p21"/>
          <p:cNvSpPr/>
          <p:nvPr/>
        </p:nvSpPr>
        <p:spPr>
          <a:xfrm>
            <a:off x="1376696" y="9302225"/>
            <a:ext cx="813527" cy="265739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-58697" l="-2963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2" name="Google Shape;622;p21"/>
          <p:cNvSpPr/>
          <p:nvPr/>
        </p:nvSpPr>
        <p:spPr>
          <a:xfrm>
            <a:off x="3552688" y="9291536"/>
            <a:ext cx="813527" cy="265739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3" name="Google Shape;623;p21"/>
          <p:cNvSpPr/>
          <p:nvPr/>
        </p:nvSpPr>
        <p:spPr>
          <a:xfrm>
            <a:off x="5691273" y="9291535"/>
            <a:ext cx="813527" cy="265739"/>
          </a:xfrm>
          <a:prstGeom prst="rect">
            <a:avLst/>
          </a:prstGeom>
          <a:blipFill rotWithShape="1">
            <a:blip r:embed="rId36">
              <a:alphaModFix/>
            </a:blip>
            <a:stretch>
              <a:fillRect b="-58697" l="-2963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1387454" y="7018301"/>
            <a:ext cx="813527" cy="265739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-60871" l="-2963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5" name="Google Shape;625;p21"/>
          <p:cNvSpPr/>
          <p:nvPr/>
        </p:nvSpPr>
        <p:spPr>
          <a:xfrm>
            <a:off x="3563446" y="7007612"/>
            <a:ext cx="813527" cy="265739"/>
          </a:xfrm>
          <a:prstGeom prst="rect">
            <a:avLst/>
          </a:prstGeom>
          <a:blipFill rotWithShape="1">
            <a:blip r:embed="rId38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5702031" y="7007611"/>
            <a:ext cx="813527" cy="265739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-62224" l="-2206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7" name="Google Shape;627;p2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" name="Google Shape;633;p22"/>
          <p:cNvGraphicFramePr/>
          <p:nvPr/>
        </p:nvGraphicFramePr>
        <p:xfrm>
          <a:off x="129079" y="3409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93875"/>
                <a:gridCol w="2193875"/>
                <a:gridCol w="2193875"/>
              </a:tblGrid>
              <a:tr h="312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1211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Question 13.</a:t>
                      </a:r>
                      <a:endParaRPr b="0" sz="1200"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634" name="Google Shape;634;p22"/>
          <p:cNvGraphicFramePr/>
          <p:nvPr/>
        </p:nvGraphicFramePr>
        <p:xfrm>
          <a:off x="132606" y="4134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2193875"/>
                <a:gridCol w="2193875"/>
                <a:gridCol w="2193875"/>
              </a:tblGrid>
              <a:tr h="272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c)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35" name="Google Shape;635;p22"/>
          <p:cNvSpPr txBox="1"/>
          <p:nvPr/>
        </p:nvSpPr>
        <p:spPr>
          <a:xfrm>
            <a:off x="132606" y="71816"/>
            <a:ext cx="26740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9. Calculate the size of x.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22"/>
          <p:cNvPicPr preferRelativeResize="0"/>
          <p:nvPr/>
        </p:nvPicPr>
        <p:blipFill rotWithShape="1">
          <a:blip r:embed="rId3">
            <a:alphaModFix/>
          </a:blip>
          <a:srcRect b="5582" l="5218" r="69014" t="8738"/>
          <a:stretch/>
        </p:blipFill>
        <p:spPr>
          <a:xfrm>
            <a:off x="420205" y="460207"/>
            <a:ext cx="1694688" cy="137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2"/>
          <p:cNvPicPr preferRelativeResize="0"/>
          <p:nvPr/>
        </p:nvPicPr>
        <p:blipFill rotWithShape="1">
          <a:blip r:embed="rId3">
            <a:alphaModFix/>
          </a:blip>
          <a:srcRect b="-1671" l="43833" r="40595" t="1584"/>
          <a:stretch/>
        </p:blipFill>
        <p:spPr>
          <a:xfrm>
            <a:off x="2592342" y="462025"/>
            <a:ext cx="1024128" cy="160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2"/>
          <p:cNvPicPr preferRelativeResize="0"/>
          <p:nvPr/>
        </p:nvPicPr>
        <p:blipFill rotWithShape="1">
          <a:blip r:embed="rId3">
            <a:alphaModFix/>
          </a:blip>
          <a:srcRect b="9281" l="65337" r="3518" t="31577"/>
          <a:stretch/>
        </p:blipFill>
        <p:spPr>
          <a:xfrm>
            <a:off x="4571368" y="686692"/>
            <a:ext cx="2048256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2"/>
          <p:cNvPicPr preferRelativeResize="0"/>
          <p:nvPr/>
        </p:nvPicPr>
        <p:blipFill rotWithShape="1">
          <a:blip r:embed="rId4">
            <a:alphaModFix/>
          </a:blip>
          <a:srcRect b="-617" l="4679" r="1240" t="5722"/>
          <a:stretch/>
        </p:blipFill>
        <p:spPr>
          <a:xfrm>
            <a:off x="4638151" y="3899201"/>
            <a:ext cx="2054664" cy="117486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2"/>
          <p:cNvSpPr/>
          <p:nvPr/>
        </p:nvSpPr>
        <p:spPr>
          <a:xfrm>
            <a:off x="1427141" y="280782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3598476" y="280782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5806097" y="280782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1427141" y="617726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2427796" y="6177260"/>
            <a:ext cx="540799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203946" y="617726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6" name="Google Shape;646;p22"/>
          <p:cNvCxnSpPr/>
          <p:nvPr/>
        </p:nvCxnSpPr>
        <p:spPr>
          <a:xfrm>
            <a:off x="605550" y="6177260"/>
            <a:ext cx="0" cy="26573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22"/>
          <p:cNvCxnSpPr/>
          <p:nvPr/>
        </p:nvCxnSpPr>
        <p:spPr>
          <a:xfrm>
            <a:off x="1833904" y="6177260"/>
            <a:ext cx="0" cy="26573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p22"/>
          <p:cNvSpPr txBox="1"/>
          <p:nvPr/>
        </p:nvSpPr>
        <p:spPr>
          <a:xfrm>
            <a:off x="308625" y="5832455"/>
            <a:ext cx="5938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 txBox="1"/>
          <p:nvPr/>
        </p:nvSpPr>
        <p:spPr>
          <a:xfrm>
            <a:off x="1539587" y="5832455"/>
            <a:ext cx="5938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3149500" y="6177260"/>
            <a:ext cx="540799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3871204" y="6177260"/>
            <a:ext cx="540799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2" name="Google Shape;6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846" y="6563218"/>
            <a:ext cx="4562600" cy="2023767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2"/>
          <p:cNvSpPr/>
          <p:nvPr/>
        </p:nvSpPr>
        <p:spPr>
          <a:xfrm>
            <a:off x="1427141" y="2818773"/>
            <a:ext cx="813527" cy="26573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4" name="Google Shape;654;p22"/>
          <p:cNvSpPr/>
          <p:nvPr/>
        </p:nvSpPr>
        <p:spPr>
          <a:xfrm>
            <a:off x="3603133" y="2808084"/>
            <a:ext cx="813527" cy="26573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5" name="Google Shape;655;p22"/>
          <p:cNvSpPr/>
          <p:nvPr/>
        </p:nvSpPr>
        <p:spPr>
          <a:xfrm>
            <a:off x="5741718" y="2808083"/>
            <a:ext cx="813527" cy="26573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6" name="Google Shape;656;p22"/>
          <p:cNvSpPr txBox="1"/>
          <p:nvPr/>
        </p:nvSpPr>
        <p:spPr>
          <a:xfrm>
            <a:off x="1081404" y="1445854"/>
            <a:ext cx="562140" cy="45743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7" name="Google Shape;657;p22"/>
          <p:cNvSpPr txBox="1"/>
          <p:nvPr/>
        </p:nvSpPr>
        <p:spPr>
          <a:xfrm>
            <a:off x="519264" y="1439859"/>
            <a:ext cx="562140" cy="45743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8" name="Google Shape;658;p22"/>
          <p:cNvSpPr txBox="1"/>
          <p:nvPr/>
        </p:nvSpPr>
        <p:spPr>
          <a:xfrm>
            <a:off x="2876030" y="1037980"/>
            <a:ext cx="562140" cy="45743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0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9" name="Google Shape;659;p22"/>
          <p:cNvSpPr txBox="1"/>
          <p:nvPr/>
        </p:nvSpPr>
        <p:spPr>
          <a:xfrm>
            <a:off x="2662804" y="1707049"/>
            <a:ext cx="562140" cy="45743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0" name="Google Shape;660;p22"/>
          <p:cNvSpPr txBox="1"/>
          <p:nvPr/>
        </p:nvSpPr>
        <p:spPr>
          <a:xfrm>
            <a:off x="5234813" y="861236"/>
            <a:ext cx="562140" cy="457433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-10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1" name="Google Shape;661;p22"/>
          <p:cNvSpPr txBox="1"/>
          <p:nvPr/>
        </p:nvSpPr>
        <p:spPr>
          <a:xfrm>
            <a:off x="5384413" y="1303901"/>
            <a:ext cx="562140" cy="457433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2" name="Google Shape;662;p22"/>
          <p:cNvSpPr txBox="1"/>
          <p:nvPr/>
        </p:nvSpPr>
        <p:spPr>
          <a:xfrm>
            <a:off x="5736336" y="1290287"/>
            <a:ext cx="562140" cy="457433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3" name="Google Shape;663;p22"/>
          <p:cNvSpPr txBox="1"/>
          <p:nvPr/>
        </p:nvSpPr>
        <p:spPr>
          <a:xfrm>
            <a:off x="-1097174" y="6134529"/>
            <a:ext cx="3431406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4" name="Google Shape;664;p22"/>
          <p:cNvSpPr txBox="1"/>
          <p:nvPr/>
        </p:nvSpPr>
        <p:spPr>
          <a:xfrm>
            <a:off x="116100" y="6133777"/>
            <a:ext cx="3431406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5" name="Google Shape;665;p22"/>
          <p:cNvSpPr txBox="1"/>
          <p:nvPr/>
        </p:nvSpPr>
        <p:spPr>
          <a:xfrm>
            <a:off x="2383074" y="6132683"/>
            <a:ext cx="2102196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6" name="Google Shape;666;p22"/>
          <p:cNvSpPr txBox="1"/>
          <p:nvPr/>
        </p:nvSpPr>
        <p:spPr>
          <a:xfrm>
            <a:off x="4798419" y="4575302"/>
            <a:ext cx="562140" cy="457433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7" name="Google Shape;667;p22"/>
          <p:cNvSpPr txBox="1"/>
          <p:nvPr/>
        </p:nvSpPr>
        <p:spPr>
          <a:xfrm>
            <a:off x="5296163" y="4634659"/>
            <a:ext cx="562140" cy="457433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-10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8" name="Google Shape;668;p22"/>
          <p:cNvSpPr txBox="1"/>
          <p:nvPr/>
        </p:nvSpPr>
        <p:spPr>
          <a:xfrm>
            <a:off x="5677534" y="4694016"/>
            <a:ext cx="562140" cy="457433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9" name="Google Shape;669;p22"/>
          <p:cNvSpPr txBox="1"/>
          <p:nvPr/>
        </p:nvSpPr>
        <p:spPr>
          <a:xfrm>
            <a:off x="5411643" y="5561696"/>
            <a:ext cx="908882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24589" l="-604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0" name="Google Shape;670;p22"/>
          <p:cNvSpPr txBox="1"/>
          <p:nvPr/>
        </p:nvSpPr>
        <p:spPr>
          <a:xfrm>
            <a:off x="3444537" y="7235952"/>
            <a:ext cx="562140" cy="457433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1" name="Google Shape;671;p22"/>
          <p:cNvSpPr txBox="1"/>
          <p:nvPr/>
        </p:nvSpPr>
        <p:spPr>
          <a:xfrm>
            <a:off x="3690299" y="7446668"/>
            <a:ext cx="562140" cy="457433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2" name="Google Shape;672;p22"/>
          <p:cNvSpPr txBox="1"/>
          <p:nvPr/>
        </p:nvSpPr>
        <p:spPr>
          <a:xfrm>
            <a:off x="3849863" y="7577393"/>
            <a:ext cx="562140" cy="457433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-10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3" name="Google Shape;673;p22"/>
          <p:cNvSpPr txBox="1"/>
          <p:nvPr/>
        </p:nvSpPr>
        <p:spPr>
          <a:xfrm>
            <a:off x="3167115" y="7093576"/>
            <a:ext cx="562140" cy="457433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-1087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4" name="Google Shape;674;p22"/>
          <p:cNvSpPr txBox="1"/>
          <p:nvPr/>
        </p:nvSpPr>
        <p:spPr>
          <a:xfrm>
            <a:off x="3335400" y="7948671"/>
            <a:ext cx="562140" cy="457433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5" name="Google Shape;675;p22"/>
          <p:cNvSpPr txBox="1"/>
          <p:nvPr/>
        </p:nvSpPr>
        <p:spPr>
          <a:xfrm>
            <a:off x="3120340" y="7563194"/>
            <a:ext cx="562140" cy="457433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-1087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6" name="Google Shape;676;p22"/>
          <p:cNvSpPr txBox="1"/>
          <p:nvPr/>
        </p:nvSpPr>
        <p:spPr>
          <a:xfrm>
            <a:off x="1887810" y="8569397"/>
            <a:ext cx="3978274" cy="120032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7" name="Google Shape;677;p2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2" name="Google Shape;682;p23"/>
          <p:cNvGraphicFramePr/>
          <p:nvPr/>
        </p:nvGraphicFramePr>
        <p:xfrm>
          <a:off x="136435" y="153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{4EEA3EE3-1E82-4041-BBA0-4C3BE9F6BD44}</a:tableStyleId>
              </a:tblPr>
              <a:tblGrid>
                <a:gridCol w="6585125"/>
              </a:tblGrid>
              <a:tr h="743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3" name="Google Shape;683;p23"/>
          <p:cNvSpPr txBox="1"/>
          <p:nvPr/>
        </p:nvSpPr>
        <p:spPr>
          <a:xfrm>
            <a:off x="136435" y="101504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684" name="Google Shape;684;p23"/>
          <p:cNvSpPr txBox="1"/>
          <p:nvPr/>
        </p:nvSpPr>
        <p:spPr>
          <a:xfrm>
            <a:off x="3147173" y="1685872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96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84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64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264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85" name="Google Shape;685;p23"/>
          <p:cNvSpPr txBox="1"/>
          <p:nvPr/>
        </p:nvSpPr>
        <p:spPr>
          <a:xfrm>
            <a:off x="339658" y="321066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686" name="Google Shape;686;p23"/>
          <p:cNvSpPr txBox="1"/>
          <p:nvPr/>
        </p:nvSpPr>
        <p:spPr>
          <a:xfrm>
            <a:off x="3350396" y="3881492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87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93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49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92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87" name="Google Shape;687;p23"/>
          <p:cNvSpPr txBox="1"/>
          <p:nvPr/>
        </p:nvSpPr>
        <p:spPr>
          <a:xfrm>
            <a:off x="167413" y="5339487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688" name="Google Shape;688;p23"/>
          <p:cNvSpPr txBox="1"/>
          <p:nvPr/>
        </p:nvSpPr>
        <p:spPr>
          <a:xfrm>
            <a:off x="3178151" y="6010316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65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130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57.5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50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89" name="Google Shape;689;p23"/>
          <p:cNvSpPr txBox="1"/>
          <p:nvPr/>
        </p:nvSpPr>
        <p:spPr>
          <a:xfrm>
            <a:off x="288835" y="747513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pic>
        <p:nvPicPr>
          <p:cNvPr id="690" name="Google Shape;690;p23"/>
          <p:cNvPicPr preferRelativeResize="0"/>
          <p:nvPr/>
        </p:nvPicPr>
        <p:blipFill rotWithShape="1">
          <a:blip r:embed="rId3">
            <a:alphaModFix/>
          </a:blip>
          <a:srcRect b="21359" l="20914" r="4247" t="2296"/>
          <a:stretch/>
        </p:blipFill>
        <p:spPr>
          <a:xfrm>
            <a:off x="495847" y="1297193"/>
            <a:ext cx="3018751" cy="140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23"/>
          <p:cNvPicPr preferRelativeResize="0"/>
          <p:nvPr/>
        </p:nvPicPr>
        <p:blipFill rotWithShape="1">
          <a:blip r:embed="rId4">
            <a:alphaModFix/>
          </a:blip>
          <a:srcRect b="0" l="17520" r="33623" t="13222"/>
          <a:stretch/>
        </p:blipFill>
        <p:spPr>
          <a:xfrm>
            <a:off x="495847" y="5493375"/>
            <a:ext cx="1749735" cy="1672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23"/>
          <p:cNvPicPr preferRelativeResize="0"/>
          <p:nvPr/>
        </p:nvPicPr>
        <p:blipFill rotWithShape="1">
          <a:blip r:embed="rId5">
            <a:alphaModFix/>
          </a:blip>
          <a:srcRect b="-1671" l="43833" r="40595" t="1584"/>
          <a:stretch/>
        </p:blipFill>
        <p:spPr>
          <a:xfrm>
            <a:off x="981094" y="7629021"/>
            <a:ext cx="1024128" cy="160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9658" y="3696189"/>
            <a:ext cx="2501081" cy="1094943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3"/>
          <p:cNvSpPr txBox="1"/>
          <p:nvPr/>
        </p:nvSpPr>
        <p:spPr>
          <a:xfrm>
            <a:off x="2849881" y="8188757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69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42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96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138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4870383" y="1384814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3"/>
          <p:cNvSpPr/>
          <p:nvPr/>
        </p:nvSpPr>
        <p:spPr>
          <a:xfrm>
            <a:off x="3790750" y="3585885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3"/>
          <p:cNvSpPr/>
          <p:nvPr/>
        </p:nvSpPr>
        <p:spPr>
          <a:xfrm>
            <a:off x="4874373" y="6415558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3"/>
          <p:cNvSpPr/>
          <p:nvPr/>
        </p:nvSpPr>
        <p:spPr>
          <a:xfrm>
            <a:off x="3210294" y="7941088"/>
            <a:ext cx="1366787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3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