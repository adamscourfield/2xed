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5DD273-B655-4C48-B129-7570F86BB0B9}">
  <a:tblStyle styleId="{F35DD273-B655-4C48-B129-7570F86BB0B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Practice rolling numbers. Get scholars to say the table without looking.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 some MWB practice. </a:t>
            </a:r>
            <a:endParaRPr/>
          </a:p>
        </p:txBody>
      </p:sp>
      <p:sp>
        <p:nvSpPr>
          <p:cNvPr id="87" name="Google Shape;8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2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2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3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collinsdictionary.com/dictionary/english/arithmetica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jpg"/><Relationship Id="rId4" Type="http://schemas.openxmlformats.org/officeDocument/2006/relationships/image" Target="../media/image16.jpg"/><Relationship Id="rId5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82741" y="303906"/>
            <a:ext cx="6679742" cy="87903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N3.2 – Mental Strategies for Multiplication and Division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46271" y="569573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46271" y="734569"/>
            <a:ext cx="41869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recall multiplication facts up to 12 x 12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recall division facts up to divisors of 12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938287" y="343733"/>
            <a:ext cx="4496487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recall mental multiplication and division facts  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639541" y="332087"/>
            <a:ext cx="107218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Multiply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</p:txBody>
      </p:sp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5369527" y="955746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96" name="Google Shape;96;p13"/>
          <p:cNvGraphicFramePr/>
          <p:nvPr/>
        </p:nvGraphicFramePr>
        <p:xfrm>
          <a:off x="65635" y="45164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1000100"/>
                <a:gridCol w="1893225"/>
                <a:gridCol w="1893225"/>
                <a:gridCol w="18932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1 - I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2 - We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3 - You do…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61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List each number in the times table, starting with multiplying by 1.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To work out the next number, add on the number of the times table you are working with.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Write out the fact series for the two times table, up to 2 x 12.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 x 1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 x 2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 x 3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 x 4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 x 5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 x 6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 x 7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 x 8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 x 9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 x 10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 x 11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 x 12 = 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 out the fact series for the six times table, up to     6 x 12.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x ______ = 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 out the fact series for the four times table, up to 4 x 12.</a:t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7" name="Google Shape;97;p13"/>
          <p:cNvSpPr txBox="1"/>
          <p:nvPr/>
        </p:nvSpPr>
        <p:spPr>
          <a:xfrm>
            <a:off x="83260" y="4202301"/>
            <a:ext cx="1526828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Mental multiplication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1732118" y="5343376"/>
            <a:ext cx="393056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3979048" y="5297924"/>
            <a:ext cx="393056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3330964" y="5318997"/>
            <a:ext cx="393056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5605254" y="5279541"/>
            <a:ext cx="393056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4981989" y="5278747"/>
            <a:ext cx="288862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6195479" y="5278747"/>
            <a:ext cx="393056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/>
          </a:p>
        </p:txBody>
      </p:sp>
      <p:cxnSp>
        <p:nvCxnSpPr>
          <p:cNvPr id="104" name="Google Shape;104;p13"/>
          <p:cNvCxnSpPr/>
          <p:nvPr/>
        </p:nvCxnSpPr>
        <p:spPr>
          <a:xfrm flipH="1" rot="10800000">
            <a:off x="1014833" y="4037108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13"/>
          <p:cNvSpPr/>
          <p:nvPr/>
        </p:nvSpPr>
        <p:spPr>
          <a:xfrm>
            <a:off x="73081" y="2031276"/>
            <a:ext cx="6701659" cy="215674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13"/>
          <p:cNvCxnSpPr/>
          <p:nvPr/>
        </p:nvCxnSpPr>
        <p:spPr>
          <a:xfrm>
            <a:off x="57659" y="3319504"/>
            <a:ext cx="669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" name="Google Shape;107;p13"/>
          <p:cNvCxnSpPr>
            <a:stCxn id="105" idx="2"/>
            <a:endCxn id="105" idx="0"/>
          </p:cNvCxnSpPr>
          <p:nvPr/>
        </p:nvCxnSpPr>
        <p:spPr>
          <a:xfrm rot="10800000">
            <a:off x="3423911" y="2031322"/>
            <a:ext cx="0" cy="215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" name="Google Shape;108;p13"/>
          <p:cNvSpPr txBox="1"/>
          <p:nvPr/>
        </p:nvSpPr>
        <p:spPr>
          <a:xfrm>
            <a:off x="95578" y="2031274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5733159" y="2002890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95578" y="3285164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5639748" y="3291975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2747565" y="3131075"/>
            <a:ext cx="1491883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83881" y="2259097"/>
            <a:ext cx="340460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Repeated addition of the same number.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3430866" y="2129494"/>
            <a:ext cx="337637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ften represented by the "×" sign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Commutative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Distributive property: </a:t>
            </a: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Multiplication can be distributed over addition. For example, 3 × (2 + 4) is the same as (3 × 2) + (3 × 4), both equal 18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107252" y="3467319"/>
            <a:ext cx="33669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have 3 groups of 4 apples, you can use multiplication to find the total number of apples by calculating 3 × 4, which equals 12.</a:t>
            </a:r>
            <a:endParaRPr/>
          </a:p>
        </p:txBody>
      </p:sp>
      <p:sp>
        <p:nvSpPr>
          <p:cNvPr id="116" name="Google Shape;116;p13"/>
          <p:cNvSpPr/>
          <p:nvPr/>
        </p:nvSpPr>
        <p:spPr>
          <a:xfrm>
            <a:off x="3530752" y="3454653"/>
            <a:ext cx="33561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Sarah has 12 cookies. She wants to share them equally among 4 friends. How many cookies will each friend get? This is a </a:t>
            </a:r>
            <a:r>
              <a:rPr b="1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 problem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41625" y="1204079"/>
            <a:ext cx="6774750" cy="8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subtopic, you'll develop strategies to become faster and more fluent with mental multiplication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division. Being able to quickly work out answers in your head helps with everything from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estimating to solving more complex problems with confidence.</a:t>
            </a:r>
            <a:endParaRPr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82054" y="1216285"/>
            <a:ext cx="6694866" cy="756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5375107" y="955618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125592" y="47252"/>
            <a:ext cx="1625743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125" name="Google Shape;125;p14"/>
          <p:cNvGraphicFramePr/>
          <p:nvPr/>
        </p:nvGraphicFramePr>
        <p:xfrm>
          <a:off x="125592" y="3606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2202275"/>
                <a:gridCol w="2202275"/>
                <a:gridCol w="220227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Three times table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Seven times table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One times table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p14"/>
          <p:cNvSpPr txBox="1"/>
          <p:nvPr/>
        </p:nvSpPr>
        <p:spPr>
          <a:xfrm>
            <a:off x="1934817" y="65475"/>
            <a:ext cx="34590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Write out the fact series for the: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951536" y="594376"/>
            <a:ext cx="393056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328271" y="593582"/>
            <a:ext cx="288862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541761" y="593582"/>
            <a:ext cx="393056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3101168" y="593582"/>
            <a:ext cx="393056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2477903" y="592788"/>
            <a:ext cx="288862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3691393" y="592788"/>
            <a:ext cx="393056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5309584" y="592788"/>
            <a:ext cx="393056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4686319" y="591994"/>
            <a:ext cx="288862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5899809" y="591994"/>
            <a:ext cx="393056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917625" y="5279664"/>
            <a:ext cx="410753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294361" y="5278870"/>
            <a:ext cx="301868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1507850" y="5278870"/>
            <a:ext cx="519641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108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2929730" y="5260601"/>
            <a:ext cx="410753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2306465" y="5259807"/>
            <a:ext cx="410753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3519955" y="5259807"/>
            <a:ext cx="519641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144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5123457" y="5298036"/>
            <a:ext cx="410753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4500193" y="5297242"/>
            <a:ext cx="301868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5713682" y="5297242"/>
            <a:ext cx="410753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/>
          </a:p>
        </p:txBody>
      </p:sp>
      <p:graphicFrame>
        <p:nvGraphicFramePr>
          <p:cNvPr id="145" name="Google Shape;145;p14"/>
          <p:cNvGraphicFramePr/>
          <p:nvPr/>
        </p:nvGraphicFramePr>
        <p:xfrm>
          <a:off x="125592" y="50643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2196000"/>
                <a:gridCol w="2219125"/>
                <a:gridCol w="22085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Nine times table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Twelve times table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Five times table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3">
            <a:alphaModFix/>
          </a:blip>
          <a:srcRect b="0" l="0" r="1386" t="0"/>
          <a:stretch/>
        </p:blipFill>
        <p:spPr>
          <a:xfrm>
            <a:off x="272047" y="3556836"/>
            <a:ext cx="6321257" cy="605951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125592" y="2953884"/>
            <a:ext cx="6606816" cy="195362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170043" y="3088967"/>
            <a:ext cx="6606816" cy="195362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3" name="Google Shape;153;p15"/>
          <p:cNvGraphicFramePr/>
          <p:nvPr/>
        </p:nvGraphicFramePr>
        <p:xfrm>
          <a:off x="268371" y="2493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2107075"/>
                <a:gridCol w="2107075"/>
                <a:gridCol w="2107075"/>
              </a:tblGrid>
              <a:tr h="251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Eight times table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Ten times table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Eleven times table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______ x ______ = 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" name="Google Shape;154;p15"/>
          <p:cNvSpPr txBox="1"/>
          <p:nvPr>
            <p:ph idx="12" type="sldNum"/>
          </p:nvPr>
        </p:nvSpPr>
        <p:spPr>
          <a:xfrm>
            <a:off x="5314950" y="944787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1083694" y="430259"/>
            <a:ext cx="393056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460429" y="429465"/>
            <a:ext cx="288862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1673919" y="429465"/>
            <a:ext cx="393056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3125722" y="429465"/>
            <a:ext cx="393056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2502457" y="428671"/>
            <a:ext cx="393056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3715947" y="428671"/>
            <a:ext cx="497252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5231939" y="467694"/>
            <a:ext cx="393056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4608674" y="466900"/>
            <a:ext cx="393056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5822164" y="466900"/>
            <a:ext cx="497252" cy="44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 txBox="1"/>
          <p:nvPr/>
        </p:nvSpPr>
        <p:spPr>
          <a:xfrm>
            <a:off x="111292" y="0"/>
            <a:ext cx="34590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Complete the following multiplication grids: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9" name="Google Shape;169;p16"/>
          <p:cNvGraphicFramePr/>
          <p:nvPr/>
        </p:nvGraphicFramePr>
        <p:xfrm>
          <a:off x="204535" y="2769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3212425"/>
                <a:gridCol w="3212425"/>
              </a:tblGrid>
              <a:tr h="2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i)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j)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" name="Google Shape;170;p16"/>
          <p:cNvSpPr txBox="1"/>
          <p:nvPr>
            <p:ph idx="12" type="sldNum"/>
          </p:nvPr>
        </p:nvSpPr>
        <p:spPr>
          <a:xfrm>
            <a:off x="5314950" y="951425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71" name="Google Shape;171;p16"/>
          <p:cNvGraphicFramePr/>
          <p:nvPr/>
        </p:nvGraphicFramePr>
        <p:xfrm>
          <a:off x="324851" y="6432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709875"/>
                <a:gridCol w="709875"/>
                <a:gridCol w="709875"/>
                <a:gridCol w="709875"/>
              </a:tblGrid>
              <a:tr h="47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</a:rPr>
                        <a:t>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47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2" name="Google Shape;172;p16"/>
          <p:cNvGraphicFramePr/>
          <p:nvPr/>
        </p:nvGraphicFramePr>
        <p:xfrm>
          <a:off x="3561349" y="6432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697150"/>
                <a:gridCol w="697150"/>
                <a:gridCol w="697150"/>
                <a:gridCol w="697150"/>
              </a:tblGrid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</a:rPr>
                        <a:t>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3" name="Google Shape;173;p16"/>
          <p:cNvGraphicFramePr/>
          <p:nvPr/>
        </p:nvGraphicFramePr>
        <p:xfrm>
          <a:off x="324851" y="29968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697150"/>
                <a:gridCol w="697150"/>
                <a:gridCol w="697150"/>
                <a:gridCol w="697150"/>
              </a:tblGrid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</a:rPr>
                        <a:t>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4" name="Google Shape;174;p16"/>
          <p:cNvGraphicFramePr/>
          <p:nvPr/>
        </p:nvGraphicFramePr>
        <p:xfrm>
          <a:off x="3561349" y="29974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697150"/>
                <a:gridCol w="697150"/>
                <a:gridCol w="697150"/>
                <a:gridCol w="697150"/>
              </a:tblGrid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</a:rPr>
                        <a:t>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5" name="Google Shape;175;p16"/>
          <p:cNvGraphicFramePr/>
          <p:nvPr/>
        </p:nvGraphicFramePr>
        <p:xfrm>
          <a:off x="324851" y="53510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697150"/>
                <a:gridCol w="697150"/>
                <a:gridCol w="697150"/>
                <a:gridCol w="697150"/>
              </a:tblGrid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</a:rPr>
                        <a:t>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6" name="Google Shape;176;p16"/>
          <p:cNvGraphicFramePr/>
          <p:nvPr/>
        </p:nvGraphicFramePr>
        <p:xfrm>
          <a:off x="3561349" y="53618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697150"/>
                <a:gridCol w="697150"/>
                <a:gridCol w="697150"/>
                <a:gridCol w="697150"/>
              </a:tblGrid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</a:rPr>
                        <a:t>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7" name="Google Shape;177;p16"/>
          <p:cNvGraphicFramePr/>
          <p:nvPr/>
        </p:nvGraphicFramePr>
        <p:xfrm>
          <a:off x="324851" y="77052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697150"/>
                <a:gridCol w="697150"/>
                <a:gridCol w="697150"/>
                <a:gridCol w="697150"/>
              </a:tblGrid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</a:rPr>
                        <a:t>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12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8" name="Google Shape;178;p16"/>
          <p:cNvGraphicFramePr/>
          <p:nvPr/>
        </p:nvGraphicFramePr>
        <p:xfrm>
          <a:off x="3578686" y="77052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697150"/>
                <a:gridCol w="697150"/>
                <a:gridCol w="697150"/>
                <a:gridCol w="697150"/>
              </a:tblGrid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</a:rPr>
                        <a:t>x</a:t>
                      </a:r>
                      <a:endParaRPr/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00">
                          <a:solidFill>
                            <a:schemeClr val="dk1"/>
                          </a:solidFill>
                        </a:rPr>
                        <a:t>12</a:t>
                      </a:r>
                      <a:endParaRPr/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00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00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5</a:t>
                      </a:r>
                      <a:endParaRPr/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8</a:t>
                      </a:r>
                      <a:endParaRPr/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12</a:t>
                      </a:r>
                      <a:endParaRPr/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16"/>
          <p:cNvSpPr txBox="1"/>
          <p:nvPr/>
        </p:nvSpPr>
        <p:spPr>
          <a:xfrm>
            <a:off x="1261640" y="1168850"/>
            <a:ext cx="177484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6          15         30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1256169" y="1667884"/>
            <a:ext cx="177484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8          20         40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1198648" y="2156128"/>
            <a:ext cx="18389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12         30         60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4427527" y="1205072"/>
            <a:ext cx="18165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6           8         14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4422056" y="1704106"/>
            <a:ext cx="17860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18        24         42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4364535" y="2192350"/>
            <a:ext cx="18918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24         32         56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1204119" y="3539317"/>
            <a:ext cx="17219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30         5         45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1198648" y="4038351"/>
            <a:ext cx="17219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42         7         63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1141127" y="4526595"/>
            <a:ext cx="17748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48          8         72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4427527" y="3548511"/>
            <a:ext cx="17860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56         21        49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4422056" y="4047545"/>
            <a:ext cx="18389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40         15        35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4364535" y="4535789"/>
            <a:ext cx="18918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64         24         56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1195439" y="5903466"/>
            <a:ext cx="179728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108      36         90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1189968" y="6402500"/>
            <a:ext cx="17860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36        12         30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1132447" y="6890744"/>
            <a:ext cx="18277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12           4         10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4398146" y="5903466"/>
            <a:ext cx="176362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11          7           9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4340657" y="6390984"/>
            <a:ext cx="190308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110        70         90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 txBox="1"/>
          <p:nvPr/>
        </p:nvSpPr>
        <p:spPr>
          <a:xfrm>
            <a:off x="4424597" y="6890744"/>
            <a:ext cx="18389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22         14         18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1203870" y="8223905"/>
            <a:ext cx="18389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55         35         45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 txBox="1"/>
          <p:nvPr/>
        </p:nvSpPr>
        <p:spPr>
          <a:xfrm>
            <a:off x="1198399" y="8722939"/>
            <a:ext cx="18389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88         56         72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 txBox="1"/>
          <p:nvPr/>
        </p:nvSpPr>
        <p:spPr>
          <a:xfrm>
            <a:off x="1140878" y="9211183"/>
            <a:ext cx="19143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132        84       108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4422056" y="8244787"/>
            <a:ext cx="18389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60         40         30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4405099" y="8731304"/>
            <a:ext cx="18918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96         64         48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4347725" y="9243073"/>
            <a:ext cx="19559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144        96         72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" name="Google Shape;207;p17"/>
          <p:cNvGraphicFramePr/>
          <p:nvPr/>
        </p:nvGraphicFramePr>
        <p:xfrm>
          <a:off x="216568" y="1583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3212425"/>
                <a:gridCol w="3212425"/>
              </a:tblGrid>
              <a:tr h="1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00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m) For every row or column being multiplied by 1, what did you notice?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6200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n) For every row or column being multiplied by 0, what did you notice?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08" name="Google Shape;208;p17"/>
          <p:cNvGraphicFramePr/>
          <p:nvPr/>
        </p:nvGraphicFramePr>
        <p:xfrm>
          <a:off x="397041" y="504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697150"/>
                <a:gridCol w="697150"/>
                <a:gridCol w="697150"/>
                <a:gridCol w="697150"/>
              </a:tblGrid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11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9" name="Google Shape;209;p17"/>
          <p:cNvGraphicFramePr/>
          <p:nvPr/>
        </p:nvGraphicFramePr>
        <p:xfrm>
          <a:off x="3650876" y="504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697150"/>
                <a:gridCol w="697150"/>
                <a:gridCol w="697150"/>
                <a:gridCol w="697150"/>
              </a:tblGrid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x</a:t>
                      </a:r>
                      <a:endParaRPr/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0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00">
                          <a:solidFill>
                            <a:schemeClr val="dk1"/>
                          </a:solidFill>
                        </a:rPr>
                        <a:t>12</a:t>
                      </a:r>
                      <a:endParaRPr/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4</a:t>
                      </a:r>
                      <a:endParaRPr/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8</a:t>
                      </a:r>
                      <a:endParaRPr/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0</a:t>
                      </a:r>
                      <a:endParaRPr/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</a:txBody>
                  <a:tcPr marT="42900" marB="42900" marR="85800" marL="85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0" name="Google Shape;210;p17"/>
          <p:cNvGraphicFramePr/>
          <p:nvPr/>
        </p:nvGraphicFramePr>
        <p:xfrm>
          <a:off x="216568" y="61670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961950"/>
                <a:gridCol w="1820975"/>
                <a:gridCol w="1820975"/>
                <a:gridCol w="1820975"/>
              </a:tblGrid>
              <a:tr h="253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4 - I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5 - We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6 - You do…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9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Work through the times table in descending order. Spot the pattern for multiplying by 1 and for multiplying by 0.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Complete the following ‘2 times’ facts: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 x 3 = ______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 x 2 = ______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 x 1 = ______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 x 0 = 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Complete the following ‘7 times’ facts: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 x 3 = ______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 x 2 = ______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 x ______ = ______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 x ______ = 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Complete the following ‘9 times’ facts: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 x 3 = ______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 x 2 = ______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 x ______ = ______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 x ______ = 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1" name="Google Shape;211;p17"/>
          <p:cNvSpPr txBox="1"/>
          <p:nvPr/>
        </p:nvSpPr>
        <p:spPr>
          <a:xfrm>
            <a:off x="216568" y="5807344"/>
            <a:ext cx="2178032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Exploring multiplying by 1 and 0</a:t>
            </a:r>
            <a:endParaRPr/>
          </a:p>
        </p:txBody>
      </p:sp>
      <p:graphicFrame>
        <p:nvGraphicFramePr>
          <p:cNvPr id="212" name="Google Shape;212;p17"/>
          <p:cNvGraphicFramePr/>
          <p:nvPr/>
        </p:nvGraphicFramePr>
        <p:xfrm>
          <a:off x="216567" y="88037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6424875"/>
              </a:tblGrid>
              <a:tr h="47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When multiplying any number by 1, the number stays  __________________________________ .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When multiplying any number by 0, the answer will always be ______________________________ .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3" name="Google Shape;213;p17"/>
          <p:cNvSpPr txBox="1"/>
          <p:nvPr>
            <p:ph idx="12" type="sldNum"/>
          </p:nvPr>
        </p:nvSpPr>
        <p:spPr>
          <a:xfrm>
            <a:off x="5351046" y="950802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1261640" y="1072188"/>
            <a:ext cx="177484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35         0          45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 txBox="1"/>
          <p:nvPr/>
        </p:nvSpPr>
        <p:spPr>
          <a:xfrm>
            <a:off x="1256169" y="1571222"/>
            <a:ext cx="169950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7           0           9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 txBox="1"/>
          <p:nvPr/>
        </p:nvSpPr>
        <p:spPr>
          <a:xfrm>
            <a:off x="1229579" y="2002346"/>
            <a:ext cx="17219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77         0         99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4463623" y="1042979"/>
            <a:ext cx="177484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12          48         4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4458152" y="1542013"/>
            <a:ext cx="177484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24          96         8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4400631" y="2030257"/>
            <a:ext cx="18053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0            0          0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309802" y="2795522"/>
            <a:ext cx="51166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number being multiplied by one stays the same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309802" y="4428271"/>
            <a:ext cx="2355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answer is always 0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2149062" y="6856381"/>
            <a:ext cx="276038" cy="135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4081556" y="6848696"/>
            <a:ext cx="367408" cy="135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3552852" y="7532175"/>
            <a:ext cx="276038" cy="705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5894734" y="6826354"/>
            <a:ext cx="367408" cy="135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5407178" y="7532175"/>
            <a:ext cx="276038" cy="705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4126475" y="8881945"/>
            <a:ext cx="1098378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same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2" name="Google Shape;232;p18"/>
          <p:cNvGraphicFramePr/>
          <p:nvPr/>
        </p:nvGraphicFramePr>
        <p:xfrm>
          <a:off x="132347" y="7218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1318650"/>
                <a:gridCol w="1318650"/>
                <a:gridCol w="1318650"/>
                <a:gridCol w="1318650"/>
                <a:gridCol w="1318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 7 x 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76 x 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765 x 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567 x 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76501 x 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9 x 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19 x 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191 x 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911 x 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 91919191 x 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33" name="Google Shape;233;p18"/>
          <p:cNvSpPr txBox="1"/>
          <p:nvPr/>
        </p:nvSpPr>
        <p:spPr>
          <a:xfrm>
            <a:off x="96252" y="120591"/>
            <a:ext cx="1022685" cy="4616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1206166" y="353385"/>
            <a:ext cx="34590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Calculate the following: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132347" y="3692196"/>
            <a:ext cx="3688702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Mental multiplication practice and the commutative law</a:t>
            </a:r>
            <a:endParaRPr/>
          </a:p>
        </p:txBody>
      </p:sp>
      <p:graphicFrame>
        <p:nvGraphicFramePr>
          <p:cNvPr id="236" name="Google Shape;236;p18"/>
          <p:cNvGraphicFramePr/>
          <p:nvPr/>
        </p:nvGraphicFramePr>
        <p:xfrm>
          <a:off x="144378" y="40987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2193750"/>
                <a:gridCol w="2193750"/>
                <a:gridCol w="2193750"/>
              </a:tblGrid>
              <a:tr h="253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7 - I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8 - We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9 - You do…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9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Complete the multiplication fact below: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Using the commutative law, write the other multiplication fact: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Complete the multiplication fact below: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Using the commutative law, write the other multiplication fact: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Complete the multiplication fact below: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Using the commutative law, write the other multiplication fact: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237" name="Google Shape;237;p18"/>
          <p:cNvGrpSpPr/>
          <p:nvPr/>
        </p:nvGrpSpPr>
        <p:grpSpPr>
          <a:xfrm>
            <a:off x="290830" y="4887782"/>
            <a:ext cx="1940329" cy="388212"/>
            <a:chOff x="258320" y="1806520"/>
            <a:chExt cx="2923791" cy="388212"/>
          </a:xfrm>
        </p:grpSpPr>
        <p:sp>
          <p:nvSpPr>
            <p:cNvPr id="238" name="Google Shape;238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8"/>
            <p:cNvSpPr txBox="1"/>
            <p:nvPr/>
          </p:nvSpPr>
          <p:spPr>
            <a:xfrm>
              <a:off x="783942" y="1806520"/>
              <a:ext cx="531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42" name="Google Shape;242;p18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243" name="Google Shape;243;p18"/>
          <p:cNvGrpSpPr/>
          <p:nvPr/>
        </p:nvGrpSpPr>
        <p:grpSpPr>
          <a:xfrm>
            <a:off x="290830" y="6131861"/>
            <a:ext cx="1940329" cy="388212"/>
            <a:chOff x="258320" y="1806520"/>
            <a:chExt cx="2923791" cy="388212"/>
          </a:xfrm>
        </p:grpSpPr>
        <p:sp>
          <p:nvSpPr>
            <p:cNvPr id="244" name="Google Shape;244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8"/>
            <p:cNvSpPr txBox="1"/>
            <p:nvPr/>
          </p:nvSpPr>
          <p:spPr>
            <a:xfrm>
              <a:off x="783942" y="1806520"/>
              <a:ext cx="531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48" name="Google Shape;248;p18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249" name="Google Shape;249;p18"/>
          <p:cNvGrpSpPr/>
          <p:nvPr/>
        </p:nvGrpSpPr>
        <p:grpSpPr>
          <a:xfrm>
            <a:off x="2503954" y="4904138"/>
            <a:ext cx="1940329" cy="388212"/>
            <a:chOff x="258320" y="1806520"/>
            <a:chExt cx="2923791" cy="388212"/>
          </a:xfrm>
        </p:grpSpPr>
        <p:sp>
          <p:nvSpPr>
            <p:cNvPr id="250" name="Google Shape;250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8"/>
            <p:cNvSpPr txBox="1"/>
            <p:nvPr/>
          </p:nvSpPr>
          <p:spPr>
            <a:xfrm>
              <a:off x="783942" y="1806520"/>
              <a:ext cx="531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54" name="Google Shape;254;p18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255" name="Google Shape;255;p18"/>
          <p:cNvGrpSpPr/>
          <p:nvPr/>
        </p:nvGrpSpPr>
        <p:grpSpPr>
          <a:xfrm>
            <a:off x="2503954" y="6148217"/>
            <a:ext cx="1940329" cy="388212"/>
            <a:chOff x="258320" y="1806520"/>
            <a:chExt cx="2923791" cy="388212"/>
          </a:xfrm>
        </p:grpSpPr>
        <p:sp>
          <p:nvSpPr>
            <p:cNvPr id="256" name="Google Shape;256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8"/>
            <p:cNvSpPr txBox="1"/>
            <p:nvPr/>
          </p:nvSpPr>
          <p:spPr>
            <a:xfrm>
              <a:off x="783942" y="1806520"/>
              <a:ext cx="531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60" name="Google Shape;260;p18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261" name="Google Shape;261;p18"/>
          <p:cNvGrpSpPr/>
          <p:nvPr/>
        </p:nvGrpSpPr>
        <p:grpSpPr>
          <a:xfrm>
            <a:off x="4686068" y="4899814"/>
            <a:ext cx="1940329" cy="388212"/>
            <a:chOff x="258320" y="1806520"/>
            <a:chExt cx="2923791" cy="388212"/>
          </a:xfrm>
        </p:grpSpPr>
        <p:sp>
          <p:nvSpPr>
            <p:cNvPr id="262" name="Google Shape;262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8"/>
            <p:cNvSpPr txBox="1"/>
            <p:nvPr/>
          </p:nvSpPr>
          <p:spPr>
            <a:xfrm>
              <a:off x="783942" y="1806520"/>
              <a:ext cx="531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66" name="Google Shape;266;p18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267" name="Google Shape;267;p18"/>
          <p:cNvGrpSpPr/>
          <p:nvPr/>
        </p:nvGrpSpPr>
        <p:grpSpPr>
          <a:xfrm>
            <a:off x="4686068" y="6143893"/>
            <a:ext cx="1940329" cy="388212"/>
            <a:chOff x="258320" y="1806520"/>
            <a:chExt cx="2923791" cy="388212"/>
          </a:xfrm>
        </p:grpSpPr>
        <p:sp>
          <p:nvSpPr>
            <p:cNvPr id="268" name="Google Shape;268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8"/>
            <p:cNvSpPr txBox="1"/>
            <p:nvPr/>
          </p:nvSpPr>
          <p:spPr>
            <a:xfrm>
              <a:off x="783942" y="1806520"/>
              <a:ext cx="531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72" name="Google Shape;272;p18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273" name="Google Shape;273;p18"/>
          <p:cNvSpPr txBox="1"/>
          <p:nvPr/>
        </p:nvSpPr>
        <p:spPr>
          <a:xfrm>
            <a:off x="325240" y="4893945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3           7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2533493" y="4916170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8           4</a:t>
            </a:r>
            <a:endParaRPr/>
          </a:p>
        </p:txBody>
      </p:sp>
      <p:sp>
        <p:nvSpPr>
          <p:cNvPr id="275" name="Google Shape;275;p18"/>
          <p:cNvSpPr txBox="1"/>
          <p:nvPr/>
        </p:nvSpPr>
        <p:spPr>
          <a:xfrm>
            <a:off x="4735983" y="4927392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5          9</a:t>
            </a:r>
            <a:endParaRPr/>
          </a:p>
        </p:txBody>
      </p:sp>
      <p:sp>
        <p:nvSpPr>
          <p:cNvPr id="276" name="Google Shape;276;p18"/>
          <p:cNvSpPr txBox="1"/>
          <p:nvPr/>
        </p:nvSpPr>
        <p:spPr>
          <a:xfrm>
            <a:off x="137307" y="6745307"/>
            <a:ext cx="1022685" cy="4616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277" name="Google Shape;277;p18"/>
          <p:cNvGraphicFramePr/>
          <p:nvPr/>
        </p:nvGraphicFramePr>
        <p:xfrm>
          <a:off x="132347" y="72556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2193750"/>
                <a:gridCol w="2193750"/>
                <a:gridCol w="2193750"/>
              </a:tblGrid>
              <a:tr h="253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9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78" name="Google Shape;278;p18"/>
          <p:cNvSpPr txBox="1"/>
          <p:nvPr>
            <p:ph idx="12" type="sldNum"/>
          </p:nvPr>
        </p:nvSpPr>
        <p:spPr>
          <a:xfrm>
            <a:off x="5387871" y="954452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279" name="Google Shape;279;p18"/>
          <p:cNvGrpSpPr/>
          <p:nvPr/>
        </p:nvGrpSpPr>
        <p:grpSpPr>
          <a:xfrm>
            <a:off x="260065" y="7653612"/>
            <a:ext cx="1940329" cy="828433"/>
            <a:chOff x="4234951" y="2668860"/>
            <a:chExt cx="1940329" cy="828433"/>
          </a:xfrm>
        </p:grpSpPr>
        <p:grpSp>
          <p:nvGrpSpPr>
            <p:cNvPr id="280" name="Google Shape;280;p18"/>
            <p:cNvGrpSpPr/>
            <p:nvPr/>
          </p:nvGrpSpPr>
          <p:grpSpPr>
            <a:xfrm>
              <a:off x="4234951" y="2668860"/>
              <a:ext cx="1940329" cy="388212"/>
              <a:chOff x="258320" y="1806520"/>
              <a:chExt cx="2923791" cy="388212"/>
            </a:xfrm>
          </p:grpSpPr>
          <p:sp>
            <p:nvSpPr>
              <p:cNvPr id="281" name="Google Shape;281;p18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8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8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8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85" name="Google Shape;285;p18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286" name="Google Shape;286;p18"/>
            <p:cNvGrpSpPr/>
            <p:nvPr/>
          </p:nvGrpSpPr>
          <p:grpSpPr>
            <a:xfrm>
              <a:off x="4234951" y="3109081"/>
              <a:ext cx="1940329" cy="388212"/>
              <a:chOff x="258320" y="1806520"/>
              <a:chExt cx="2923791" cy="388212"/>
            </a:xfrm>
          </p:grpSpPr>
          <p:sp>
            <p:nvSpPr>
              <p:cNvPr id="287" name="Google Shape;287;p18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8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8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8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91" name="Google Shape;291;p18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292" name="Google Shape;292;p18"/>
          <p:cNvGrpSpPr/>
          <p:nvPr/>
        </p:nvGrpSpPr>
        <p:grpSpPr>
          <a:xfrm>
            <a:off x="2473189" y="7651325"/>
            <a:ext cx="1940329" cy="828433"/>
            <a:chOff x="4234951" y="2668860"/>
            <a:chExt cx="1940329" cy="828433"/>
          </a:xfrm>
        </p:grpSpPr>
        <p:grpSp>
          <p:nvGrpSpPr>
            <p:cNvPr id="293" name="Google Shape;293;p18"/>
            <p:cNvGrpSpPr/>
            <p:nvPr/>
          </p:nvGrpSpPr>
          <p:grpSpPr>
            <a:xfrm>
              <a:off x="4234951" y="2668860"/>
              <a:ext cx="1940329" cy="388212"/>
              <a:chOff x="258320" y="1806520"/>
              <a:chExt cx="2923791" cy="388212"/>
            </a:xfrm>
          </p:grpSpPr>
          <p:sp>
            <p:nvSpPr>
              <p:cNvPr id="294" name="Google Shape;294;p18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8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8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8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98" name="Google Shape;298;p18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299" name="Google Shape;299;p18"/>
            <p:cNvGrpSpPr/>
            <p:nvPr/>
          </p:nvGrpSpPr>
          <p:grpSpPr>
            <a:xfrm>
              <a:off x="4234951" y="3109081"/>
              <a:ext cx="1940329" cy="388212"/>
              <a:chOff x="258320" y="1806520"/>
              <a:chExt cx="2923791" cy="388212"/>
            </a:xfrm>
          </p:grpSpPr>
          <p:sp>
            <p:nvSpPr>
              <p:cNvPr id="300" name="Google Shape;300;p18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18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8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8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04" name="Google Shape;304;p18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305" name="Google Shape;305;p18"/>
          <p:cNvGrpSpPr/>
          <p:nvPr/>
        </p:nvGrpSpPr>
        <p:grpSpPr>
          <a:xfrm>
            <a:off x="4646726" y="7653612"/>
            <a:ext cx="1940329" cy="828433"/>
            <a:chOff x="4234951" y="2668860"/>
            <a:chExt cx="1940329" cy="828433"/>
          </a:xfrm>
        </p:grpSpPr>
        <p:grpSp>
          <p:nvGrpSpPr>
            <p:cNvPr id="306" name="Google Shape;306;p18"/>
            <p:cNvGrpSpPr/>
            <p:nvPr/>
          </p:nvGrpSpPr>
          <p:grpSpPr>
            <a:xfrm>
              <a:off x="4234951" y="2668860"/>
              <a:ext cx="1940329" cy="388212"/>
              <a:chOff x="258320" y="1806520"/>
              <a:chExt cx="2923791" cy="388212"/>
            </a:xfrm>
          </p:grpSpPr>
          <p:sp>
            <p:nvSpPr>
              <p:cNvPr id="307" name="Google Shape;307;p18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8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8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8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11" name="Google Shape;311;p18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312" name="Google Shape;312;p18"/>
            <p:cNvGrpSpPr/>
            <p:nvPr/>
          </p:nvGrpSpPr>
          <p:grpSpPr>
            <a:xfrm>
              <a:off x="4234951" y="3109081"/>
              <a:ext cx="1940329" cy="388212"/>
              <a:chOff x="258320" y="1806520"/>
              <a:chExt cx="2923791" cy="388212"/>
            </a:xfrm>
          </p:grpSpPr>
          <p:sp>
            <p:nvSpPr>
              <p:cNvPr id="313" name="Google Shape;313;p18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18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18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18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17" name="Google Shape;317;p18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318" name="Google Shape;318;p18"/>
          <p:cNvSpPr txBox="1"/>
          <p:nvPr/>
        </p:nvSpPr>
        <p:spPr>
          <a:xfrm>
            <a:off x="1118937" y="6796338"/>
            <a:ext cx="56017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Complete the first multiplication fact and write the second multiplication fact using the commutative law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285079" y="7658079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5           6</a:t>
            </a:r>
            <a:endParaRPr/>
          </a:p>
        </p:txBody>
      </p:sp>
      <p:sp>
        <p:nvSpPr>
          <p:cNvPr id="320" name="Google Shape;320;p18"/>
          <p:cNvSpPr txBox="1"/>
          <p:nvPr/>
        </p:nvSpPr>
        <p:spPr>
          <a:xfrm>
            <a:off x="2510327" y="7641779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8           7</a:t>
            </a:r>
            <a:endParaRPr/>
          </a:p>
        </p:txBody>
      </p:sp>
      <p:sp>
        <p:nvSpPr>
          <p:cNvPr id="321" name="Google Shape;321;p18"/>
          <p:cNvSpPr txBox="1"/>
          <p:nvPr/>
        </p:nvSpPr>
        <p:spPr>
          <a:xfrm>
            <a:off x="4676248" y="7668943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4           7</a:t>
            </a:r>
            <a:endParaRPr/>
          </a:p>
        </p:txBody>
      </p:sp>
      <p:sp>
        <p:nvSpPr>
          <p:cNvPr id="322" name="Google Shape;322;p18"/>
          <p:cNvSpPr txBox="1"/>
          <p:nvPr/>
        </p:nvSpPr>
        <p:spPr>
          <a:xfrm>
            <a:off x="472822" y="1195392"/>
            <a:ext cx="60548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7                        76                    765                  567                  76501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 txBox="1"/>
          <p:nvPr/>
        </p:nvSpPr>
        <p:spPr>
          <a:xfrm>
            <a:off x="532192" y="2655771"/>
            <a:ext cx="574227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0                        0                       0                       0                        0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8"/>
          <p:cNvSpPr txBox="1"/>
          <p:nvPr/>
        </p:nvSpPr>
        <p:spPr>
          <a:xfrm>
            <a:off x="1733240" y="491388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325" name="Google Shape;325;p18"/>
          <p:cNvSpPr txBox="1"/>
          <p:nvPr/>
        </p:nvSpPr>
        <p:spPr>
          <a:xfrm>
            <a:off x="1745309" y="614402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326" name="Google Shape;326;p18"/>
          <p:cNvSpPr txBox="1"/>
          <p:nvPr/>
        </p:nvSpPr>
        <p:spPr>
          <a:xfrm>
            <a:off x="335479" y="6142907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7           3</a:t>
            </a:r>
            <a:endParaRPr/>
          </a:p>
        </p:txBody>
      </p:sp>
      <p:sp>
        <p:nvSpPr>
          <p:cNvPr id="327" name="Google Shape;327;p18"/>
          <p:cNvSpPr txBox="1"/>
          <p:nvPr/>
        </p:nvSpPr>
        <p:spPr>
          <a:xfrm>
            <a:off x="3946838" y="4927676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</p:txBody>
      </p:sp>
      <p:sp>
        <p:nvSpPr>
          <p:cNvPr id="328" name="Google Shape;328;p18"/>
          <p:cNvSpPr txBox="1"/>
          <p:nvPr/>
        </p:nvSpPr>
        <p:spPr>
          <a:xfrm>
            <a:off x="3958907" y="6157812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</p:txBody>
      </p:sp>
      <p:sp>
        <p:nvSpPr>
          <p:cNvPr id="329" name="Google Shape;329;p18"/>
          <p:cNvSpPr txBox="1"/>
          <p:nvPr/>
        </p:nvSpPr>
        <p:spPr>
          <a:xfrm>
            <a:off x="2549077" y="6156699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4           8</a:t>
            </a:r>
            <a:endParaRPr/>
          </a:p>
        </p:txBody>
      </p:sp>
      <p:sp>
        <p:nvSpPr>
          <p:cNvPr id="330" name="Google Shape;330;p18"/>
          <p:cNvSpPr txBox="1"/>
          <p:nvPr/>
        </p:nvSpPr>
        <p:spPr>
          <a:xfrm>
            <a:off x="6110124" y="492721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</p:txBody>
      </p:sp>
      <p:sp>
        <p:nvSpPr>
          <p:cNvPr id="331" name="Google Shape;331;p18"/>
          <p:cNvSpPr txBox="1"/>
          <p:nvPr/>
        </p:nvSpPr>
        <p:spPr>
          <a:xfrm>
            <a:off x="6122193" y="615735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</p:txBody>
      </p:sp>
      <p:sp>
        <p:nvSpPr>
          <p:cNvPr id="332" name="Google Shape;332;p18"/>
          <p:cNvSpPr txBox="1"/>
          <p:nvPr/>
        </p:nvSpPr>
        <p:spPr>
          <a:xfrm>
            <a:off x="4712363" y="6156241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9           5</a:t>
            </a:r>
            <a:endParaRPr/>
          </a:p>
        </p:txBody>
      </p:sp>
      <p:sp>
        <p:nvSpPr>
          <p:cNvPr id="333" name="Google Shape;333;p18"/>
          <p:cNvSpPr txBox="1"/>
          <p:nvPr/>
        </p:nvSpPr>
        <p:spPr>
          <a:xfrm>
            <a:off x="1666150" y="7689996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334" name="Google Shape;334;p18"/>
          <p:cNvSpPr txBox="1"/>
          <p:nvPr/>
        </p:nvSpPr>
        <p:spPr>
          <a:xfrm>
            <a:off x="1686873" y="8132393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335" name="Google Shape;335;p18"/>
          <p:cNvSpPr txBox="1"/>
          <p:nvPr/>
        </p:nvSpPr>
        <p:spPr>
          <a:xfrm>
            <a:off x="277043" y="8131280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6           5</a:t>
            </a:r>
            <a:endParaRPr/>
          </a:p>
        </p:txBody>
      </p:sp>
      <p:sp>
        <p:nvSpPr>
          <p:cNvPr id="336" name="Google Shape;336;p18"/>
          <p:cNvSpPr txBox="1"/>
          <p:nvPr/>
        </p:nvSpPr>
        <p:spPr>
          <a:xfrm>
            <a:off x="3878956" y="765983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/>
          </a:p>
        </p:txBody>
      </p:sp>
      <p:sp>
        <p:nvSpPr>
          <p:cNvPr id="337" name="Google Shape;337;p18"/>
          <p:cNvSpPr txBox="1"/>
          <p:nvPr/>
        </p:nvSpPr>
        <p:spPr>
          <a:xfrm>
            <a:off x="3899679" y="810223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/>
          </a:p>
        </p:txBody>
      </p:sp>
      <p:sp>
        <p:nvSpPr>
          <p:cNvPr id="338" name="Google Shape;338;p18"/>
          <p:cNvSpPr txBox="1"/>
          <p:nvPr/>
        </p:nvSpPr>
        <p:spPr>
          <a:xfrm>
            <a:off x="2489849" y="8101122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7           8</a:t>
            </a:r>
            <a:endParaRPr/>
          </a:p>
        </p:txBody>
      </p:sp>
      <p:sp>
        <p:nvSpPr>
          <p:cNvPr id="339" name="Google Shape;339;p18"/>
          <p:cNvSpPr txBox="1"/>
          <p:nvPr/>
        </p:nvSpPr>
        <p:spPr>
          <a:xfrm>
            <a:off x="6101470" y="7669142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340" name="Google Shape;340;p18"/>
          <p:cNvSpPr txBox="1"/>
          <p:nvPr/>
        </p:nvSpPr>
        <p:spPr>
          <a:xfrm>
            <a:off x="6122193" y="811153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341" name="Google Shape;341;p18"/>
          <p:cNvSpPr txBox="1"/>
          <p:nvPr/>
        </p:nvSpPr>
        <p:spPr>
          <a:xfrm>
            <a:off x="4712363" y="8110426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7           4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6" name="Google Shape;346;p19"/>
          <p:cNvGraphicFramePr/>
          <p:nvPr/>
        </p:nvGraphicFramePr>
        <p:xfrm>
          <a:off x="138363" y="1690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2182525"/>
                <a:gridCol w="2182525"/>
                <a:gridCol w="2182525"/>
              </a:tblGrid>
              <a:tr h="27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2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g)</a:t>
                      </a:r>
                      <a:endParaRPr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h)</a:t>
                      </a:r>
                      <a:endParaRPr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i)</a:t>
                      </a:r>
                      <a:endParaRPr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2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j)</a:t>
                      </a:r>
                      <a:endParaRPr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k)</a:t>
                      </a:r>
                      <a:endParaRPr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l)</a:t>
                      </a:r>
                      <a:endParaRPr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2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j)</a:t>
                      </a:r>
                      <a:endParaRPr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k)</a:t>
                      </a:r>
                      <a:endParaRPr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l)</a:t>
                      </a:r>
                      <a:endParaRPr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2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475" marB="45475" marR="90975" marL="909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347" name="Google Shape;347;p19"/>
          <p:cNvGrpSpPr/>
          <p:nvPr/>
        </p:nvGrpSpPr>
        <p:grpSpPr>
          <a:xfrm>
            <a:off x="266081" y="567012"/>
            <a:ext cx="1940329" cy="828433"/>
            <a:chOff x="4234951" y="2668860"/>
            <a:chExt cx="1940329" cy="828433"/>
          </a:xfrm>
        </p:grpSpPr>
        <p:grpSp>
          <p:nvGrpSpPr>
            <p:cNvPr id="348" name="Google Shape;348;p19"/>
            <p:cNvGrpSpPr/>
            <p:nvPr/>
          </p:nvGrpSpPr>
          <p:grpSpPr>
            <a:xfrm>
              <a:off x="4234951" y="2668860"/>
              <a:ext cx="1940329" cy="388212"/>
              <a:chOff x="258320" y="1806520"/>
              <a:chExt cx="2923791" cy="388212"/>
            </a:xfrm>
          </p:grpSpPr>
          <p:sp>
            <p:nvSpPr>
              <p:cNvPr id="349" name="Google Shape;349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53" name="Google Shape;353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354" name="Google Shape;354;p19"/>
            <p:cNvGrpSpPr/>
            <p:nvPr/>
          </p:nvGrpSpPr>
          <p:grpSpPr>
            <a:xfrm>
              <a:off x="4234951" y="3109081"/>
              <a:ext cx="1940329" cy="388212"/>
              <a:chOff x="258320" y="1806520"/>
              <a:chExt cx="2923791" cy="388212"/>
            </a:xfrm>
          </p:grpSpPr>
          <p:sp>
            <p:nvSpPr>
              <p:cNvPr id="355" name="Google Shape;355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59" name="Google Shape;359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360" name="Google Shape;360;p19"/>
          <p:cNvGrpSpPr/>
          <p:nvPr/>
        </p:nvGrpSpPr>
        <p:grpSpPr>
          <a:xfrm>
            <a:off x="2479205" y="564725"/>
            <a:ext cx="1940329" cy="828433"/>
            <a:chOff x="4234951" y="2668860"/>
            <a:chExt cx="1940329" cy="828433"/>
          </a:xfrm>
        </p:grpSpPr>
        <p:grpSp>
          <p:nvGrpSpPr>
            <p:cNvPr id="361" name="Google Shape;361;p19"/>
            <p:cNvGrpSpPr/>
            <p:nvPr/>
          </p:nvGrpSpPr>
          <p:grpSpPr>
            <a:xfrm>
              <a:off x="4234951" y="2668860"/>
              <a:ext cx="1940329" cy="388212"/>
              <a:chOff x="258320" y="1806520"/>
              <a:chExt cx="2923791" cy="388212"/>
            </a:xfrm>
          </p:grpSpPr>
          <p:sp>
            <p:nvSpPr>
              <p:cNvPr id="362" name="Google Shape;362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66" name="Google Shape;366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367" name="Google Shape;367;p19"/>
            <p:cNvGrpSpPr/>
            <p:nvPr/>
          </p:nvGrpSpPr>
          <p:grpSpPr>
            <a:xfrm>
              <a:off x="4234951" y="3109081"/>
              <a:ext cx="1940329" cy="388212"/>
              <a:chOff x="258320" y="1806520"/>
              <a:chExt cx="2923791" cy="388212"/>
            </a:xfrm>
          </p:grpSpPr>
          <p:sp>
            <p:nvSpPr>
              <p:cNvPr id="368" name="Google Shape;368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72" name="Google Shape;372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373" name="Google Shape;373;p19"/>
          <p:cNvGrpSpPr/>
          <p:nvPr/>
        </p:nvGrpSpPr>
        <p:grpSpPr>
          <a:xfrm>
            <a:off x="4651590" y="583154"/>
            <a:ext cx="1940329" cy="828433"/>
            <a:chOff x="4234951" y="2668860"/>
            <a:chExt cx="1940329" cy="828433"/>
          </a:xfrm>
        </p:grpSpPr>
        <p:grpSp>
          <p:nvGrpSpPr>
            <p:cNvPr id="374" name="Google Shape;374;p19"/>
            <p:cNvGrpSpPr/>
            <p:nvPr/>
          </p:nvGrpSpPr>
          <p:grpSpPr>
            <a:xfrm>
              <a:off x="4234951" y="2668860"/>
              <a:ext cx="1940329" cy="388212"/>
              <a:chOff x="258320" y="1806520"/>
              <a:chExt cx="2923791" cy="388212"/>
            </a:xfrm>
          </p:grpSpPr>
          <p:sp>
            <p:nvSpPr>
              <p:cNvPr id="375" name="Google Shape;375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79" name="Google Shape;379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380" name="Google Shape;380;p19"/>
            <p:cNvGrpSpPr/>
            <p:nvPr/>
          </p:nvGrpSpPr>
          <p:grpSpPr>
            <a:xfrm>
              <a:off x="4234951" y="3109081"/>
              <a:ext cx="1940329" cy="388212"/>
              <a:chOff x="258320" y="1806520"/>
              <a:chExt cx="2923791" cy="388212"/>
            </a:xfrm>
          </p:grpSpPr>
          <p:sp>
            <p:nvSpPr>
              <p:cNvPr id="381" name="Google Shape;381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85" name="Google Shape;385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386" name="Google Shape;386;p19"/>
          <p:cNvSpPr txBox="1"/>
          <p:nvPr/>
        </p:nvSpPr>
        <p:spPr>
          <a:xfrm>
            <a:off x="291095" y="571479"/>
            <a:ext cx="947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3          6</a:t>
            </a:r>
            <a:endParaRPr/>
          </a:p>
        </p:txBody>
      </p:sp>
      <p:sp>
        <p:nvSpPr>
          <p:cNvPr id="387" name="Google Shape;387;p19"/>
          <p:cNvSpPr txBox="1"/>
          <p:nvPr/>
        </p:nvSpPr>
        <p:spPr>
          <a:xfrm>
            <a:off x="2516343" y="555179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7           8</a:t>
            </a:r>
            <a:endParaRPr/>
          </a:p>
        </p:txBody>
      </p:sp>
      <p:sp>
        <p:nvSpPr>
          <p:cNvPr id="388" name="Google Shape;388;p19"/>
          <p:cNvSpPr txBox="1"/>
          <p:nvPr/>
        </p:nvSpPr>
        <p:spPr>
          <a:xfrm>
            <a:off x="4671914" y="589964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4           7</a:t>
            </a:r>
            <a:endParaRPr/>
          </a:p>
        </p:txBody>
      </p:sp>
      <p:grpSp>
        <p:nvGrpSpPr>
          <p:cNvPr id="389" name="Google Shape;389;p19"/>
          <p:cNvGrpSpPr/>
          <p:nvPr/>
        </p:nvGrpSpPr>
        <p:grpSpPr>
          <a:xfrm>
            <a:off x="258435" y="2884768"/>
            <a:ext cx="1940329" cy="828433"/>
            <a:chOff x="4234951" y="2668860"/>
            <a:chExt cx="1940329" cy="828433"/>
          </a:xfrm>
        </p:grpSpPr>
        <p:grpSp>
          <p:nvGrpSpPr>
            <p:cNvPr id="390" name="Google Shape;390;p19"/>
            <p:cNvGrpSpPr/>
            <p:nvPr/>
          </p:nvGrpSpPr>
          <p:grpSpPr>
            <a:xfrm>
              <a:off x="4234951" y="2668860"/>
              <a:ext cx="1940329" cy="388212"/>
              <a:chOff x="258320" y="1806520"/>
              <a:chExt cx="2923791" cy="388212"/>
            </a:xfrm>
          </p:grpSpPr>
          <p:sp>
            <p:nvSpPr>
              <p:cNvPr id="391" name="Google Shape;391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95" name="Google Shape;395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396" name="Google Shape;396;p19"/>
            <p:cNvGrpSpPr/>
            <p:nvPr/>
          </p:nvGrpSpPr>
          <p:grpSpPr>
            <a:xfrm>
              <a:off x="4234951" y="3109081"/>
              <a:ext cx="1940329" cy="388212"/>
              <a:chOff x="258320" y="1806520"/>
              <a:chExt cx="2923791" cy="388212"/>
            </a:xfrm>
          </p:grpSpPr>
          <p:sp>
            <p:nvSpPr>
              <p:cNvPr id="397" name="Google Shape;397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01" name="Google Shape;401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402" name="Google Shape;402;p19"/>
          <p:cNvGrpSpPr/>
          <p:nvPr/>
        </p:nvGrpSpPr>
        <p:grpSpPr>
          <a:xfrm>
            <a:off x="2471559" y="2882481"/>
            <a:ext cx="1940329" cy="828433"/>
            <a:chOff x="4234951" y="2668860"/>
            <a:chExt cx="1940329" cy="828433"/>
          </a:xfrm>
        </p:grpSpPr>
        <p:grpSp>
          <p:nvGrpSpPr>
            <p:cNvPr id="403" name="Google Shape;403;p19"/>
            <p:cNvGrpSpPr/>
            <p:nvPr/>
          </p:nvGrpSpPr>
          <p:grpSpPr>
            <a:xfrm>
              <a:off x="4234951" y="2668860"/>
              <a:ext cx="1940329" cy="388212"/>
              <a:chOff x="258320" y="1806520"/>
              <a:chExt cx="2923791" cy="388212"/>
            </a:xfrm>
          </p:grpSpPr>
          <p:sp>
            <p:nvSpPr>
              <p:cNvPr id="404" name="Google Shape;404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08" name="Google Shape;408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409" name="Google Shape;409;p19"/>
            <p:cNvGrpSpPr/>
            <p:nvPr/>
          </p:nvGrpSpPr>
          <p:grpSpPr>
            <a:xfrm>
              <a:off x="4234951" y="3109081"/>
              <a:ext cx="1940329" cy="388212"/>
              <a:chOff x="258320" y="1806520"/>
              <a:chExt cx="2923791" cy="388212"/>
            </a:xfrm>
          </p:grpSpPr>
          <p:sp>
            <p:nvSpPr>
              <p:cNvPr id="410" name="Google Shape;410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14" name="Google Shape;414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415" name="Google Shape;415;p19"/>
          <p:cNvGrpSpPr/>
          <p:nvPr/>
        </p:nvGrpSpPr>
        <p:grpSpPr>
          <a:xfrm>
            <a:off x="4643944" y="2900910"/>
            <a:ext cx="1940329" cy="828433"/>
            <a:chOff x="4234951" y="2668860"/>
            <a:chExt cx="1940329" cy="828433"/>
          </a:xfrm>
        </p:grpSpPr>
        <p:grpSp>
          <p:nvGrpSpPr>
            <p:cNvPr id="416" name="Google Shape;416;p19"/>
            <p:cNvGrpSpPr/>
            <p:nvPr/>
          </p:nvGrpSpPr>
          <p:grpSpPr>
            <a:xfrm>
              <a:off x="4234951" y="2668860"/>
              <a:ext cx="1940329" cy="388212"/>
              <a:chOff x="258320" y="1806520"/>
              <a:chExt cx="2923791" cy="388212"/>
            </a:xfrm>
          </p:grpSpPr>
          <p:sp>
            <p:nvSpPr>
              <p:cNvPr id="417" name="Google Shape;417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21" name="Google Shape;421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422" name="Google Shape;422;p19"/>
            <p:cNvGrpSpPr/>
            <p:nvPr/>
          </p:nvGrpSpPr>
          <p:grpSpPr>
            <a:xfrm>
              <a:off x="4234951" y="3109081"/>
              <a:ext cx="1940329" cy="388212"/>
              <a:chOff x="258320" y="1806520"/>
              <a:chExt cx="2923791" cy="388212"/>
            </a:xfrm>
          </p:grpSpPr>
          <p:sp>
            <p:nvSpPr>
              <p:cNvPr id="423" name="Google Shape;423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27" name="Google Shape;427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428" name="Google Shape;428;p19"/>
          <p:cNvSpPr txBox="1"/>
          <p:nvPr/>
        </p:nvSpPr>
        <p:spPr>
          <a:xfrm>
            <a:off x="246689" y="2889435"/>
            <a:ext cx="11176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11          3 </a:t>
            </a:r>
            <a:endParaRPr/>
          </a:p>
        </p:txBody>
      </p:sp>
      <p:sp>
        <p:nvSpPr>
          <p:cNvPr id="429" name="Google Shape;429;p19"/>
          <p:cNvSpPr txBox="1"/>
          <p:nvPr/>
        </p:nvSpPr>
        <p:spPr>
          <a:xfrm>
            <a:off x="2447459" y="2872935"/>
            <a:ext cx="10647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12          9</a:t>
            </a:r>
            <a:endParaRPr/>
          </a:p>
        </p:txBody>
      </p:sp>
      <p:sp>
        <p:nvSpPr>
          <p:cNvPr id="430" name="Google Shape;430;p19"/>
          <p:cNvSpPr txBox="1"/>
          <p:nvPr/>
        </p:nvSpPr>
        <p:spPr>
          <a:xfrm>
            <a:off x="4664268" y="2907720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9           8</a:t>
            </a:r>
            <a:endParaRPr/>
          </a:p>
        </p:txBody>
      </p:sp>
      <p:grpSp>
        <p:nvGrpSpPr>
          <p:cNvPr id="431" name="Google Shape;431;p19"/>
          <p:cNvGrpSpPr/>
          <p:nvPr/>
        </p:nvGrpSpPr>
        <p:grpSpPr>
          <a:xfrm>
            <a:off x="278759" y="5258397"/>
            <a:ext cx="1940329" cy="828433"/>
            <a:chOff x="4234951" y="2668860"/>
            <a:chExt cx="1940329" cy="828433"/>
          </a:xfrm>
        </p:grpSpPr>
        <p:grpSp>
          <p:nvGrpSpPr>
            <p:cNvPr id="432" name="Google Shape;432;p19"/>
            <p:cNvGrpSpPr/>
            <p:nvPr/>
          </p:nvGrpSpPr>
          <p:grpSpPr>
            <a:xfrm>
              <a:off x="4234951" y="2668860"/>
              <a:ext cx="1940329" cy="388212"/>
              <a:chOff x="258320" y="1806520"/>
              <a:chExt cx="2923791" cy="388212"/>
            </a:xfrm>
          </p:grpSpPr>
          <p:sp>
            <p:nvSpPr>
              <p:cNvPr id="433" name="Google Shape;433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37" name="Google Shape;437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438" name="Google Shape;438;p19"/>
            <p:cNvGrpSpPr/>
            <p:nvPr/>
          </p:nvGrpSpPr>
          <p:grpSpPr>
            <a:xfrm>
              <a:off x="4234951" y="3109081"/>
              <a:ext cx="1940329" cy="388212"/>
              <a:chOff x="258320" y="1806520"/>
              <a:chExt cx="2923791" cy="388212"/>
            </a:xfrm>
          </p:grpSpPr>
          <p:sp>
            <p:nvSpPr>
              <p:cNvPr id="439" name="Google Shape;439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43" name="Google Shape;443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444" name="Google Shape;444;p19"/>
          <p:cNvGrpSpPr/>
          <p:nvPr/>
        </p:nvGrpSpPr>
        <p:grpSpPr>
          <a:xfrm>
            <a:off x="2491883" y="5256110"/>
            <a:ext cx="1940329" cy="828433"/>
            <a:chOff x="4234951" y="2668860"/>
            <a:chExt cx="1940329" cy="828433"/>
          </a:xfrm>
        </p:grpSpPr>
        <p:grpSp>
          <p:nvGrpSpPr>
            <p:cNvPr id="445" name="Google Shape;445;p19"/>
            <p:cNvGrpSpPr/>
            <p:nvPr/>
          </p:nvGrpSpPr>
          <p:grpSpPr>
            <a:xfrm>
              <a:off x="4234951" y="2668860"/>
              <a:ext cx="1940329" cy="388212"/>
              <a:chOff x="258320" y="1806520"/>
              <a:chExt cx="2923791" cy="388212"/>
            </a:xfrm>
          </p:grpSpPr>
          <p:sp>
            <p:nvSpPr>
              <p:cNvPr id="446" name="Google Shape;446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50" name="Google Shape;450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451" name="Google Shape;451;p19"/>
            <p:cNvGrpSpPr/>
            <p:nvPr/>
          </p:nvGrpSpPr>
          <p:grpSpPr>
            <a:xfrm>
              <a:off x="4234951" y="3109081"/>
              <a:ext cx="1940329" cy="388212"/>
              <a:chOff x="258320" y="1806520"/>
              <a:chExt cx="2923791" cy="388212"/>
            </a:xfrm>
          </p:grpSpPr>
          <p:sp>
            <p:nvSpPr>
              <p:cNvPr id="452" name="Google Shape;452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56" name="Google Shape;456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457" name="Google Shape;457;p19"/>
          <p:cNvGrpSpPr/>
          <p:nvPr/>
        </p:nvGrpSpPr>
        <p:grpSpPr>
          <a:xfrm>
            <a:off x="4664268" y="5274539"/>
            <a:ext cx="1940329" cy="828433"/>
            <a:chOff x="4234951" y="2668860"/>
            <a:chExt cx="1940329" cy="828433"/>
          </a:xfrm>
        </p:grpSpPr>
        <p:grpSp>
          <p:nvGrpSpPr>
            <p:cNvPr id="458" name="Google Shape;458;p19"/>
            <p:cNvGrpSpPr/>
            <p:nvPr/>
          </p:nvGrpSpPr>
          <p:grpSpPr>
            <a:xfrm>
              <a:off x="4234951" y="2668860"/>
              <a:ext cx="1940329" cy="388212"/>
              <a:chOff x="258320" y="1806520"/>
              <a:chExt cx="2923791" cy="388212"/>
            </a:xfrm>
          </p:grpSpPr>
          <p:sp>
            <p:nvSpPr>
              <p:cNvPr id="459" name="Google Shape;459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63" name="Google Shape;463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464" name="Google Shape;464;p19"/>
            <p:cNvGrpSpPr/>
            <p:nvPr/>
          </p:nvGrpSpPr>
          <p:grpSpPr>
            <a:xfrm>
              <a:off x="4234951" y="3109081"/>
              <a:ext cx="1940329" cy="388212"/>
              <a:chOff x="258320" y="1806520"/>
              <a:chExt cx="2923791" cy="388212"/>
            </a:xfrm>
          </p:grpSpPr>
          <p:sp>
            <p:nvSpPr>
              <p:cNvPr id="465" name="Google Shape;465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69" name="Google Shape;469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470" name="Google Shape;470;p19"/>
          <p:cNvSpPr txBox="1"/>
          <p:nvPr/>
        </p:nvSpPr>
        <p:spPr>
          <a:xfrm>
            <a:off x="303773" y="5262864"/>
            <a:ext cx="10647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4          11</a:t>
            </a:r>
            <a:endParaRPr/>
          </a:p>
        </p:txBody>
      </p:sp>
      <p:sp>
        <p:nvSpPr>
          <p:cNvPr id="471" name="Google Shape;471;p19"/>
          <p:cNvSpPr txBox="1"/>
          <p:nvPr/>
        </p:nvSpPr>
        <p:spPr>
          <a:xfrm>
            <a:off x="2529021" y="5246564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5           3</a:t>
            </a:r>
            <a:endParaRPr/>
          </a:p>
        </p:txBody>
      </p:sp>
      <p:sp>
        <p:nvSpPr>
          <p:cNvPr id="472" name="Google Shape;472;p19"/>
          <p:cNvSpPr txBox="1"/>
          <p:nvPr/>
        </p:nvSpPr>
        <p:spPr>
          <a:xfrm>
            <a:off x="4684592" y="5281349"/>
            <a:ext cx="10118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10         6</a:t>
            </a:r>
            <a:endParaRPr/>
          </a:p>
        </p:txBody>
      </p:sp>
      <p:sp>
        <p:nvSpPr>
          <p:cNvPr id="473" name="Google Shape;473;p19"/>
          <p:cNvSpPr txBox="1"/>
          <p:nvPr>
            <p:ph idx="12" type="sldNum"/>
          </p:nvPr>
        </p:nvSpPr>
        <p:spPr>
          <a:xfrm>
            <a:off x="5366071" y="955867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474" name="Google Shape;474;p19"/>
          <p:cNvGrpSpPr/>
          <p:nvPr/>
        </p:nvGrpSpPr>
        <p:grpSpPr>
          <a:xfrm>
            <a:off x="298820" y="7664524"/>
            <a:ext cx="1940329" cy="828433"/>
            <a:chOff x="4234951" y="2668860"/>
            <a:chExt cx="1940329" cy="828433"/>
          </a:xfrm>
        </p:grpSpPr>
        <p:grpSp>
          <p:nvGrpSpPr>
            <p:cNvPr id="475" name="Google Shape;475;p19"/>
            <p:cNvGrpSpPr/>
            <p:nvPr/>
          </p:nvGrpSpPr>
          <p:grpSpPr>
            <a:xfrm>
              <a:off x="4234951" y="2668860"/>
              <a:ext cx="1940329" cy="388212"/>
              <a:chOff x="258320" y="1806520"/>
              <a:chExt cx="2923791" cy="388212"/>
            </a:xfrm>
          </p:grpSpPr>
          <p:sp>
            <p:nvSpPr>
              <p:cNvPr id="476" name="Google Shape;476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80" name="Google Shape;480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481" name="Google Shape;481;p19"/>
            <p:cNvGrpSpPr/>
            <p:nvPr/>
          </p:nvGrpSpPr>
          <p:grpSpPr>
            <a:xfrm>
              <a:off x="4234951" y="3109081"/>
              <a:ext cx="1940329" cy="388212"/>
              <a:chOff x="258320" y="1806520"/>
              <a:chExt cx="2923791" cy="388212"/>
            </a:xfrm>
          </p:grpSpPr>
          <p:sp>
            <p:nvSpPr>
              <p:cNvPr id="482" name="Google Shape;482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86" name="Google Shape;486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487" name="Google Shape;487;p19"/>
          <p:cNvGrpSpPr/>
          <p:nvPr/>
        </p:nvGrpSpPr>
        <p:grpSpPr>
          <a:xfrm>
            <a:off x="2511944" y="7662237"/>
            <a:ext cx="1940329" cy="828433"/>
            <a:chOff x="4234951" y="2668860"/>
            <a:chExt cx="1940329" cy="828433"/>
          </a:xfrm>
        </p:grpSpPr>
        <p:grpSp>
          <p:nvGrpSpPr>
            <p:cNvPr id="488" name="Google Shape;488;p19"/>
            <p:cNvGrpSpPr/>
            <p:nvPr/>
          </p:nvGrpSpPr>
          <p:grpSpPr>
            <a:xfrm>
              <a:off x="4234951" y="2668860"/>
              <a:ext cx="1940329" cy="388212"/>
              <a:chOff x="258320" y="1806520"/>
              <a:chExt cx="2923791" cy="388212"/>
            </a:xfrm>
          </p:grpSpPr>
          <p:sp>
            <p:nvSpPr>
              <p:cNvPr id="489" name="Google Shape;489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93" name="Google Shape;493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494" name="Google Shape;494;p19"/>
            <p:cNvGrpSpPr/>
            <p:nvPr/>
          </p:nvGrpSpPr>
          <p:grpSpPr>
            <a:xfrm>
              <a:off x="4234951" y="3109081"/>
              <a:ext cx="1940329" cy="388212"/>
              <a:chOff x="258320" y="1806520"/>
              <a:chExt cx="2923791" cy="388212"/>
            </a:xfrm>
          </p:grpSpPr>
          <p:sp>
            <p:nvSpPr>
              <p:cNvPr id="495" name="Google Shape;495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99" name="Google Shape;499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500" name="Google Shape;500;p19"/>
          <p:cNvGrpSpPr/>
          <p:nvPr/>
        </p:nvGrpSpPr>
        <p:grpSpPr>
          <a:xfrm>
            <a:off x="4684329" y="7680666"/>
            <a:ext cx="1940329" cy="828433"/>
            <a:chOff x="4234951" y="2668860"/>
            <a:chExt cx="1940329" cy="828433"/>
          </a:xfrm>
        </p:grpSpPr>
        <p:grpSp>
          <p:nvGrpSpPr>
            <p:cNvPr id="501" name="Google Shape;501;p19"/>
            <p:cNvGrpSpPr/>
            <p:nvPr/>
          </p:nvGrpSpPr>
          <p:grpSpPr>
            <a:xfrm>
              <a:off x="4234951" y="2668860"/>
              <a:ext cx="1940329" cy="388212"/>
              <a:chOff x="258320" y="1806520"/>
              <a:chExt cx="2923791" cy="388212"/>
            </a:xfrm>
          </p:grpSpPr>
          <p:sp>
            <p:nvSpPr>
              <p:cNvPr id="502" name="Google Shape;502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506" name="Google Shape;506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507" name="Google Shape;507;p19"/>
            <p:cNvGrpSpPr/>
            <p:nvPr/>
          </p:nvGrpSpPr>
          <p:grpSpPr>
            <a:xfrm>
              <a:off x="4234951" y="3109081"/>
              <a:ext cx="1940329" cy="388212"/>
              <a:chOff x="258320" y="1806520"/>
              <a:chExt cx="2923791" cy="388212"/>
            </a:xfrm>
          </p:grpSpPr>
          <p:sp>
            <p:nvSpPr>
              <p:cNvPr id="508" name="Google Shape;508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19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512" name="Google Shape;512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513" name="Google Shape;513;p19"/>
          <p:cNvSpPr txBox="1"/>
          <p:nvPr/>
        </p:nvSpPr>
        <p:spPr>
          <a:xfrm>
            <a:off x="323834" y="7668991"/>
            <a:ext cx="10647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0          12</a:t>
            </a:r>
            <a:endParaRPr/>
          </a:p>
        </p:txBody>
      </p:sp>
      <p:sp>
        <p:nvSpPr>
          <p:cNvPr id="514" name="Google Shape;514;p19"/>
          <p:cNvSpPr txBox="1"/>
          <p:nvPr/>
        </p:nvSpPr>
        <p:spPr>
          <a:xfrm>
            <a:off x="2549082" y="7652691"/>
            <a:ext cx="947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9          1</a:t>
            </a:r>
            <a:endParaRPr/>
          </a:p>
        </p:txBody>
      </p:sp>
      <p:sp>
        <p:nvSpPr>
          <p:cNvPr id="515" name="Google Shape;515;p19"/>
          <p:cNvSpPr txBox="1"/>
          <p:nvPr/>
        </p:nvSpPr>
        <p:spPr>
          <a:xfrm>
            <a:off x="4704653" y="7687476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9           7</a:t>
            </a:r>
            <a:endParaRPr/>
          </a:p>
        </p:txBody>
      </p:sp>
      <p:sp>
        <p:nvSpPr>
          <p:cNvPr id="516" name="Google Shape;516;p19"/>
          <p:cNvSpPr txBox="1"/>
          <p:nvPr/>
        </p:nvSpPr>
        <p:spPr>
          <a:xfrm>
            <a:off x="1712113" y="582542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517" name="Google Shape;517;p19"/>
          <p:cNvSpPr txBox="1"/>
          <p:nvPr/>
        </p:nvSpPr>
        <p:spPr>
          <a:xfrm>
            <a:off x="1732836" y="102493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518" name="Google Shape;518;p19"/>
          <p:cNvSpPr txBox="1"/>
          <p:nvPr/>
        </p:nvSpPr>
        <p:spPr>
          <a:xfrm>
            <a:off x="323006" y="1023826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6           3</a:t>
            </a:r>
            <a:endParaRPr/>
          </a:p>
        </p:txBody>
      </p:sp>
      <p:sp>
        <p:nvSpPr>
          <p:cNvPr id="519" name="Google Shape;519;p19"/>
          <p:cNvSpPr txBox="1"/>
          <p:nvPr/>
        </p:nvSpPr>
        <p:spPr>
          <a:xfrm>
            <a:off x="3910018" y="59717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/>
          </a:p>
        </p:txBody>
      </p:sp>
      <p:sp>
        <p:nvSpPr>
          <p:cNvPr id="520" name="Google Shape;520;p19"/>
          <p:cNvSpPr txBox="1"/>
          <p:nvPr/>
        </p:nvSpPr>
        <p:spPr>
          <a:xfrm>
            <a:off x="3930741" y="1039572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/>
          </a:p>
        </p:txBody>
      </p:sp>
      <p:sp>
        <p:nvSpPr>
          <p:cNvPr id="521" name="Google Shape;521;p19"/>
          <p:cNvSpPr txBox="1"/>
          <p:nvPr/>
        </p:nvSpPr>
        <p:spPr>
          <a:xfrm>
            <a:off x="2520911" y="1038459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8           7</a:t>
            </a:r>
            <a:endParaRPr/>
          </a:p>
        </p:txBody>
      </p:sp>
      <p:sp>
        <p:nvSpPr>
          <p:cNvPr id="522" name="Google Shape;522;p19"/>
          <p:cNvSpPr txBox="1"/>
          <p:nvPr/>
        </p:nvSpPr>
        <p:spPr>
          <a:xfrm>
            <a:off x="6053059" y="582542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523" name="Google Shape;523;p19"/>
          <p:cNvSpPr txBox="1"/>
          <p:nvPr/>
        </p:nvSpPr>
        <p:spPr>
          <a:xfrm>
            <a:off x="6073782" y="102493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524" name="Google Shape;524;p19"/>
          <p:cNvSpPr txBox="1"/>
          <p:nvPr/>
        </p:nvSpPr>
        <p:spPr>
          <a:xfrm>
            <a:off x="4663952" y="1023826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7           4</a:t>
            </a:r>
            <a:endParaRPr/>
          </a:p>
        </p:txBody>
      </p:sp>
      <p:sp>
        <p:nvSpPr>
          <p:cNvPr id="525" name="Google Shape;525;p19"/>
          <p:cNvSpPr txBox="1"/>
          <p:nvPr/>
        </p:nvSpPr>
        <p:spPr>
          <a:xfrm>
            <a:off x="1666341" y="286414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526" name="Google Shape;526;p19"/>
          <p:cNvSpPr txBox="1"/>
          <p:nvPr/>
        </p:nvSpPr>
        <p:spPr>
          <a:xfrm>
            <a:off x="1687064" y="330654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527" name="Google Shape;527;p19"/>
          <p:cNvSpPr txBox="1"/>
          <p:nvPr/>
        </p:nvSpPr>
        <p:spPr>
          <a:xfrm>
            <a:off x="277234" y="3305428"/>
            <a:ext cx="10647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3          11</a:t>
            </a:r>
            <a:endParaRPr/>
          </a:p>
        </p:txBody>
      </p:sp>
      <p:sp>
        <p:nvSpPr>
          <p:cNvPr id="528" name="Google Shape;528;p19"/>
          <p:cNvSpPr txBox="1"/>
          <p:nvPr/>
        </p:nvSpPr>
        <p:spPr>
          <a:xfrm>
            <a:off x="3868312" y="2918945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108</a:t>
            </a:r>
            <a:endParaRPr/>
          </a:p>
        </p:txBody>
      </p:sp>
      <p:sp>
        <p:nvSpPr>
          <p:cNvPr id="529" name="Google Shape;529;p19"/>
          <p:cNvSpPr txBox="1"/>
          <p:nvPr/>
        </p:nvSpPr>
        <p:spPr>
          <a:xfrm>
            <a:off x="3889035" y="3361342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108</a:t>
            </a:r>
            <a:endParaRPr/>
          </a:p>
        </p:txBody>
      </p:sp>
      <p:sp>
        <p:nvSpPr>
          <p:cNvPr id="530" name="Google Shape;530;p19"/>
          <p:cNvSpPr txBox="1"/>
          <p:nvPr/>
        </p:nvSpPr>
        <p:spPr>
          <a:xfrm>
            <a:off x="2443639" y="3313156"/>
            <a:ext cx="11176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9           12</a:t>
            </a:r>
            <a:endParaRPr/>
          </a:p>
        </p:txBody>
      </p:sp>
      <p:sp>
        <p:nvSpPr>
          <p:cNvPr id="531" name="Google Shape;531;p19"/>
          <p:cNvSpPr txBox="1"/>
          <p:nvPr/>
        </p:nvSpPr>
        <p:spPr>
          <a:xfrm>
            <a:off x="6053059" y="293598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endParaRPr/>
          </a:p>
        </p:txBody>
      </p:sp>
      <p:sp>
        <p:nvSpPr>
          <p:cNvPr id="532" name="Google Shape;532;p19"/>
          <p:cNvSpPr txBox="1"/>
          <p:nvPr/>
        </p:nvSpPr>
        <p:spPr>
          <a:xfrm>
            <a:off x="6073782" y="337838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endParaRPr/>
          </a:p>
        </p:txBody>
      </p:sp>
      <p:sp>
        <p:nvSpPr>
          <p:cNvPr id="533" name="Google Shape;533;p19"/>
          <p:cNvSpPr txBox="1"/>
          <p:nvPr/>
        </p:nvSpPr>
        <p:spPr>
          <a:xfrm>
            <a:off x="4663952" y="3377268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8           9</a:t>
            </a:r>
            <a:endParaRPr/>
          </a:p>
        </p:txBody>
      </p:sp>
      <p:sp>
        <p:nvSpPr>
          <p:cNvPr id="534" name="Google Shape;534;p19"/>
          <p:cNvSpPr txBox="1"/>
          <p:nvPr/>
        </p:nvSpPr>
        <p:spPr>
          <a:xfrm>
            <a:off x="1680202" y="5270573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/>
          </a:p>
        </p:txBody>
      </p:sp>
      <p:sp>
        <p:nvSpPr>
          <p:cNvPr id="535" name="Google Shape;535;p19"/>
          <p:cNvSpPr txBox="1"/>
          <p:nvPr/>
        </p:nvSpPr>
        <p:spPr>
          <a:xfrm>
            <a:off x="1700925" y="571297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/>
          </a:p>
        </p:txBody>
      </p:sp>
      <p:sp>
        <p:nvSpPr>
          <p:cNvPr id="536" name="Google Shape;536;p19"/>
          <p:cNvSpPr txBox="1"/>
          <p:nvPr/>
        </p:nvSpPr>
        <p:spPr>
          <a:xfrm>
            <a:off x="291095" y="5711857"/>
            <a:ext cx="10118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11         4</a:t>
            </a:r>
            <a:endParaRPr/>
          </a:p>
        </p:txBody>
      </p:sp>
      <p:sp>
        <p:nvSpPr>
          <p:cNvPr id="537" name="Google Shape;537;p19"/>
          <p:cNvSpPr txBox="1"/>
          <p:nvPr/>
        </p:nvSpPr>
        <p:spPr>
          <a:xfrm>
            <a:off x="3958732" y="5305123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538" name="Google Shape;538;p19"/>
          <p:cNvSpPr txBox="1"/>
          <p:nvPr/>
        </p:nvSpPr>
        <p:spPr>
          <a:xfrm>
            <a:off x="3979455" y="574752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539" name="Google Shape;539;p19"/>
          <p:cNvSpPr txBox="1"/>
          <p:nvPr/>
        </p:nvSpPr>
        <p:spPr>
          <a:xfrm>
            <a:off x="2569625" y="5746407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3           5</a:t>
            </a:r>
            <a:endParaRPr/>
          </a:p>
        </p:txBody>
      </p:sp>
      <p:sp>
        <p:nvSpPr>
          <p:cNvPr id="540" name="Google Shape;540;p19"/>
          <p:cNvSpPr txBox="1"/>
          <p:nvPr/>
        </p:nvSpPr>
        <p:spPr>
          <a:xfrm>
            <a:off x="6086445" y="5305123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/>
          </a:p>
        </p:txBody>
      </p:sp>
      <p:sp>
        <p:nvSpPr>
          <p:cNvPr id="541" name="Google Shape;541;p19"/>
          <p:cNvSpPr txBox="1"/>
          <p:nvPr/>
        </p:nvSpPr>
        <p:spPr>
          <a:xfrm>
            <a:off x="6107168" y="574752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/>
          </a:p>
        </p:txBody>
      </p:sp>
      <p:sp>
        <p:nvSpPr>
          <p:cNvPr id="542" name="Google Shape;542;p19"/>
          <p:cNvSpPr txBox="1"/>
          <p:nvPr/>
        </p:nvSpPr>
        <p:spPr>
          <a:xfrm>
            <a:off x="4697338" y="5746407"/>
            <a:ext cx="11176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6           10</a:t>
            </a:r>
            <a:endParaRPr/>
          </a:p>
        </p:txBody>
      </p:sp>
      <p:sp>
        <p:nvSpPr>
          <p:cNvPr id="543" name="Google Shape;543;p19"/>
          <p:cNvSpPr txBox="1"/>
          <p:nvPr/>
        </p:nvSpPr>
        <p:spPr>
          <a:xfrm>
            <a:off x="1666150" y="76899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44" name="Google Shape;544;p19"/>
          <p:cNvSpPr txBox="1"/>
          <p:nvPr/>
        </p:nvSpPr>
        <p:spPr>
          <a:xfrm>
            <a:off x="1686873" y="813239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45" name="Google Shape;545;p19"/>
          <p:cNvSpPr txBox="1"/>
          <p:nvPr/>
        </p:nvSpPr>
        <p:spPr>
          <a:xfrm>
            <a:off x="277043" y="8131280"/>
            <a:ext cx="10647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12          0</a:t>
            </a:r>
            <a:endParaRPr/>
          </a:p>
        </p:txBody>
      </p:sp>
      <p:sp>
        <p:nvSpPr>
          <p:cNvPr id="546" name="Google Shape;546;p19"/>
          <p:cNvSpPr txBox="1"/>
          <p:nvPr/>
        </p:nvSpPr>
        <p:spPr>
          <a:xfrm>
            <a:off x="3923229" y="766769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547" name="Google Shape;547;p19"/>
          <p:cNvSpPr txBox="1"/>
          <p:nvPr/>
        </p:nvSpPr>
        <p:spPr>
          <a:xfrm>
            <a:off x="3943952" y="811009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548" name="Google Shape;548;p19"/>
          <p:cNvSpPr txBox="1"/>
          <p:nvPr/>
        </p:nvSpPr>
        <p:spPr>
          <a:xfrm>
            <a:off x="2534122" y="8108977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1           9</a:t>
            </a:r>
            <a:endParaRPr/>
          </a:p>
        </p:txBody>
      </p:sp>
      <p:sp>
        <p:nvSpPr>
          <p:cNvPr id="549" name="Google Shape;549;p19"/>
          <p:cNvSpPr txBox="1"/>
          <p:nvPr/>
        </p:nvSpPr>
        <p:spPr>
          <a:xfrm>
            <a:off x="6109851" y="767753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63</a:t>
            </a:r>
            <a:endParaRPr/>
          </a:p>
        </p:txBody>
      </p:sp>
      <p:sp>
        <p:nvSpPr>
          <p:cNvPr id="550" name="Google Shape;550;p19"/>
          <p:cNvSpPr txBox="1"/>
          <p:nvPr/>
        </p:nvSpPr>
        <p:spPr>
          <a:xfrm>
            <a:off x="6130574" y="8119927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63</a:t>
            </a:r>
            <a:endParaRPr/>
          </a:p>
        </p:txBody>
      </p:sp>
      <p:sp>
        <p:nvSpPr>
          <p:cNvPr id="551" name="Google Shape;551;p19"/>
          <p:cNvSpPr txBox="1"/>
          <p:nvPr/>
        </p:nvSpPr>
        <p:spPr>
          <a:xfrm>
            <a:off x="4720744" y="8118814"/>
            <a:ext cx="1000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7           9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0"/>
          <p:cNvSpPr txBox="1"/>
          <p:nvPr>
            <p:ph idx="12" type="sldNum"/>
          </p:nvPr>
        </p:nvSpPr>
        <p:spPr>
          <a:xfrm>
            <a:off x="5314950" y="952436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7" name="Google Shape;557;p20"/>
          <p:cNvSpPr txBox="1"/>
          <p:nvPr/>
        </p:nvSpPr>
        <p:spPr>
          <a:xfrm>
            <a:off x="71508" y="2804314"/>
            <a:ext cx="1143198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Mental division</a:t>
            </a:r>
            <a:endParaRPr/>
          </a:p>
        </p:txBody>
      </p:sp>
      <p:graphicFrame>
        <p:nvGraphicFramePr>
          <p:cNvPr id="558" name="Google Shape;558;p20"/>
          <p:cNvGraphicFramePr/>
          <p:nvPr/>
        </p:nvGraphicFramePr>
        <p:xfrm>
          <a:off x="80574" y="31034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918050"/>
                <a:gridCol w="1814775"/>
                <a:gridCol w="1983200"/>
                <a:gridCol w="1983200"/>
              </a:tblGrid>
              <a:tr h="275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10 - I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11 - We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12 - You do…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49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Identify how many times the divisor goes into the dividend.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9" name="Google Shape;559;p20"/>
          <p:cNvSpPr txBox="1"/>
          <p:nvPr/>
        </p:nvSpPr>
        <p:spPr>
          <a:xfrm>
            <a:off x="74200" y="7207903"/>
            <a:ext cx="1022685" cy="4616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560" name="Google Shape;560;p20"/>
          <p:cNvGraphicFramePr/>
          <p:nvPr/>
        </p:nvGraphicFramePr>
        <p:xfrm>
          <a:off x="71508" y="77344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1675175"/>
                <a:gridCol w="1675175"/>
                <a:gridCol w="1675175"/>
                <a:gridCol w="16751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43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1" name="Google Shape;561;p20"/>
          <p:cNvSpPr txBox="1"/>
          <p:nvPr/>
        </p:nvSpPr>
        <p:spPr>
          <a:xfrm>
            <a:off x="1096885" y="7411812"/>
            <a:ext cx="70505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Answer the following division questions.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0"/>
          <p:cNvSpPr txBox="1"/>
          <p:nvPr/>
        </p:nvSpPr>
        <p:spPr>
          <a:xfrm>
            <a:off x="1770927" y="3627982"/>
            <a:ext cx="243069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63" name="Google Shape;563;p20"/>
          <p:cNvSpPr txBox="1"/>
          <p:nvPr/>
        </p:nvSpPr>
        <p:spPr>
          <a:xfrm>
            <a:off x="3702739" y="3639552"/>
            <a:ext cx="243069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64" name="Google Shape;564;p20"/>
          <p:cNvSpPr txBox="1"/>
          <p:nvPr/>
        </p:nvSpPr>
        <p:spPr>
          <a:xfrm>
            <a:off x="5634551" y="3639552"/>
            <a:ext cx="243069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65" name="Google Shape;565;p20"/>
          <p:cNvSpPr txBox="1"/>
          <p:nvPr/>
        </p:nvSpPr>
        <p:spPr>
          <a:xfrm>
            <a:off x="585542" y="8010061"/>
            <a:ext cx="62009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4                                8                              11                           12 </a:t>
            </a:r>
            <a:endParaRPr/>
          </a:p>
        </p:txBody>
      </p:sp>
      <p:sp>
        <p:nvSpPr>
          <p:cNvPr id="566" name="Google Shape;566;p20"/>
          <p:cNvSpPr txBox="1"/>
          <p:nvPr/>
        </p:nvSpPr>
        <p:spPr>
          <a:xfrm>
            <a:off x="647543" y="8629878"/>
            <a:ext cx="62009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1                                6                              7                           2 </a:t>
            </a:r>
            <a:endParaRPr/>
          </a:p>
        </p:txBody>
      </p:sp>
      <p:sp>
        <p:nvSpPr>
          <p:cNvPr id="567" name="Google Shape;567;p20"/>
          <p:cNvSpPr txBox="1"/>
          <p:nvPr/>
        </p:nvSpPr>
        <p:spPr>
          <a:xfrm>
            <a:off x="719891" y="9293114"/>
            <a:ext cx="62009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12                            8                              10                           11 </a:t>
            </a:r>
            <a:endParaRPr/>
          </a:p>
        </p:txBody>
      </p:sp>
      <p:cxnSp>
        <p:nvCxnSpPr>
          <p:cNvPr id="568" name="Google Shape;568;p20"/>
          <p:cNvCxnSpPr/>
          <p:nvPr/>
        </p:nvCxnSpPr>
        <p:spPr>
          <a:xfrm flipH="1" rot="10800000">
            <a:off x="946283" y="2780558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9" name="Google Shape;569;p20"/>
          <p:cNvSpPr/>
          <p:nvPr/>
        </p:nvSpPr>
        <p:spPr>
          <a:xfrm>
            <a:off x="114141" y="114855"/>
            <a:ext cx="6679742" cy="25572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0" name="Google Shape;570;p20"/>
          <p:cNvCxnSpPr/>
          <p:nvPr/>
        </p:nvCxnSpPr>
        <p:spPr>
          <a:xfrm>
            <a:off x="115192" y="1520856"/>
            <a:ext cx="667974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1" name="Google Shape;571;p20"/>
          <p:cNvCxnSpPr/>
          <p:nvPr/>
        </p:nvCxnSpPr>
        <p:spPr>
          <a:xfrm rot="10800000">
            <a:off x="3389844" y="114855"/>
            <a:ext cx="0" cy="25572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2" name="Google Shape;572;p20"/>
          <p:cNvSpPr txBox="1"/>
          <p:nvPr/>
        </p:nvSpPr>
        <p:spPr>
          <a:xfrm>
            <a:off x="131895" y="114854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0"/>
          <p:cNvSpPr txBox="1"/>
          <p:nvPr/>
        </p:nvSpPr>
        <p:spPr>
          <a:xfrm>
            <a:off x="5655946" y="82468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0"/>
          <p:cNvSpPr txBox="1"/>
          <p:nvPr/>
        </p:nvSpPr>
        <p:spPr>
          <a:xfrm>
            <a:off x="101439" y="1482018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0"/>
          <p:cNvSpPr txBox="1"/>
          <p:nvPr/>
        </p:nvSpPr>
        <p:spPr>
          <a:xfrm>
            <a:off x="5637861" y="1506179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0"/>
          <p:cNvSpPr txBox="1"/>
          <p:nvPr/>
        </p:nvSpPr>
        <p:spPr>
          <a:xfrm>
            <a:off x="131234" y="363329"/>
            <a:ext cx="3230335" cy="478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</a:t>
            </a: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is the </a:t>
            </a:r>
            <a:r>
              <a:rPr b="0" i="0" lang="en-GB" sz="1200" u="sng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arithmetical</a:t>
            </a: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process of dividing one number into another number.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0"/>
          <p:cNvSpPr txBox="1"/>
          <p:nvPr/>
        </p:nvSpPr>
        <p:spPr>
          <a:xfrm>
            <a:off x="3498286" y="174615"/>
            <a:ext cx="3201379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Involves two numbers: dividend and divisor.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 of division is called the quotient.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result in a whole number, a fraction, or a decimal, depending on the numbers involved.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Denoted by the symbol "÷" or the fraction bar "⁄“</a:t>
            </a:r>
            <a:endParaRPr/>
          </a:p>
          <a:p>
            <a:pPr indent="-171450" lvl="1" marL="6286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 commutative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0"/>
          <p:cNvSpPr txBox="1"/>
          <p:nvPr/>
        </p:nvSpPr>
        <p:spPr>
          <a:xfrm>
            <a:off x="2842035" y="1376075"/>
            <a:ext cx="1039067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0"/>
          <p:cNvSpPr txBox="1"/>
          <p:nvPr/>
        </p:nvSpPr>
        <p:spPr>
          <a:xfrm>
            <a:off x="198665" y="1751941"/>
            <a:ext cx="32303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÷ 2 =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÷ 4 =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 ÷ 7 =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1.5 ÷ 0.5 = 3 </a:t>
            </a:r>
            <a:endParaRPr/>
          </a:p>
        </p:txBody>
      </p:sp>
      <p:sp>
        <p:nvSpPr>
          <p:cNvPr id="580" name="Google Shape;580;p20"/>
          <p:cNvSpPr txBox="1"/>
          <p:nvPr/>
        </p:nvSpPr>
        <p:spPr>
          <a:xfrm>
            <a:off x="3330519" y="1652624"/>
            <a:ext cx="372800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 &amp; subtraction are not division operations.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Multiplication is the inverse of division but is a different operation.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Ratios and proportions are related concepts but are not division.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5" name="Google Shape;585;p21"/>
          <p:cNvGraphicFramePr/>
          <p:nvPr/>
        </p:nvGraphicFramePr>
        <p:xfrm>
          <a:off x="78636" y="507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1675175"/>
                <a:gridCol w="1675175"/>
                <a:gridCol w="1675175"/>
                <a:gridCol w="16751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43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u)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v)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x)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y)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z)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ai)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aj)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ak)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al)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am)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an)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ao)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aq)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ar)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as)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at)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au)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av)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aw)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ax)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ay)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az)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bi)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bj)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bk)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bl)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bm)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bn)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bo)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bq)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br)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bs)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bt)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86" name="Google Shape;586;p21"/>
          <p:cNvSpPr txBox="1"/>
          <p:nvPr>
            <p:ph idx="12" type="sldNum"/>
          </p:nvPr>
        </p:nvSpPr>
        <p:spPr>
          <a:xfrm>
            <a:off x="5342246" y="951916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87" name="Google Shape;587;p21"/>
          <p:cNvSpPr txBox="1"/>
          <p:nvPr/>
        </p:nvSpPr>
        <p:spPr>
          <a:xfrm>
            <a:off x="851760" y="336046"/>
            <a:ext cx="62009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10                                8                              3                           12 </a:t>
            </a:r>
            <a:endParaRPr/>
          </a:p>
        </p:txBody>
      </p:sp>
      <p:sp>
        <p:nvSpPr>
          <p:cNvPr id="588" name="Google Shape;588;p21"/>
          <p:cNvSpPr txBox="1"/>
          <p:nvPr/>
        </p:nvSpPr>
        <p:spPr>
          <a:xfrm>
            <a:off x="913761" y="955863"/>
            <a:ext cx="62009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10                             12                             10                           1 </a:t>
            </a:r>
            <a:endParaRPr/>
          </a:p>
        </p:txBody>
      </p:sp>
      <p:sp>
        <p:nvSpPr>
          <p:cNvPr id="589" name="Google Shape;589;p21"/>
          <p:cNvSpPr txBox="1"/>
          <p:nvPr/>
        </p:nvSpPr>
        <p:spPr>
          <a:xfrm>
            <a:off x="986109" y="1619099"/>
            <a:ext cx="62009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5                            2                              11                           9 </a:t>
            </a:r>
            <a:endParaRPr/>
          </a:p>
        </p:txBody>
      </p:sp>
      <p:sp>
        <p:nvSpPr>
          <p:cNvPr id="590" name="Google Shape;590;p21"/>
          <p:cNvSpPr txBox="1"/>
          <p:nvPr/>
        </p:nvSpPr>
        <p:spPr>
          <a:xfrm>
            <a:off x="779412" y="2282335"/>
            <a:ext cx="62009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3                                1                              12                           6 </a:t>
            </a:r>
            <a:endParaRPr/>
          </a:p>
        </p:txBody>
      </p:sp>
      <p:sp>
        <p:nvSpPr>
          <p:cNvPr id="591" name="Google Shape;591;p21"/>
          <p:cNvSpPr txBox="1"/>
          <p:nvPr/>
        </p:nvSpPr>
        <p:spPr>
          <a:xfrm>
            <a:off x="841413" y="2902152"/>
            <a:ext cx="62009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7                                2                              7                           9 </a:t>
            </a:r>
            <a:endParaRPr/>
          </a:p>
        </p:txBody>
      </p:sp>
      <p:sp>
        <p:nvSpPr>
          <p:cNvPr id="592" name="Google Shape;592;p21"/>
          <p:cNvSpPr txBox="1"/>
          <p:nvPr/>
        </p:nvSpPr>
        <p:spPr>
          <a:xfrm>
            <a:off x="913761" y="3565388"/>
            <a:ext cx="62009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12                            10                              6                           11 </a:t>
            </a:r>
            <a:endParaRPr/>
          </a:p>
        </p:txBody>
      </p:sp>
      <p:sp>
        <p:nvSpPr>
          <p:cNvPr id="593" name="Google Shape;593;p21"/>
          <p:cNvSpPr txBox="1"/>
          <p:nvPr/>
        </p:nvSpPr>
        <p:spPr>
          <a:xfrm>
            <a:off x="851760" y="4185205"/>
            <a:ext cx="62009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2                                6                              12                           4 </a:t>
            </a:r>
            <a:endParaRPr/>
          </a:p>
        </p:txBody>
      </p:sp>
      <p:sp>
        <p:nvSpPr>
          <p:cNvPr id="594" name="Google Shape;594;p21"/>
          <p:cNvSpPr txBox="1"/>
          <p:nvPr/>
        </p:nvSpPr>
        <p:spPr>
          <a:xfrm>
            <a:off x="913761" y="4805022"/>
            <a:ext cx="62009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1                                11                              9                           8 </a:t>
            </a:r>
            <a:endParaRPr/>
          </a:p>
        </p:txBody>
      </p:sp>
      <p:sp>
        <p:nvSpPr>
          <p:cNvPr id="595" name="Google Shape;595;p21"/>
          <p:cNvSpPr txBox="1"/>
          <p:nvPr/>
        </p:nvSpPr>
        <p:spPr>
          <a:xfrm>
            <a:off x="986109" y="5468258"/>
            <a:ext cx="62009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10                            12                              9                           4 </a:t>
            </a:r>
            <a:endParaRPr/>
          </a:p>
        </p:txBody>
      </p:sp>
      <p:sp>
        <p:nvSpPr>
          <p:cNvPr id="596" name="Google Shape;596;p21"/>
          <p:cNvSpPr txBox="1"/>
          <p:nvPr/>
        </p:nvSpPr>
        <p:spPr>
          <a:xfrm>
            <a:off x="779412" y="6133028"/>
            <a:ext cx="62009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5                                5                              9                           6 </a:t>
            </a:r>
            <a:endParaRPr/>
          </a:p>
        </p:txBody>
      </p:sp>
      <p:sp>
        <p:nvSpPr>
          <p:cNvPr id="597" name="Google Shape;597;p21"/>
          <p:cNvSpPr txBox="1"/>
          <p:nvPr/>
        </p:nvSpPr>
        <p:spPr>
          <a:xfrm>
            <a:off x="841413" y="6752845"/>
            <a:ext cx="62009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2                                1                              3                           7 </a:t>
            </a:r>
            <a:endParaRPr/>
          </a:p>
        </p:txBody>
      </p:sp>
      <p:sp>
        <p:nvSpPr>
          <p:cNvPr id="598" name="Google Shape;598;p21"/>
          <p:cNvSpPr txBox="1"/>
          <p:nvPr/>
        </p:nvSpPr>
        <p:spPr>
          <a:xfrm>
            <a:off x="913761" y="7416081"/>
            <a:ext cx="62009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8                             10                              4                           12 </a:t>
            </a:r>
            <a:endParaRPr/>
          </a:p>
        </p:txBody>
      </p:sp>
      <p:sp>
        <p:nvSpPr>
          <p:cNvPr id="599" name="Google Shape;599;p21"/>
          <p:cNvSpPr txBox="1"/>
          <p:nvPr/>
        </p:nvSpPr>
        <p:spPr>
          <a:xfrm>
            <a:off x="851760" y="8034364"/>
            <a:ext cx="62009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5                                11                              2                           3 </a:t>
            </a:r>
            <a:endParaRPr/>
          </a:p>
        </p:txBody>
      </p:sp>
      <p:sp>
        <p:nvSpPr>
          <p:cNvPr id="600" name="Google Shape;600;p21"/>
          <p:cNvSpPr txBox="1"/>
          <p:nvPr/>
        </p:nvSpPr>
        <p:spPr>
          <a:xfrm>
            <a:off x="913761" y="8654181"/>
            <a:ext cx="62009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7                                9                              12                           2 </a:t>
            </a:r>
            <a:endParaRPr/>
          </a:p>
        </p:txBody>
      </p:sp>
      <p:sp>
        <p:nvSpPr>
          <p:cNvPr id="601" name="Google Shape;601;p21"/>
          <p:cNvSpPr txBox="1"/>
          <p:nvPr/>
        </p:nvSpPr>
        <p:spPr>
          <a:xfrm>
            <a:off x="986109" y="9317417"/>
            <a:ext cx="62009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6                            12                              7                           3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6" name="Google Shape;606;p22"/>
          <p:cNvGraphicFramePr/>
          <p:nvPr/>
        </p:nvGraphicFramePr>
        <p:xfrm>
          <a:off x="216568" y="125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6424875"/>
              </a:tblGrid>
              <a:tr h="106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bu) For every division where the number was divided by itself, what did you notice?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>
                          <a:solidFill>
                            <a:srgbClr val="FF0000"/>
                          </a:solidFill>
                        </a:rPr>
                        <a:t>The answer is 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6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bv) For every division where the divisor was 1, what did you notice?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>
                          <a:solidFill>
                            <a:srgbClr val="FF0000"/>
                          </a:solidFill>
                        </a:rPr>
                        <a:t>The dividend (the number you started with) stays the same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7" name="Google Shape;607;p22"/>
          <p:cNvGraphicFramePr/>
          <p:nvPr/>
        </p:nvGraphicFramePr>
        <p:xfrm>
          <a:off x="216568" y="29141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2141625"/>
                <a:gridCol w="2141625"/>
                <a:gridCol w="2141625"/>
              </a:tblGrid>
              <a:tr h="274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13 - I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14 - We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15 - You do…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6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8" name="Google Shape;608;p22"/>
          <p:cNvSpPr txBox="1"/>
          <p:nvPr/>
        </p:nvSpPr>
        <p:spPr>
          <a:xfrm>
            <a:off x="216569" y="2554432"/>
            <a:ext cx="3011594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Exploring dividing by 1 and the dividend itself</a:t>
            </a:r>
            <a:endParaRPr/>
          </a:p>
        </p:txBody>
      </p:sp>
      <p:graphicFrame>
        <p:nvGraphicFramePr>
          <p:cNvPr id="609" name="Google Shape;609;p22"/>
          <p:cNvGraphicFramePr/>
          <p:nvPr/>
        </p:nvGraphicFramePr>
        <p:xfrm>
          <a:off x="216568" y="51909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6424875"/>
              </a:tblGrid>
              <a:tr h="47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When dividing any number by 1, the number stays  __________________________________ .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When dividing any number by itself, the answer will always be ______________________________ .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0" name="Google Shape;610;p22"/>
          <p:cNvGraphicFramePr/>
          <p:nvPr/>
        </p:nvGraphicFramePr>
        <p:xfrm>
          <a:off x="216568" y="68665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1284975"/>
                <a:gridCol w="1284975"/>
                <a:gridCol w="1284975"/>
                <a:gridCol w="1284975"/>
                <a:gridCol w="1284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 7 ÷ 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76 ÷ 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765 ÷ 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567 ÷ 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76501 ÷1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9 ÷ 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19 ÷ 19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191 ÷ 191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911 ÷ 911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 91919 ÷ 91919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11" name="Google Shape;611;p22"/>
          <p:cNvSpPr txBox="1"/>
          <p:nvPr/>
        </p:nvSpPr>
        <p:spPr>
          <a:xfrm>
            <a:off x="216568" y="6292482"/>
            <a:ext cx="1022685" cy="4616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612" name="Google Shape;612;p22"/>
          <p:cNvSpPr txBox="1"/>
          <p:nvPr/>
        </p:nvSpPr>
        <p:spPr>
          <a:xfrm>
            <a:off x="1239253" y="6533359"/>
            <a:ext cx="34590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 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Calculate the following: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2"/>
          <p:cNvSpPr txBox="1"/>
          <p:nvPr>
            <p:ph idx="12" type="sldNum"/>
          </p:nvPr>
        </p:nvSpPr>
        <p:spPr>
          <a:xfrm>
            <a:off x="5314950" y="946865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4" name="Google Shape;614;p22"/>
          <p:cNvSpPr txBox="1"/>
          <p:nvPr/>
        </p:nvSpPr>
        <p:spPr>
          <a:xfrm>
            <a:off x="1117718" y="3558657"/>
            <a:ext cx="49116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15" name="Google Shape;615;p22"/>
          <p:cNvSpPr txBox="1"/>
          <p:nvPr/>
        </p:nvSpPr>
        <p:spPr>
          <a:xfrm>
            <a:off x="3230092" y="3541963"/>
            <a:ext cx="49116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/>
          </a:p>
        </p:txBody>
      </p:sp>
      <p:sp>
        <p:nvSpPr>
          <p:cNvPr id="616" name="Google Shape;616;p22"/>
          <p:cNvSpPr txBox="1"/>
          <p:nvPr/>
        </p:nvSpPr>
        <p:spPr>
          <a:xfrm>
            <a:off x="5342466" y="3541962"/>
            <a:ext cx="49116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/>
          </a:p>
        </p:txBody>
      </p:sp>
      <p:sp>
        <p:nvSpPr>
          <p:cNvPr id="617" name="Google Shape;617;p22"/>
          <p:cNvSpPr txBox="1"/>
          <p:nvPr/>
        </p:nvSpPr>
        <p:spPr>
          <a:xfrm>
            <a:off x="3619778" y="5322985"/>
            <a:ext cx="14730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same</a:t>
            </a:r>
            <a:endParaRPr/>
          </a:p>
        </p:txBody>
      </p:sp>
      <p:sp>
        <p:nvSpPr>
          <p:cNvPr id="618" name="Google Shape;618;p22"/>
          <p:cNvSpPr txBox="1"/>
          <p:nvPr/>
        </p:nvSpPr>
        <p:spPr>
          <a:xfrm>
            <a:off x="4114964" y="5736456"/>
            <a:ext cx="14730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19" name="Google Shape;619;p22"/>
          <p:cNvSpPr txBox="1"/>
          <p:nvPr/>
        </p:nvSpPr>
        <p:spPr>
          <a:xfrm>
            <a:off x="502711" y="7521105"/>
            <a:ext cx="66157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7                        76                   765                   567             76501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2"/>
          <p:cNvSpPr txBox="1"/>
          <p:nvPr/>
        </p:nvSpPr>
        <p:spPr>
          <a:xfrm>
            <a:off x="502711" y="8838496"/>
            <a:ext cx="66157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1                        1                       1                       1                     1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5" name="Google Shape;625;p23"/>
          <p:cNvGraphicFramePr/>
          <p:nvPr/>
        </p:nvGraphicFramePr>
        <p:xfrm>
          <a:off x="77508" y="4077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2233075"/>
                <a:gridCol w="2233075"/>
                <a:gridCol w="2233075"/>
              </a:tblGrid>
              <a:tr h="275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16 - I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17 - We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18 - You do…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535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Write</a:t>
                      </a:r>
                      <a:r>
                        <a:rPr lang="en-GB" sz="1200"/>
                        <a:t> the </a:t>
                      </a:r>
                      <a:r>
                        <a:rPr b="1" lang="en-GB" sz="1200"/>
                        <a:t>number</a:t>
                      </a:r>
                      <a:r>
                        <a:rPr b="0" lang="en-GB" sz="1200"/>
                        <a:t> </a:t>
                      </a:r>
                      <a:r>
                        <a:rPr b="1" lang="en-GB" sz="1200"/>
                        <a:t>families</a:t>
                      </a:r>
                      <a:r>
                        <a:rPr lang="en-GB" sz="1200"/>
                        <a:t> from the bar models given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66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626" name="Google Shape;626;p23"/>
          <p:cNvGrpSpPr/>
          <p:nvPr/>
        </p:nvGrpSpPr>
        <p:grpSpPr>
          <a:xfrm>
            <a:off x="206763" y="2690041"/>
            <a:ext cx="1940329" cy="388212"/>
            <a:chOff x="258320" y="1806520"/>
            <a:chExt cx="2923791" cy="388212"/>
          </a:xfrm>
        </p:grpSpPr>
        <p:sp>
          <p:nvSpPr>
            <p:cNvPr id="627" name="Google Shape;627;p2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2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2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23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31" name="Google Shape;631;p23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32" name="Google Shape;632;p23"/>
          <p:cNvGrpSpPr/>
          <p:nvPr/>
        </p:nvGrpSpPr>
        <p:grpSpPr>
          <a:xfrm>
            <a:off x="206763" y="3130262"/>
            <a:ext cx="1940329" cy="388212"/>
            <a:chOff x="258320" y="1806520"/>
            <a:chExt cx="2923791" cy="388212"/>
          </a:xfrm>
        </p:grpSpPr>
        <p:sp>
          <p:nvSpPr>
            <p:cNvPr id="633" name="Google Shape;633;p2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2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2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23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37" name="Google Shape;637;p23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38" name="Google Shape;638;p23"/>
          <p:cNvGrpSpPr/>
          <p:nvPr/>
        </p:nvGrpSpPr>
        <p:grpSpPr>
          <a:xfrm>
            <a:off x="206763" y="1742464"/>
            <a:ext cx="1940329" cy="388212"/>
            <a:chOff x="258320" y="1806520"/>
            <a:chExt cx="2923791" cy="388212"/>
          </a:xfrm>
        </p:grpSpPr>
        <p:sp>
          <p:nvSpPr>
            <p:cNvPr id="639" name="Google Shape;639;p2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2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2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23"/>
            <p:cNvSpPr txBox="1"/>
            <p:nvPr/>
          </p:nvSpPr>
          <p:spPr>
            <a:xfrm>
              <a:off x="783942" y="1806520"/>
              <a:ext cx="541552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43" name="Google Shape;643;p23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44" name="Google Shape;644;p23"/>
          <p:cNvGrpSpPr/>
          <p:nvPr/>
        </p:nvGrpSpPr>
        <p:grpSpPr>
          <a:xfrm>
            <a:off x="206763" y="2182685"/>
            <a:ext cx="1940329" cy="388212"/>
            <a:chOff x="258320" y="1806520"/>
            <a:chExt cx="2923791" cy="388212"/>
          </a:xfrm>
        </p:grpSpPr>
        <p:sp>
          <p:nvSpPr>
            <p:cNvPr id="645" name="Google Shape;645;p2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2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2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23"/>
            <p:cNvSpPr txBox="1"/>
            <p:nvPr/>
          </p:nvSpPr>
          <p:spPr>
            <a:xfrm>
              <a:off x="783942" y="1806520"/>
              <a:ext cx="541552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49" name="Google Shape;649;p23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650" name="Google Shape;650;p23"/>
          <p:cNvSpPr txBox="1"/>
          <p:nvPr/>
        </p:nvSpPr>
        <p:spPr>
          <a:xfrm>
            <a:off x="-53376" y="4005739"/>
            <a:ext cx="304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3"/>
          <p:cNvSpPr txBox="1"/>
          <p:nvPr/>
        </p:nvSpPr>
        <p:spPr>
          <a:xfrm>
            <a:off x="1655326" y="4005739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3"/>
          <p:cNvSpPr txBox="1"/>
          <p:nvPr/>
        </p:nvSpPr>
        <p:spPr>
          <a:xfrm>
            <a:off x="3357075" y="4018552"/>
            <a:ext cx="2968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3"/>
          <p:cNvSpPr txBox="1"/>
          <p:nvPr/>
        </p:nvSpPr>
        <p:spPr>
          <a:xfrm>
            <a:off x="5088363" y="4018552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3"/>
          <p:cNvSpPr txBox="1"/>
          <p:nvPr/>
        </p:nvSpPr>
        <p:spPr>
          <a:xfrm>
            <a:off x="72891" y="3713209"/>
            <a:ext cx="1592359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Practice.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3"/>
          <p:cNvSpPr/>
          <p:nvPr/>
        </p:nvSpPr>
        <p:spPr>
          <a:xfrm>
            <a:off x="1191662" y="3782628"/>
            <a:ext cx="45996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Write the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families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the bar models given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3"/>
          <p:cNvSpPr txBox="1"/>
          <p:nvPr/>
        </p:nvSpPr>
        <p:spPr>
          <a:xfrm>
            <a:off x="-23271" y="6797382"/>
            <a:ext cx="3080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3"/>
          <p:cNvSpPr txBox="1"/>
          <p:nvPr/>
        </p:nvSpPr>
        <p:spPr>
          <a:xfrm>
            <a:off x="1685431" y="6797382"/>
            <a:ext cx="279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3"/>
          <p:cNvSpPr txBox="1"/>
          <p:nvPr/>
        </p:nvSpPr>
        <p:spPr>
          <a:xfrm>
            <a:off x="3387180" y="6810195"/>
            <a:ext cx="3032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3"/>
          <p:cNvSpPr txBox="1"/>
          <p:nvPr/>
        </p:nvSpPr>
        <p:spPr>
          <a:xfrm>
            <a:off x="5118468" y="6810195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3"/>
          <p:cNvSpPr txBox="1"/>
          <p:nvPr>
            <p:ph idx="12" type="sldNum"/>
          </p:nvPr>
        </p:nvSpPr>
        <p:spPr>
          <a:xfrm>
            <a:off x="5375541" y="955954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661" name="Google Shape;661;p23"/>
          <p:cNvGraphicFramePr/>
          <p:nvPr/>
        </p:nvGraphicFramePr>
        <p:xfrm>
          <a:off x="286135" y="10723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869075"/>
                <a:gridCol w="869075"/>
              </a:tblGrid>
              <a:tr h="2864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2" name="Google Shape;662;p23"/>
          <p:cNvGraphicFramePr/>
          <p:nvPr/>
        </p:nvGraphicFramePr>
        <p:xfrm>
          <a:off x="2548165" y="10751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248300"/>
                <a:gridCol w="248300"/>
                <a:gridCol w="248300"/>
                <a:gridCol w="248300"/>
                <a:gridCol w="248300"/>
                <a:gridCol w="248300"/>
                <a:gridCol w="248300"/>
              </a:tblGrid>
              <a:tr h="286400">
                <a:tc gridSpan="7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3" name="Google Shape;663;p23"/>
          <p:cNvGraphicFramePr/>
          <p:nvPr/>
        </p:nvGraphicFramePr>
        <p:xfrm>
          <a:off x="4810195" y="10758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347625"/>
                <a:gridCol w="347625"/>
                <a:gridCol w="347625"/>
                <a:gridCol w="347625"/>
                <a:gridCol w="347625"/>
              </a:tblGrid>
              <a:tr h="286400"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4" name="Google Shape;664;p23"/>
          <p:cNvGraphicFramePr/>
          <p:nvPr/>
        </p:nvGraphicFramePr>
        <p:xfrm>
          <a:off x="42411" y="43087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296225"/>
                <a:gridCol w="296225"/>
                <a:gridCol w="296225"/>
                <a:gridCol w="296225"/>
                <a:gridCol w="296225"/>
              </a:tblGrid>
              <a:tr h="261575"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5" name="Google Shape;665;p23"/>
          <p:cNvGraphicFramePr/>
          <p:nvPr/>
        </p:nvGraphicFramePr>
        <p:xfrm>
          <a:off x="1805009" y="43275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370300"/>
                <a:gridCol w="370300"/>
                <a:gridCol w="370300"/>
                <a:gridCol w="370300"/>
              </a:tblGrid>
              <a:tr h="26157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6" name="Google Shape;666;p23"/>
          <p:cNvGraphicFramePr/>
          <p:nvPr/>
        </p:nvGraphicFramePr>
        <p:xfrm>
          <a:off x="3572065" y="4336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493725"/>
                <a:gridCol w="493725"/>
                <a:gridCol w="493725"/>
              </a:tblGrid>
              <a:tr h="261575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7" name="Google Shape;667;p23"/>
          <p:cNvGraphicFramePr/>
          <p:nvPr/>
        </p:nvGraphicFramePr>
        <p:xfrm>
          <a:off x="5339119" y="43266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370300"/>
                <a:gridCol w="370300"/>
                <a:gridCol w="370300"/>
                <a:gridCol w="370300"/>
              </a:tblGrid>
              <a:tr h="26157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8" name="Google Shape;668;p23"/>
          <p:cNvGraphicFramePr/>
          <p:nvPr/>
        </p:nvGraphicFramePr>
        <p:xfrm>
          <a:off x="42411" y="71217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296225"/>
                <a:gridCol w="296225"/>
                <a:gridCol w="296225"/>
                <a:gridCol w="296225"/>
                <a:gridCol w="296225"/>
              </a:tblGrid>
              <a:tr h="261575"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9" name="Google Shape;669;p23"/>
          <p:cNvGraphicFramePr/>
          <p:nvPr/>
        </p:nvGraphicFramePr>
        <p:xfrm>
          <a:off x="1843106" y="71405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126475"/>
                <a:gridCol w="164575"/>
                <a:gridCol w="164575"/>
                <a:gridCol w="164575"/>
                <a:gridCol w="164575"/>
                <a:gridCol w="164575"/>
                <a:gridCol w="164575"/>
                <a:gridCol w="164575"/>
                <a:gridCol w="164575"/>
              </a:tblGrid>
              <a:tr h="261575">
                <a:tc gridSpan="9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0" name="Google Shape;670;p23"/>
          <p:cNvGraphicFramePr/>
          <p:nvPr/>
        </p:nvGraphicFramePr>
        <p:xfrm>
          <a:off x="3572065" y="71496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185150"/>
                <a:gridCol w="185150"/>
                <a:gridCol w="185150"/>
                <a:gridCol w="185150"/>
                <a:gridCol w="185150"/>
                <a:gridCol w="185150"/>
                <a:gridCol w="185150"/>
                <a:gridCol w="185150"/>
              </a:tblGrid>
              <a:tr h="261575">
                <a:tc gridSpan="8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1" name="Google Shape;671;p23"/>
          <p:cNvGraphicFramePr/>
          <p:nvPr/>
        </p:nvGraphicFramePr>
        <p:xfrm>
          <a:off x="5339119" y="71395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370300"/>
                <a:gridCol w="370300"/>
                <a:gridCol w="370300"/>
                <a:gridCol w="370300"/>
              </a:tblGrid>
              <a:tr h="26157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72" name="Google Shape;672;p23"/>
          <p:cNvSpPr txBox="1"/>
          <p:nvPr/>
        </p:nvSpPr>
        <p:spPr>
          <a:xfrm>
            <a:off x="72890" y="53244"/>
            <a:ext cx="3232213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Number families with multiplication and division</a:t>
            </a:r>
            <a:endParaRPr/>
          </a:p>
        </p:txBody>
      </p:sp>
      <p:grpSp>
        <p:nvGrpSpPr>
          <p:cNvPr id="673" name="Google Shape;673;p23"/>
          <p:cNvGrpSpPr/>
          <p:nvPr/>
        </p:nvGrpSpPr>
        <p:grpSpPr>
          <a:xfrm>
            <a:off x="67638" y="5006976"/>
            <a:ext cx="1435855" cy="1600438"/>
            <a:chOff x="2771635" y="7376145"/>
            <a:chExt cx="1349388" cy="1600438"/>
          </a:xfrm>
        </p:grpSpPr>
        <p:grpSp>
          <p:nvGrpSpPr>
            <p:cNvPr id="674" name="Google Shape;674;p23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675" name="Google Shape;675;p23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-3042" l="0" r="0" t="-38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676" name="Google Shape;676;p23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77" name="Google Shape;677;p23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78" name="Google Shape;678;p23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79" name="Google Shape;679;p23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0" name="Google Shape;680;p23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1" name="Google Shape;681;p23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2" name="Google Shape;682;p23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3" name="Google Shape;683;p23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684" name="Google Shape;684;p23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5" name="Google Shape;685;p23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6" name="Google Shape;686;p23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7" name="Google Shape;687;p23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88" name="Google Shape;688;p23"/>
          <p:cNvGrpSpPr/>
          <p:nvPr/>
        </p:nvGrpSpPr>
        <p:grpSpPr>
          <a:xfrm>
            <a:off x="1830237" y="5012867"/>
            <a:ext cx="1435855" cy="1600438"/>
            <a:chOff x="2771635" y="7376145"/>
            <a:chExt cx="1349388" cy="1600438"/>
          </a:xfrm>
        </p:grpSpPr>
        <p:grpSp>
          <p:nvGrpSpPr>
            <p:cNvPr id="689" name="Google Shape;689;p23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690" name="Google Shape;690;p23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-3042" l="0" r="0" t="-38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691" name="Google Shape;691;p23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2" name="Google Shape;692;p23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3" name="Google Shape;693;p23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4" name="Google Shape;694;p23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5" name="Google Shape;695;p23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6" name="Google Shape;696;p23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7" name="Google Shape;697;p23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8" name="Google Shape;698;p23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699" name="Google Shape;699;p23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0" name="Google Shape;700;p23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1" name="Google Shape;701;p23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2" name="Google Shape;702;p23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03" name="Google Shape;703;p23"/>
          <p:cNvGrpSpPr/>
          <p:nvPr/>
        </p:nvGrpSpPr>
        <p:grpSpPr>
          <a:xfrm>
            <a:off x="3592836" y="5024100"/>
            <a:ext cx="1435855" cy="1600438"/>
            <a:chOff x="2771635" y="7376145"/>
            <a:chExt cx="1349388" cy="1600438"/>
          </a:xfrm>
        </p:grpSpPr>
        <p:grpSp>
          <p:nvGrpSpPr>
            <p:cNvPr id="704" name="Google Shape;704;p23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705" name="Google Shape;705;p23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-3042" l="0" r="0" t="-76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706" name="Google Shape;706;p23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07" name="Google Shape;707;p23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08" name="Google Shape;708;p23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09" name="Google Shape;709;p23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0" name="Google Shape;710;p23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1" name="Google Shape;711;p23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2" name="Google Shape;712;p23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3" name="Google Shape;713;p23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714" name="Google Shape;714;p23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5" name="Google Shape;715;p23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6" name="Google Shape;716;p23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7" name="Google Shape;717;p23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18" name="Google Shape;718;p23"/>
          <p:cNvGrpSpPr/>
          <p:nvPr/>
        </p:nvGrpSpPr>
        <p:grpSpPr>
          <a:xfrm>
            <a:off x="5358763" y="5024100"/>
            <a:ext cx="1435855" cy="1600438"/>
            <a:chOff x="2771635" y="7376145"/>
            <a:chExt cx="1349388" cy="1600438"/>
          </a:xfrm>
        </p:grpSpPr>
        <p:grpSp>
          <p:nvGrpSpPr>
            <p:cNvPr id="719" name="Google Shape;719;p23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720" name="Google Shape;720;p23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-3042" l="0" r="0" t="-76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721" name="Google Shape;721;p23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2" name="Google Shape;722;p23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3" name="Google Shape;723;p23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4" name="Google Shape;724;p23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5" name="Google Shape;725;p23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6" name="Google Shape;726;p23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7" name="Google Shape;727;p23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8" name="Google Shape;728;p23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729" name="Google Shape;729;p23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0" name="Google Shape;730;p23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1" name="Google Shape;731;p23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2" name="Google Shape;732;p23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33" name="Google Shape;733;p23"/>
          <p:cNvGrpSpPr/>
          <p:nvPr/>
        </p:nvGrpSpPr>
        <p:grpSpPr>
          <a:xfrm>
            <a:off x="67410" y="7864633"/>
            <a:ext cx="1435855" cy="1600438"/>
            <a:chOff x="2771635" y="7376145"/>
            <a:chExt cx="1349388" cy="1600438"/>
          </a:xfrm>
        </p:grpSpPr>
        <p:grpSp>
          <p:nvGrpSpPr>
            <p:cNvPr id="734" name="Google Shape;734;p23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735" name="Google Shape;735;p23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-3042" l="0" r="0" t="-76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736" name="Google Shape;736;p23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37" name="Google Shape;737;p23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38" name="Google Shape;738;p23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39" name="Google Shape;739;p23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40" name="Google Shape;740;p23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41" name="Google Shape;741;p23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42" name="Google Shape;742;p23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43" name="Google Shape;743;p23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744" name="Google Shape;744;p23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5" name="Google Shape;745;p23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6" name="Google Shape;746;p23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7" name="Google Shape;747;p23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48" name="Google Shape;748;p23"/>
          <p:cNvGrpSpPr/>
          <p:nvPr/>
        </p:nvGrpSpPr>
        <p:grpSpPr>
          <a:xfrm>
            <a:off x="1830009" y="7870524"/>
            <a:ext cx="1435855" cy="1600438"/>
            <a:chOff x="2771635" y="7376145"/>
            <a:chExt cx="1349388" cy="1600438"/>
          </a:xfrm>
        </p:grpSpPr>
        <p:grpSp>
          <p:nvGrpSpPr>
            <p:cNvPr id="749" name="Google Shape;749;p23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750" name="Google Shape;750;p23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-3042" l="0" r="0" t="-76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751" name="Google Shape;751;p23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2" name="Google Shape;752;p23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3" name="Google Shape;753;p23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4" name="Google Shape;754;p23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5" name="Google Shape;755;p23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6" name="Google Shape;756;p23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7" name="Google Shape;757;p23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8" name="Google Shape;758;p23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759" name="Google Shape;759;p23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0" name="Google Shape;760;p23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1" name="Google Shape;761;p23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2" name="Google Shape;762;p23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63" name="Google Shape;763;p23"/>
          <p:cNvGrpSpPr/>
          <p:nvPr/>
        </p:nvGrpSpPr>
        <p:grpSpPr>
          <a:xfrm>
            <a:off x="3592608" y="7881757"/>
            <a:ext cx="1435855" cy="1600438"/>
            <a:chOff x="2771635" y="7376145"/>
            <a:chExt cx="1349388" cy="1600438"/>
          </a:xfrm>
        </p:grpSpPr>
        <p:grpSp>
          <p:nvGrpSpPr>
            <p:cNvPr id="764" name="Google Shape;764;p23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765" name="Google Shape;765;p23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-3053" l="0" r="0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766" name="Google Shape;766;p23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7" name="Google Shape;767;p23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8" name="Google Shape;768;p23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9" name="Google Shape;769;p23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0" name="Google Shape;770;p23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1" name="Google Shape;771;p23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2" name="Google Shape;772;p23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3" name="Google Shape;773;p23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774" name="Google Shape;774;p23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5" name="Google Shape;775;p23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6" name="Google Shape;776;p23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7" name="Google Shape;777;p23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78" name="Google Shape;778;p23"/>
          <p:cNvGrpSpPr/>
          <p:nvPr/>
        </p:nvGrpSpPr>
        <p:grpSpPr>
          <a:xfrm>
            <a:off x="5358535" y="7881757"/>
            <a:ext cx="1435855" cy="1600438"/>
            <a:chOff x="2771635" y="7376145"/>
            <a:chExt cx="1349388" cy="1600438"/>
          </a:xfrm>
        </p:grpSpPr>
        <p:grpSp>
          <p:nvGrpSpPr>
            <p:cNvPr id="779" name="Google Shape;779;p23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780" name="Google Shape;780;p23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-3053" l="0" r="0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781" name="Google Shape;781;p23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82" name="Google Shape;782;p23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83" name="Google Shape;783;p23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84" name="Google Shape;784;p23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85" name="Google Shape;785;p23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86" name="Google Shape;786;p23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87" name="Google Shape;787;p23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88" name="Google Shape;788;p23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789" name="Google Shape;789;p23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0" name="Google Shape;790;p23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1" name="Google Shape;791;p23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2" name="Google Shape;792;p23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93" name="Google Shape;793;p23"/>
          <p:cNvGrpSpPr/>
          <p:nvPr/>
        </p:nvGrpSpPr>
        <p:grpSpPr>
          <a:xfrm>
            <a:off x="2458835" y="2686078"/>
            <a:ext cx="1940329" cy="388212"/>
            <a:chOff x="258320" y="1806520"/>
            <a:chExt cx="2923791" cy="388212"/>
          </a:xfrm>
        </p:grpSpPr>
        <p:sp>
          <p:nvSpPr>
            <p:cNvPr id="794" name="Google Shape;794;p2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2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2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23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98" name="Google Shape;798;p23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99" name="Google Shape;799;p23"/>
          <p:cNvGrpSpPr/>
          <p:nvPr/>
        </p:nvGrpSpPr>
        <p:grpSpPr>
          <a:xfrm>
            <a:off x="2458835" y="3126299"/>
            <a:ext cx="1940329" cy="388212"/>
            <a:chOff x="258320" y="1806520"/>
            <a:chExt cx="2923791" cy="388212"/>
          </a:xfrm>
        </p:grpSpPr>
        <p:sp>
          <p:nvSpPr>
            <p:cNvPr id="800" name="Google Shape;800;p2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2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2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23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04" name="Google Shape;804;p23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05" name="Google Shape;805;p23"/>
          <p:cNvGrpSpPr/>
          <p:nvPr/>
        </p:nvGrpSpPr>
        <p:grpSpPr>
          <a:xfrm>
            <a:off x="2458835" y="1738501"/>
            <a:ext cx="1940329" cy="388212"/>
            <a:chOff x="258320" y="1806520"/>
            <a:chExt cx="2923791" cy="388212"/>
          </a:xfrm>
        </p:grpSpPr>
        <p:sp>
          <p:nvSpPr>
            <p:cNvPr id="806" name="Google Shape;806;p2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2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2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23"/>
            <p:cNvSpPr txBox="1"/>
            <p:nvPr/>
          </p:nvSpPr>
          <p:spPr>
            <a:xfrm>
              <a:off x="783942" y="1806520"/>
              <a:ext cx="541552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10" name="Google Shape;810;p23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11" name="Google Shape;811;p23"/>
          <p:cNvGrpSpPr/>
          <p:nvPr/>
        </p:nvGrpSpPr>
        <p:grpSpPr>
          <a:xfrm>
            <a:off x="2458835" y="2178722"/>
            <a:ext cx="1940329" cy="388212"/>
            <a:chOff x="258320" y="1806520"/>
            <a:chExt cx="2923791" cy="388212"/>
          </a:xfrm>
        </p:grpSpPr>
        <p:sp>
          <p:nvSpPr>
            <p:cNvPr id="812" name="Google Shape;812;p2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2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2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23"/>
            <p:cNvSpPr txBox="1"/>
            <p:nvPr/>
          </p:nvSpPr>
          <p:spPr>
            <a:xfrm>
              <a:off x="783942" y="1806520"/>
              <a:ext cx="541552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16" name="Google Shape;816;p23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17" name="Google Shape;817;p23"/>
          <p:cNvGrpSpPr/>
          <p:nvPr/>
        </p:nvGrpSpPr>
        <p:grpSpPr>
          <a:xfrm>
            <a:off x="4671959" y="2698924"/>
            <a:ext cx="1940329" cy="388212"/>
            <a:chOff x="258320" y="1806520"/>
            <a:chExt cx="2923791" cy="388212"/>
          </a:xfrm>
        </p:grpSpPr>
        <p:sp>
          <p:nvSpPr>
            <p:cNvPr id="818" name="Google Shape;818;p2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2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2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23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22" name="Google Shape;822;p23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23" name="Google Shape;823;p23"/>
          <p:cNvGrpSpPr/>
          <p:nvPr/>
        </p:nvGrpSpPr>
        <p:grpSpPr>
          <a:xfrm>
            <a:off x="4671959" y="3139145"/>
            <a:ext cx="1940329" cy="388212"/>
            <a:chOff x="258320" y="1806520"/>
            <a:chExt cx="2923791" cy="388212"/>
          </a:xfrm>
        </p:grpSpPr>
        <p:sp>
          <p:nvSpPr>
            <p:cNvPr id="824" name="Google Shape;824;p2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2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2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23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28" name="Google Shape;828;p23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29" name="Google Shape;829;p23"/>
          <p:cNvGrpSpPr/>
          <p:nvPr/>
        </p:nvGrpSpPr>
        <p:grpSpPr>
          <a:xfrm>
            <a:off x="4671959" y="1751347"/>
            <a:ext cx="1940329" cy="388212"/>
            <a:chOff x="258320" y="1806520"/>
            <a:chExt cx="2923791" cy="388212"/>
          </a:xfrm>
        </p:grpSpPr>
        <p:sp>
          <p:nvSpPr>
            <p:cNvPr id="830" name="Google Shape;830;p2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2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2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23"/>
            <p:cNvSpPr txBox="1"/>
            <p:nvPr/>
          </p:nvSpPr>
          <p:spPr>
            <a:xfrm>
              <a:off x="783942" y="1806520"/>
              <a:ext cx="541552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34" name="Google Shape;834;p23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35" name="Google Shape;835;p23"/>
          <p:cNvGrpSpPr/>
          <p:nvPr/>
        </p:nvGrpSpPr>
        <p:grpSpPr>
          <a:xfrm>
            <a:off x="4671959" y="2191568"/>
            <a:ext cx="1940329" cy="388212"/>
            <a:chOff x="258320" y="1806520"/>
            <a:chExt cx="2923791" cy="388212"/>
          </a:xfrm>
        </p:grpSpPr>
        <p:sp>
          <p:nvSpPr>
            <p:cNvPr id="836" name="Google Shape;836;p2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2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2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23"/>
            <p:cNvSpPr txBox="1"/>
            <p:nvPr/>
          </p:nvSpPr>
          <p:spPr>
            <a:xfrm>
              <a:off x="783942" y="1806520"/>
              <a:ext cx="541552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40" name="Google Shape;840;p23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841" name="Google Shape;841;p23"/>
          <p:cNvSpPr txBox="1"/>
          <p:nvPr/>
        </p:nvSpPr>
        <p:spPr>
          <a:xfrm>
            <a:off x="196006" y="1784204"/>
            <a:ext cx="176362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10          2          5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10          5          2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3"/>
          <p:cNvSpPr txBox="1"/>
          <p:nvPr/>
        </p:nvSpPr>
        <p:spPr>
          <a:xfrm>
            <a:off x="230043" y="2721885"/>
            <a:ext cx="181652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2           5           10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5           2          10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3"/>
          <p:cNvSpPr txBox="1"/>
          <p:nvPr/>
        </p:nvSpPr>
        <p:spPr>
          <a:xfrm>
            <a:off x="555584" y="1325817"/>
            <a:ext cx="34897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5              5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3"/>
          <p:cNvSpPr txBox="1"/>
          <p:nvPr/>
        </p:nvSpPr>
        <p:spPr>
          <a:xfrm>
            <a:off x="2477225" y="1763411"/>
            <a:ext cx="176362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14         7          2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14          2          7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3"/>
          <p:cNvSpPr txBox="1"/>
          <p:nvPr/>
        </p:nvSpPr>
        <p:spPr>
          <a:xfrm>
            <a:off x="2511262" y="2701092"/>
            <a:ext cx="181652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7           2           14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2           7           14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3"/>
          <p:cNvSpPr txBox="1"/>
          <p:nvPr/>
        </p:nvSpPr>
        <p:spPr>
          <a:xfrm>
            <a:off x="4647190" y="1784204"/>
            <a:ext cx="176362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20          5          4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20          4          5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3"/>
          <p:cNvSpPr txBox="1"/>
          <p:nvPr/>
        </p:nvSpPr>
        <p:spPr>
          <a:xfrm>
            <a:off x="4681227" y="2721885"/>
            <a:ext cx="188064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5           4           20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4           5          20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3"/>
          <p:cNvSpPr txBox="1"/>
          <p:nvPr/>
        </p:nvSpPr>
        <p:spPr>
          <a:xfrm>
            <a:off x="2524403" y="1317560"/>
            <a:ext cx="34897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2   2  2   2  2   2  2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3"/>
          <p:cNvSpPr txBox="1"/>
          <p:nvPr/>
        </p:nvSpPr>
        <p:spPr>
          <a:xfrm>
            <a:off x="4865799" y="1327204"/>
            <a:ext cx="17464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4    4    4     4     4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3"/>
          <p:cNvSpPr txBox="1"/>
          <p:nvPr/>
        </p:nvSpPr>
        <p:spPr>
          <a:xfrm>
            <a:off x="33618" y="4895822"/>
            <a:ext cx="161614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60         5      12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60       12      5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3"/>
          <p:cNvSpPr txBox="1"/>
          <p:nvPr/>
        </p:nvSpPr>
        <p:spPr>
          <a:xfrm>
            <a:off x="67655" y="5833503"/>
            <a:ext cx="151035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5         12     60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12        5      60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3"/>
          <p:cNvSpPr txBox="1"/>
          <p:nvPr/>
        </p:nvSpPr>
        <p:spPr>
          <a:xfrm>
            <a:off x="1774141" y="4939264"/>
            <a:ext cx="145745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36         4      9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36        9      4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3"/>
          <p:cNvSpPr txBox="1"/>
          <p:nvPr/>
        </p:nvSpPr>
        <p:spPr>
          <a:xfrm>
            <a:off x="1808178" y="5876945"/>
            <a:ext cx="144623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4         9      36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9        4      36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3"/>
          <p:cNvSpPr txBox="1"/>
          <p:nvPr/>
        </p:nvSpPr>
        <p:spPr>
          <a:xfrm>
            <a:off x="3543435" y="4964783"/>
            <a:ext cx="143500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6         3        2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6          2      3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3"/>
          <p:cNvSpPr txBox="1"/>
          <p:nvPr/>
        </p:nvSpPr>
        <p:spPr>
          <a:xfrm>
            <a:off x="3566916" y="5841164"/>
            <a:ext cx="139333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3         2       6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2        3       6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3"/>
          <p:cNvSpPr txBox="1"/>
          <p:nvPr/>
        </p:nvSpPr>
        <p:spPr>
          <a:xfrm>
            <a:off x="5371820" y="4977979"/>
            <a:ext cx="134043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4         4      1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4         1      4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3"/>
          <p:cNvSpPr txBox="1"/>
          <p:nvPr/>
        </p:nvSpPr>
        <p:spPr>
          <a:xfrm>
            <a:off x="5297620" y="5867711"/>
            <a:ext cx="138211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4          1      4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1          4      4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3"/>
          <p:cNvSpPr txBox="1"/>
          <p:nvPr/>
        </p:nvSpPr>
        <p:spPr>
          <a:xfrm>
            <a:off x="17537" y="7731195"/>
            <a:ext cx="145745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45         5      9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45       9      5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3"/>
          <p:cNvSpPr txBox="1"/>
          <p:nvPr/>
        </p:nvSpPr>
        <p:spPr>
          <a:xfrm>
            <a:off x="51574" y="8668876"/>
            <a:ext cx="144623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5         9      45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9         5      45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3"/>
          <p:cNvSpPr txBox="1"/>
          <p:nvPr/>
        </p:nvSpPr>
        <p:spPr>
          <a:xfrm>
            <a:off x="1760391" y="7719061"/>
            <a:ext cx="1446230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45         9      5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45       5       9</a:t>
            </a:r>
            <a:endParaRPr/>
          </a:p>
        </p:txBody>
      </p:sp>
      <p:sp>
        <p:nvSpPr>
          <p:cNvPr id="861" name="Google Shape;861;p23"/>
          <p:cNvSpPr txBox="1"/>
          <p:nvPr/>
        </p:nvSpPr>
        <p:spPr>
          <a:xfrm>
            <a:off x="1853875" y="8656420"/>
            <a:ext cx="144623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9         5      45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5        9      45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3"/>
          <p:cNvSpPr txBox="1"/>
          <p:nvPr/>
        </p:nvSpPr>
        <p:spPr>
          <a:xfrm>
            <a:off x="3530324" y="7770414"/>
            <a:ext cx="145745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64         8      8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64        8      8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3"/>
          <p:cNvSpPr txBox="1"/>
          <p:nvPr/>
        </p:nvSpPr>
        <p:spPr>
          <a:xfrm>
            <a:off x="3564361" y="8708095"/>
            <a:ext cx="151035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8         8       64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8         8      64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3"/>
          <p:cNvSpPr txBox="1"/>
          <p:nvPr/>
        </p:nvSpPr>
        <p:spPr>
          <a:xfrm>
            <a:off x="5239141" y="7768498"/>
            <a:ext cx="145745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28         4      7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28         7      4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3"/>
          <p:cNvSpPr txBox="1"/>
          <p:nvPr/>
        </p:nvSpPr>
        <p:spPr>
          <a:xfrm>
            <a:off x="5273178" y="8706179"/>
            <a:ext cx="155202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4          7       28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7          4      28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3"/>
          <p:cNvSpPr txBox="1"/>
          <p:nvPr/>
        </p:nvSpPr>
        <p:spPr>
          <a:xfrm>
            <a:off x="-3749" y="4543779"/>
            <a:ext cx="34891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12 12 12 12 12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3"/>
          <p:cNvSpPr txBox="1"/>
          <p:nvPr/>
        </p:nvSpPr>
        <p:spPr>
          <a:xfrm>
            <a:off x="1784158" y="4565414"/>
            <a:ext cx="34891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4     4     4     4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3"/>
          <p:cNvSpPr txBox="1"/>
          <p:nvPr/>
        </p:nvSpPr>
        <p:spPr>
          <a:xfrm>
            <a:off x="3613956" y="4563998"/>
            <a:ext cx="34891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2       2       2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3"/>
          <p:cNvSpPr txBox="1"/>
          <p:nvPr/>
        </p:nvSpPr>
        <p:spPr>
          <a:xfrm>
            <a:off x="5343044" y="4576397"/>
            <a:ext cx="15995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1      1     1     1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3"/>
          <p:cNvSpPr txBox="1"/>
          <p:nvPr/>
        </p:nvSpPr>
        <p:spPr>
          <a:xfrm>
            <a:off x="-3749" y="7346953"/>
            <a:ext cx="34891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9   9   9    9   9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3"/>
          <p:cNvSpPr txBox="1"/>
          <p:nvPr/>
        </p:nvSpPr>
        <p:spPr>
          <a:xfrm>
            <a:off x="1773549" y="7403145"/>
            <a:ext cx="348915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5 5  5  5  5  5  5 5  5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3"/>
          <p:cNvSpPr txBox="1"/>
          <p:nvPr/>
        </p:nvSpPr>
        <p:spPr>
          <a:xfrm>
            <a:off x="5343044" y="7379571"/>
            <a:ext cx="15995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7      7     7     7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3"/>
          <p:cNvSpPr txBox="1"/>
          <p:nvPr/>
        </p:nvSpPr>
        <p:spPr>
          <a:xfrm>
            <a:off x="3506341" y="7441127"/>
            <a:ext cx="16374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8   8  8   8  8   8  8  8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24"/>
          <p:cNvSpPr txBox="1"/>
          <p:nvPr/>
        </p:nvSpPr>
        <p:spPr>
          <a:xfrm>
            <a:off x="8707" y="74142"/>
            <a:ext cx="2664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4"/>
          <p:cNvSpPr txBox="1"/>
          <p:nvPr/>
        </p:nvSpPr>
        <p:spPr>
          <a:xfrm>
            <a:off x="1717409" y="74142"/>
            <a:ext cx="2680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4"/>
          <p:cNvSpPr txBox="1"/>
          <p:nvPr/>
        </p:nvSpPr>
        <p:spPr>
          <a:xfrm>
            <a:off x="3419158" y="86955"/>
            <a:ext cx="3016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4"/>
          <p:cNvSpPr txBox="1"/>
          <p:nvPr/>
        </p:nvSpPr>
        <p:spPr>
          <a:xfrm>
            <a:off x="5150446" y="86955"/>
            <a:ext cx="2664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4"/>
          <p:cNvSpPr txBox="1"/>
          <p:nvPr/>
        </p:nvSpPr>
        <p:spPr>
          <a:xfrm>
            <a:off x="42921" y="3345719"/>
            <a:ext cx="3545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4"/>
          <p:cNvSpPr txBox="1"/>
          <p:nvPr/>
        </p:nvSpPr>
        <p:spPr>
          <a:xfrm>
            <a:off x="1751623" y="3345719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4"/>
          <p:cNvSpPr txBox="1"/>
          <p:nvPr/>
        </p:nvSpPr>
        <p:spPr>
          <a:xfrm>
            <a:off x="3453372" y="3358532"/>
            <a:ext cx="3129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4"/>
          <p:cNvSpPr txBox="1"/>
          <p:nvPr/>
        </p:nvSpPr>
        <p:spPr>
          <a:xfrm>
            <a:off x="5184660" y="3358532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4"/>
          <p:cNvSpPr txBox="1"/>
          <p:nvPr/>
        </p:nvSpPr>
        <p:spPr>
          <a:xfrm>
            <a:off x="1161" y="6580345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4"/>
          <p:cNvSpPr txBox="1"/>
          <p:nvPr/>
        </p:nvSpPr>
        <p:spPr>
          <a:xfrm>
            <a:off x="1709863" y="6580345"/>
            <a:ext cx="2840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4"/>
          <p:cNvSpPr txBox="1"/>
          <p:nvPr/>
        </p:nvSpPr>
        <p:spPr>
          <a:xfrm>
            <a:off x="3411612" y="6593158"/>
            <a:ext cx="2920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4"/>
          <p:cNvSpPr txBox="1"/>
          <p:nvPr/>
        </p:nvSpPr>
        <p:spPr>
          <a:xfrm>
            <a:off x="5142900" y="6593158"/>
            <a:ext cx="2824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4"/>
          <p:cNvSpPr txBox="1"/>
          <p:nvPr>
            <p:ph idx="12" type="sldNum"/>
          </p:nvPr>
        </p:nvSpPr>
        <p:spPr>
          <a:xfrm>
            <a:off x="5361253" y="954525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891" name="Google Shape;891;p24"/>
          <p:cNvGraphicFramePr/>
          <p:nvPr/>
        </p:nvGraphicFramePr>
        <p:xfrm>
          <a:off x="42411" y="68881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164575"/>
                <a:gridCol w="164575"/>
                <a:gridCol w="164575"/>
                <a:gridCol w="164575"/>
                <a:gridCol w="164575"/>
                <a:gridCol w="164575"/>
                <a:gridCol w="164575"/>
                <a:gridCol w="164575"/>
                <a:gridCol w="164575"/>
              </a:tblGrid>
              <a:tr h="261575">
                <a:tc gridSpan="9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2" name="Google Shape;892;p24"/>
          <p:cNvGraphicFramePr/>
          <p:nvPr/>
        </p:nvGraphicFramePr>
        <p:xfrm>
          <a:off x="1805009" y="6906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211600"/>
                <a:gridCol w="211600"/>
                <a:gridCol w="211600"/>
                <a:gridCol w="211600"/>
                <a:gridCol w="211600"/>
                <a:gridCol w="211600"/>
                <a:gridCol w="211600"/>
              </a:tblGrid>
              <a:tr h="261575">
                <a:tc gridSpan="7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3" name="Google Shape;893;p24"/>
          <p:cNvGraphicFramePr/>
          <p:nvPr/>
        </p:nvGraphicFramePr>
        <p:xfrm>
          <a:off x="3572065" y="69160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148125"/>
                <a:gridCol w="148125"/>
                <a:gridCol w="148125"/>
                <a:gridCol w="148125"/>
                <a:gridCol w="148125"/>
                <a:gridCol w="148125"/>
                <a:gridCol w="148125"/>
                <a:gridCol w="148125"/>
                <a:gridCol w="148125"/>
                <a:gridCol w="148125"/>
              </a:tblGrid>
              <a:tr h="261575">
                <a:tc gridSpan="10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4" name="Google Shape;894;p24"/>
          <p:cNvGraphicFramePr/>
          <p:nvPr/>
        </p:nvGraphicFramePr>
        <p:xfrm>
          <a:off x="5339119" y="69060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164575"/>
                <a:gridCol w="164575"/>
                <a:gridCol w="164575"/>
                <a:gridCol w="164575"/>
                <a:gridCol w="164575"/>
                <a:gridCol w="164575"/>
                <a:gridCol w="164575"/>
                <a:gridCol w="164575"/>
                <a:gridCol w="164575"/>
              </a:tblGrid>
              <a:tr h="261575">
                <a:tc gridSpan="9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5" name="Google Shape;895;p24"/>
          <p:cNvGraphicFramePr/>
          <p:nvPr/>
        </p:nvGraphicFramePr>
        <p:xfrm>
          <a:off x="42411" y="36608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493725"/>
                <a:gridCol w="493725"/>
                <a:gridCol w="493725"/>
              </a:tblGrid>
              <a:tr h="261575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6" name="Google Shape;896;p24"/>
          <p:cNvGraphicFramePr/>
          <p:nvPr/>
        </p:nvGraphicFramePr>
        <p:xfrm>
          <a:off x="1805009" y="36796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246875"/>
                <a:gridCol w="246850"/>
                <a:gridCol w="246875"/>
                <a:gridCol w="246875"/>
                <a:gridCol w="246850"/>
                <a:gridCol w="246875"/>
              </a:tblGrid>
              <a:tr h="261575">
                <a:tc grid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7" name="Google Shape;897;p24"/>
          <p:cNvGraphicFramePr/>
          <p:nvPr/>
        </p:nvGraphicFramePr>
        <p:xfrm>
          <a:off x="3572065" y="36887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493725"/>
                <a:gridCol w="493725"/>
                <a:gridCol w="493725"/>
              </a:tblGrid>
              <a:tr h="261575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8" name="Google Shape;898;p24"/>
          <p:cNvGraphicFramePr/>
          <p:nvPr/>
        </p:nvGraphicFramePr>
        <p:xfrm>
          <a:off x="5339119" y="36787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1481175"/>
              </a:tblGrid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9" name="Google Shape;899;p24"/>
          <p:cNvGraphicFramePr/>
          <p:nvPr/>
        </p:nvGraphicFramePr>
        <p:xfrm>
          <a:off x="42411" y="3797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185150"/>
                <a:gridCol w="185150"/>
                <a:gridCol w="185150"/>
                <a:gridCol w="185150"/>
                <a:gridCol w="185150"/>
                <a:gridCol w="185150"/>
                <a:gridCol w="185150"/>
                <a:gridCol w="185150"/>
              </a:tblGrid>
              <a:tr h="261575">
                <a:tc gridSpan="8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0" name="Google Shape;900;p24"/>
          <p:cNvGraphicFramePr/>
          <p:nvPr/>
        </p:nvGraphicFramePr>
        <p:xfrm>
          <a:off x="1805009" y="3985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370300"/>
                <a:gridCol w="370300"/>
                <a:gridCol w="370300"/>
                <a:gridCol w="370300"/>
              </a:tblGrid>
              <a:tr h="26157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1" name="Google Shape;901;p24"/>
          <p:cNvGraphicFramePr/>
          <p:nvPr/>
        </p:nvGraphicFramePr>
        <p:xfrm>
          <a:off x="3572065" y="4077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185150"/>
                <a:gridCol w="185150"/>
                <a:gridCol w="185150"/>
                <a:gridCol w="185150"/>
                <a:gridCol w="185150"/>
                <a:gridCol w="185150"/>
                <a:gridCol w="185150"/>
                <a:gridCol w="185150"/>
              </a:tblGrid>
              <a:tr h="261575">
                <a:tc gridSpan="8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2" name="Google Shape;902;p24"/>
          <p:cNvGraphicFramePr/>
          <p:nvPr/>
        </p:nvGraphicFramePr>
        <p:xfrm>
          <a:off x="5339119" y="3976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740600"/>
                <a:gridCol w="740600"/>
              </a:tblGrid>
              <a:tr h="26157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903" name="Google Shape;903;p24"/>
          <p:cNvGrpSpPr/>
          <p:nvPr/>
        </p:nvGrpSpPr>
        <p:grpSpPr>
          <a:xfrm>
            <a:off x="65070" y="1180521"/>
            <a:ext cx="1435855" cy="1600438"/>
            <a:chOff x="2771635" y="7376145"/>
            <a:chExt cx="1349388" cy="1600438"/>
          </a:xfrm>
        </p:grpSpPr>
        <p:grpSp>
          <p:nvGrpSpPr>
            <p:cNvPr id="904" name="Google Shape;904;p24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905" name="Google Shape;905;p24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3053" l="0" r="0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906" name="Google Shape;906;p24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7" name="Google Shape;907;p24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8" name="Google Shape;908;p24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9" name="Google Shape;909;p24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10" name="Google Shape;910;p24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11" name="Google Shape;911;p24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12" name="Google Shape;912;p24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13" name="Google Shape;913;p24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914" name="Google Shape;914;p24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5" name="Google Shape;915;p24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6" name="Google Shape;916;p24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7" name="Google Shape;917;p24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18" name="Google Shape;918;p24"/>
          <p:cNvGrpSpPr/>
          <p:nvPr/>
        </p:nvGrpSpPr>
        <p:grpSpPr>
          <a:xfrm>
            <a:off x="1827669" y="1186412"/>
            <a:ext cx="1435855" cy="1600438"/>
            <a:chOff x="2771635" y="7376145"/>
            <a:chExt cx="1349388" cy="1600438"/>
          </a:xfrm>
        </p:grpSpPr>
        <p:grpSp>
          <p:nvGrpSpPr>
            <p:cNvPr id="919" name="Google Shape;919;p24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920" name="Google Shape;920;p24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-3053" l="0" r="0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921" name="Google Shape;921;p24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22" name="Google Shape;922;p24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23" name="Google Shape;923;p24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24" name="Google Shape;924;p24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25" name="Google Shape;925;p24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26" name="Google Shape;926;p24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27" name="Google Shape;927;p24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28" name="Google Shape;928;p24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929" name="Google Shape;929;p24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0" name="Google Shape;930;p24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1" name="Google Shape;931;p24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2" name="Google Shape;932;p24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33" name="Google Shape;933;p24"/>
          <p:cNvGrpSpPr/>
          <p:nvPr/>
        </p:nvGrpSpPr>
        <p:grpSpPr>
          <a:xfrm>
            <a:off x="3590268" y="1197645"/>
            <a:ext cx="1435855" cy="1600438"/>
            <a:chOff x="2771635" y="7376145"/>
            <a:chExt cx="1349388" cy="1600438"/>
          </a:xfrm>
        </p:grpSpPr>
        <p:grpSp>
          <p:nvGrpSpPr>
            <p:cNvPr id="934" name="Google Shape;934;p24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935" name="Google Shape;935;p24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-3042" l="0" r="0" t="-38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936" name="Google Shape;936;p24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37" name="Google Shape;937;p24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38" name="Google Shape;938;p24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39" name="Google Shape;939;p24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40" name="Google Shape;940;p24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41" name="Google Shape;941;p24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42" name="Google Shape;942;p24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43" name="Google Shape;943;p24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944" name="Google Shape;944;p24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5" name="Google Shape;945;p24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6" name="Google Shape;946;p24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7" name="Google Shape;947;p24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48" name="Google Shape;948;p24"/>
          <p:cNvGrpSpPr/>
          <p:nvPr/>
        </p:nvGrpSpPr>
        <p:grpSpPr>
          <a:xfrm>
            <a:off x="5356195" y="1197645"/>
            <a:ext cx="1435855" cy="1600438"/>
            <a:chOff x="2771635" y="7376145"/>
            <a:chExt cx="1349388" cy="1600438"/>
          </a:xfrm>
        </p:grpSpPr>
        <p:grpSp>
          <p:nvGrpSpPr>
            <p:cNvPr id="949" name="Google Shape;949;p24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950" name="Google Shape;950;p24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3042" l="0" r="0" t="-38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951" name="Google Shape;951;p24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52" name="Google Shape;952;p24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53" name="Google Shape;953;p24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54" name="Google Shape;954;p24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55" name="Google Shape;955;p24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56" name="Google Shape;956;p24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57" name="Google Shape;957;p24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58" name="Google Shape;958;p24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959" name="Google Shape;959;p24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0" name="Google Shape;960;p24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1" name="Google Shape;961;p24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2" name="Google Shape;962;p24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63" name="Google Shape;963;p24"/>
          <p:cNvGrpSpPr/>
          <p:nvPr/>
        </p:nvGrpSpPr>
        <p:grpSpPr>
          <a:xfrm>
            <a:off x="42411" y="4507886"/>
            <a:ext cx="1435855" cy="1600438"/>
            <a:chOff x="2771635" y="7376145"/>
            <a:chExt cx="1349388" cy="1600438"/>
          </a:xfrm>
        </p:grpSpPr>
        <p:grpSp>
          <p:nvGrpSpPr>
            <p:cNvPr id="964" name="Google Shape;964;p24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965" name="Google Shape;965;p24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-3042" l="0" r="0" t="-38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966" name="Google Shape;966;p24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67" name="Google Shape;967;p24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68" name="Google Shape;968;p24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69" name="Google Shape;969;p24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70" name="Google Shape;970;p24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71" name="Google Shape;971;p24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72" name="Google Shape;972;p24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73" name="Google Shape;973;p24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974" name="Google Shape;974;p24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5" name="Google Shape;975;p24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6" name="Google Shape;976;p24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7" name="Google Shape;977;p24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78" name="Google Shape;978;p24"/>
          <p:cNvGrpSpPr/>
          <p:nvPr/>
        </p:nvGrpSpPr>
        <p:grpSpPr>
          <a:xfrm>
            <a:off x="1805010" y="4513777"/>
            <a:ext cx="1435855" cy="1600438"/>
            <a:chOff x="2771635" y="7376145"/>
            <a:chExt cx="1349388" cy="1600438"/>
          </a:xfrm>
        </p:grpSpPr>
        <p:grpSp>
          <p:nvGrpSpPr>
            <p:cNvPr id="979" name="Google Shape;979;p24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980" name="Google Shape;980;p24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-3042" l="0" r="0" t="-38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981" name="Google Shape;981;p24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2" name="Google Shape;982;p24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3" name="Google Shape;983;p24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4" name="Google Shape;984;p24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5" name="Google Shape;985;p24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6" name="Google Shape;986;p24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7" name="Google Shape;987;p24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8" name="Google Shape;988;p24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989" name="Google Shape;989;p24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0" name="Google Shape;990;p24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1" name="Google Shape;991;p24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2" name="Google Shape;992;p24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93" name="Google Shape;993;p24"/>
          <p:cNvGrpSpPr/>
          <p:nvPr/>
        </p:nvGrpSpPr>
        <p:grpSpPr>
          <a:xfrm>
            <a:off x="3567609" y="4525010"/>
            <a:ext cx="1435855" cy="1600438"/>
            <a:chOff x="2771635" y="7376145"/>
            <a:chExt cx="1349388" cy="1600438"/>
          </a:xfrm>
        </p:grpSpPr>
        <p:grpSp>
          <p:nvGrpSpPr>
            <p:cNvPr id="994" name="Google Shape;994;p24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995" name="Google Shape;995;p24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-3042" l="0" r="0" t="-38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996" name="Google Shape;996;p24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7" name="Google Shape;997;p24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8" name="Google Shape;998;p24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9" name="Google Shape;999;p24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0" name="Google Shape;1000;p24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1" name="Google Shape;1001;p24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2" name="Google Shape;1002;p24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3" name="Google Shape;1003;p24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004" name="Google Shape;1004;p24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5" name="Google Shape;1005;p24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6" name="Google Shape;1006;p24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7" name="Google Shape;1007;p24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08" name="Google Shape;1008;p24"/>
          <p:cNvGrpSpPr/>
          <p:nvPr/>
        </p:nvGrpSpPr>
        <p:grpSpPr>
          <a:xfrm>
            <a:off x="5333536" y="4525010"/>
            <a:ext cx="1435855" cy="1600438"/>
            <a:chOff x="2771635" y="7376145"/>
            <a:chExt cx="1349388" cy="1600438"/>
          </a:xfrm>
        </p:grpSpPr>
        <p:grpSp>
          <p:nvGrpSpPr>
            <p:cNvPr id="1009" name="Google Shape;1009;p24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010" name="Google Shape;1010;p24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-3042" l="0" r="0" t="-38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011" name="Google Shape;1011;p24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2" name="Google Shape;1012;p24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3" name="Google Shape;1013;p24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4" name="Google Shape;1014;p24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5" name="Google Shape;1015;p24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6" name="Google Shape;1016;p24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7" name="Google Shape;1017;p24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8" name="Google Shape;1018;p24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019" name="Google Shape;1019;p24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0" name="Google Shape;1020;p24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1" name="Google Shape;1021;p24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2" name="Google Shape;1022;p24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23" name="Google Shape;1023;p24"/>
          <p:cNvGrpSpPr/>
          <p:nvPr/>
        </p:nvGrpSpPr>
        <p:grpSpPr>
          <a:xfrm>
            <a:off x="80686" y="7709392"/>
            <a:ext cx="1435855" cy="1600438"/>
            <a:chOff x="2771635" y="7376145"/>
            <a:chExt cx="1349388" cy="1600438"/>
          </a:xfrm>
        </p:grpSpPr>
        <p:grpSp>
          <p:nvGrpSpPr>
            <p:cNvPr id="1024" name="Google Shape;1024;p24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025" name="Google Shape;1025;p24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-3053" l="0" r="0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026" name="Google Shape;1026;p24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27" name="Google Shape;1027;p24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28" name="Google Shape;1028;p24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29" name="Google Shape;1029;p24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30" name="Google Shape;1030;p24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31" name="Google Shape;1031;p24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32" name="Google Shape;1032;p24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33" name="Google Shape;1033;p24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034" name="Google Shape;1034;p24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5" name="Google Shape;1035;p24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6" name="Google Shape;1036;p24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7" name="Google Shape;1037;p24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38" name="Google Shape;1038;p24"/>
          <p:cNvGrpSpPr/>
          <p:nvPr/>
        </p:nvGrpSpPr>
        <p:grpSpPr>
          <a:xfrm>
            <a:off x="1843285" y="7715283"/>
            <a:ext cx="1435855" cy="1600438"/>
            <a:chOff x="2771635" y="7376145"/>
            <a:chExt cx="1349388" cy="1600438"/>
          </a:xfrm>
        </p:grpSpPr>
        <p:grpSp>
          <p:nvGrpSpPr>
            <p:cNvPr id="1039" name="Google Shape;1039;p24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040" name="Google Shape;1040;p24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-3053" l="0" r="0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041" name="Google Shape;1041;p24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2" name="Google Shape;1042;p24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3" name="Google Shape;1043;p24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4" name="Google Shape;1044;p24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5" name="Google Shape;1045;p24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6" name="Google Shape;1046;p24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7" name="Google Shape;1047;p24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8" name="Google Shape;1048;p24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049" name="Google Shape;1049;p24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0" name="Google Shape;1050;p24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1" name="Google Shape;1051;p24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2" name="Google Shape;1052;p24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53" name="Google Shape;1053;p24"/>
          <p:cNvGrpSpPr/>
          <p:nvPr/>
        </p:nvGrpSpPr>
        <p:grpSpPr>
          <a:xfrm>
            <a:off x="3605884" y="7726516"/>
            <a:ext cx="1435855" cy="1600438"/>
            <a:chOff x="2771635" y="7376145"/>
            <a:chExt cx="1349388" cy="1600438"/>
          </a:xfrm>
        </p:grpSpPr>
        <p:grpSp>
          <p:nvGrpSpPr>
            <p:cNvPr id="1054" name="Google Shape;1054;p24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055" name="Google Shape;1055;p24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3042" l="0" r="0" t="-38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056" name="Google Shape;1056;p24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7" name="Google Shape;1057;p24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8" name="Google Shape;1058;p24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9" name="Google Shape;1059;p24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0" name="Google Shape;1060;p24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1" name="Google Shape;1061;p24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2" name="Google Shape;1062;p24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3" name="Google Shape;1063;p24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064" name="Google Shape;1064;p24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5" name="Google Shape;1065;p24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6" name="Google Shape;1066;p24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7" name="Google Shape;1067;p24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68" name="Google Shape;1068;p24"/>
          <p:cNvGrpSpPr/>
          <p:nvPr/>
        </p:nvGrpSpPr>
        <p:grpSpPr>
          <a:xfrm>
            <a:off x="5371811" y="7726516"/>
            <a:ext cx="1435855" cy="1600438"/>
            <a:chOff x="2771635" y="7376145"/>
            <a:chExt cx="1349388" cy="1600438"/>
          </a:xfrm>
        </p:grpSpPr>
        <p:grpSp>
          <p:nvGrpSpPr>
            <p:cNvPr id="1069" name="Google Shape;1069;p24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070" name="Google Shape;1070;p24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-3042" l="0" r="0" t="-38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071" name="Google Shape;1071;p24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72" name="Google Shape;1072;p24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73" name="Google Shape;1073;p24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74" name="Google Shape;1074;p24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75" name="Google Shape;1075;p24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76" name="Google Shape;1076;p24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77" name="Google Shape;1077;p24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78" name="Google Shape;1078;p24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079" name="Google Shape;1079;p24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0" name="Google Shape;1080;p24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1" name="Google Shape;1081;p24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2" name="Google Shape;1082;p24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083" name="Google Shape;1083;p24"/>
          <p:cNvSpPr txBox="1"/>
          <p:nvPr/>
        </p:nvSpPr>
        <p:spPr>
          <a:xfrm>
            <a:off x="-12207" y="1045287"/>
            <a:ext cx="145745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40         8      5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40        5       8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4"/>
          <p:cNvSpPr txBox="1"/>
          <p:nvPr/>
        </p:nvSpPr>
        <p:spPr>
          <a:xfrm>
            <a:off x="21830" y="1982968"/>
            <a:ext cx="144623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8         5      40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5         8      40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24"/>
          <p:cNvSpPr txBox="1"/>
          <p:nvPr/>
        </p:nvSpPr>
        <p:spPr>
          <a:xfrm>
            <a:off x="1777754" y="1068355"/>
            <a:ext cx="156324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40         4      10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40       10      4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4"/>
          <p:cNvSpPr txBox="1"/>
          <p:nvPr/>
        </p:nvSpPr>
        <p:spPr>
          <a:xfrm>
            <a:off x="1811791" y="2006036"/>
            <a:ext cx="151035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4         10     40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10        4      40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24"/>
          <p:cNvSpPr txBox="1"/>
          <p:nvPr/>
        </p:nvSpPr>
        <p:spPr>
          <a:xfrm>
            <a:off x="3522696" y="1069166"/>
            <a:ext cx="145745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16         8      2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16        2      8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24"/>
          <p:cNvSpPr txBox="1"/>
          <p:nvPr/>
        </p:nvSpPr>
        <p:spPr>
          <a:xfrm>
            <a:off x="3556733" y="2006847"/>
            <a:ext cx="149912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8         2       16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2         8       16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24"/>
          <p:cNvSpPr txBox="1"/>
          <p:nvPr/>
        </p:nvSpPr>
        <p:spPr>
          <a:xfrm>
            <a:off x="5280493" y="1143005"/>
            <a:ext cx="145745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16         2      8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16       8      2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24"/>
          <p:cNvSpPr txBox="1"/>
          <p:nvPr/>
        </p:nvSpPr>
        <p:spPr>
          <a:xfrm>
            <a:off x="5300762" y="1961137"/>
            <a:ext cx="144623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2         8      16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8         2      16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24"/>
          <p:cNvSpPr txBox="1"/>
          <p:nvPr/>
        </p:nvSpPr>
        <p:spPr>
          <a:xfrm>
            <a:off x="14555" y="655134"/>
            <a:ext cx="348915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5  5  5  5   5  5   5  5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24"/>
          <p:cNvSpPr txBox="1"/>
          <p:nvPr/>
        </p:nvSpPr>
        <p:spPr>
          <a:xfrm>
            <a:off x="1786990" y="653464"/>
            <a:ext cx="34891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10  10   10   10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24"/>
          <p:cNvSpPr txBox="1"/>
          <p:nvPr/>
        </p:nvSpPr>
        <p:spPr>
          <a:xfrm>
            <a:off x="3535450" y="680071"/>
            <a:ext cx="348915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2  2   2  2  2   2  2  2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24"/>
          <p:cNvSpPr txBox="1"/>
          <p:nvPr/>
        </p:nvSpPr>
        <p:spPr>
          <a:xfrm>
            <a:off x="5574470" y="629748"/>
            <a:ext cx="1527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8           8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24"/>
          <p:cNvSpPr txBox="1"/>
          <p:nvPr/>
        </p:nvSpPr>
        <p:spPr>
          <a:xfrm>
            <a:off x="91013" y="3907909"/>
            <a:ext cx="1527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12     12    12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24"/>
          <p:cNvSpPr txBox="1"/>
          <p:nvPr/>
        </p:nvSpPr>
        <p:spPr>
          <a:xfrm>
            <a:off x="1797645" y="3943767"/>
            <a:ext cx="348915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6    6    6    6    6    6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24"/>
          <p:cNvSpPr txBox="1"/>
          <p:nvPr/>
        </p:nvSpPr>
        <p:spPr>
          <a:xfrm>
            <a:off x="3615653" y="3944041"/>
            <a:ext cx="1527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1       1        1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4"/>
          <p:cNvSpPr txBox="1"/>
          <p:nvPr/>
        </p:nvSpPr>
        <p:spPr>
          <a:xfrm>
            <a:off x="5890681" y="3910530"/>
            <a:ext cx="1527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4"/>
          <p:cNvSpPr txBox="1"/>
          <p:nvPr/>
        </p:nvSpPr>
        <p:spPr>
          <a:xfrm>
            <a:off x="-15835" y="4392204"/>
            <a:ext cx="156324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36         3      12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36        12      3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24"/>
          <p:cNvSpPr txBox="1"/>
          <p:nvPr/>
        </p:nvSpPr>
        <p:spPr>
          <a:xfrm>
            <a:off x="18202" y="5329885"/>
            <a:ext cx="156324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3         12      36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12       3      36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24"/>
          <p:cNvSpPr txBox="1"/>
          <p:nvPr/>
        </p:nvSpPr>
        <p:spPr>
          <a:xfrm>
            <a:off x="1774126" y="4415272"/>
            <a:ext cx="1393330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36        6      6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36       6       6</a:t>
            </a:r>
            <a:endParaRPr/>
          </a:p>
        </p:txBody>
      </p:sp>
      <p:sp>
        <p:nvSpPr>
          <p:cNvPr id="1102" name="Google Shape;1102;p24"/>
          <p:cNvSpPr txBox="1"/>
          <p:nvPr/>
        </p:nvSpPr>
        <p:spPr>
          <a:xfrm>
            <a:off x="1808163" y="5352953"/>
            <a:ext cx="139333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6         6     36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6        6      36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4"/>
          <p:cNvSpPr txBox="1"/>
          <p:nvPr/>
        </p:nvSpPr>
        <p:spPr>
          <a:xfrm>
            <a:off x="3587383" y="4463181"/>
            <a:ext cx="132921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3         3      1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3        3       1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4"/>
          <p:cNvSpPr txBox="1"/>
          <p:nvPr/>
        </p:nvSpPr>
        <p:spPr>
          <a:xfrm>
            <a:off x="3553105" y="5353764"/>
            <a:ext cx="138211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1         3       3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3         1       3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4"/>
          <p:cNvSpPr txBox="1"/>
          <p:nvPr/>
        </p:nvSpPr>
        <p:spPr>
          <a:xfrm>
            <a:off x="5276865" y="4489922"/>
            <a:ext cx="143500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3         1        3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3         3        1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4"/>
          <p:cNvSpPr txBox="1"/>
          <p:nvPr/>
        </p:nvSpPr>
        <p:spPr>
          <a:xfrm>
            <a:off x="5297134" y="5308054"/>
            <a:ext cx="143500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1         3        3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3         1        3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24"/>
          <p:cNvSpPr txBox="1"/>
          <p:nvPr/>
        </p:nvSpPr>
        <p:spPr>
          <a:xfrm>
            <a:off x="10192" y="7599606"/>
            <a:ext cx="145745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54         9      6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54        6       9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4"/>
          <p:cNvSpPr txBox="1"/>
          <p:nvPr/>
        </p:nvSpPr>
        <p:spPr>
          <a:xfrm>
            <a:off x="44229" y="8537287"/>
            <a:ext cx="144623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9         6      54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6         9      54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24"/>
          <p:cNvSpPr txBox="1"/>
          <p:nvPr/>
        </p:nvSpPr>
        <p:spPr>
          <a:xfrm>
            <a:off x="1800153" y="7622674"/>
            <a:ext cx="145745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21         7      3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21       3       7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24"/>
          <p:cNvSpPr txBox="1"/>
          <p:nvPr/>
        </p:nvSpPr>
        <p:spPr>
          <a:xfrm>
            <a:off x="1834190" y="8560355"/>
            <a:ext cx="144623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7         3      21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3         7      21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24"/>
          <p:cNvSpPr txBox="1"/>
          <p:nvPr/>
        </p:nvSpPr>
        <p:spPr>
          <a:xfrm>
            <a:off x="3545095" y="7623485"/>
            <a:ext cx="151035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90       10      9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90        9      10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24"/>
          <p:cNvSpPr txBox="1"/>
          <p:nvPr/>
        </p:nvSpPr>
        <p:spPr>
          <a:xfrm>
            <a:off x="3579132" y="8561166"/>
            <a:ext cx="151035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10         9     90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9         10     90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24"/>
          <p:cNvSpPr txBox="1"/>
          <p:nvPr/>
        </p:nvSpPr>
        <p:spPr>
          <a:xfrm>
            <a:off x="5302892" y="7697324"/>
            <a:ext cx="156324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90         9      10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90       10      9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24"/>
          <p:cNvSpPr txBox="1"/>
          <p:nvPr/>
        </p:nvSpPr>
        <p:spPr>
          <a:xfrm>
            <a:off x="5323161" y="8515456"/>
            <a:ext cx="156324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9         10      90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10        9      90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25"/>
          <p:cNvSpPr/>
          <p:nvPr/>
        </p:nvSpPr>
        <p:spPr>
          <a:xfrm>
            <a:off x="148925" y="157113"/>
            <a:ext cx="51449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For each statement, decide whether it is always, sometimes or never true.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20" name="Google Shape;1120;p25"/>
          <p:cNvGraphicFramePr/>
          <p:nvPr/>
        </p:nvGraphicFramePr>
        <p:xfrm>
          <a:off x="435410" y="6216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2982700"/>
                <a:gridCol w="2982700"/>
              </a:tblGrid>
              <a:tr h="104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>
                          <a:solidFill>
                            <a:schemeClr val="dk1"/>
                          </a:solidFill>
                        </a:rPr>
                        <a:t>When you multiply two numbers together, it doesn’t matter which order you do it in.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Always true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2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>
                          <a:solidFill>
                            <a:schemeClr val="dk1"/>
                          </a:solidFill>
                        </a:rPr>
                        <a:t>Divide means ‘shared between’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50">
                          <a:solidFill>
                            <a:srgbClr val="FF0000"/>
                          </a:solidFill>
                        </a:rPr>
                        <a:t>Always true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6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</a:t>
                      </a:r>
                      <a:endParaRPr b="0"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>
                          <a:solidFill>
                            <a:schemeClr val="dk1"/>
                          </a:solidFill>
                        </a:rPr>
                        <a:t>There are more than ten positive integer multiplication sums that give the answer 6</a:t>
                      </a: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50">
                          <a:solidFill>
                            <a:srgbClr val="FF0000"/>
                          </a:solidFill>
                        </a:rPr>
                        <a:t>Never true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>
                          <a:solidFill>
                            <a:schemeClr val="dk1"/>
                          </a:solidFill>
                        </a:rPr>
                        <a:t>When you divide one number by another, it doesn’t matter which order you do it in.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50">
                          <a:solidFill>
                            <a:srgbClr val="FF0000"/>
                          </a:solidFill>
                        </a:rPr>
                        <a:t>Sometimes true – it doesn’t matter if both numbers are the same (e.g. 2 divided by 2) but false in all other cases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>
                          <a:solidFill>
                            <a:schemeClr val="dk1"/>
                          </a:solidFill>
                        </a:rPr>
                        <a:t>Multiplying a number by zero doesn’t change the number.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50">
                          <a:solidFill>
                            <a:srgbClr val="FF0000"/>
                          </a:solidFill>
                        </a:rPr>
                        <a:t>Sometimes true, in the case of 0 x 0. Otherwise, false.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lang="en-GB" sz="1600">
                          <a:solidFill>
                            <a:schemeClr val="dk1"/>
                          </a:solidFill>
                        </a:rPr>
                        <a:t>You can undo a multiplication by dividing.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50">
                          <a:solidFill>
                            <a:srgbClr val="FF0000"/>
                          </a:solidFill>
                        </a:rPr>
                        <a:t>Always true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6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>
                          <a:solidFill>
                            <a:schemeClr val="dk1"/>
                          </a:solidFill>
                        </a:rPr>
                        <a:t>a x b = b x 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50">
                          <a:solidFill>
                            <a:srgbClr val="FF0000"/>
                          </a:solidFill>
                        </a:rPr>
                        <a:t>Always true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>
                          <a:solidFill>
                            <a:schemeClr val="dk1"/>
                          </a:solidFill>
                        </a:rPr>
                        <a:t>a x ( b x c) = (a x b) x 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50">
                          <a:solidFill>
                            <a:srgbClr val="FF0000"/>
                          </a:solidFill>
                        </a:rPr>
                        <a:t>Always true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a ÷ b = b ÷ 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50">
                          <a:solidFill>
                            <a:srgbClr val="FF0000"/>
                          </a:solidFill>
                        </a:rPr>
                        <a:t>Sometimes true, in the case of a = b. False in all other cases.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1" name="Google Shape;1121;p2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" name="Google Shape;1126;p26"/>
          <p:cNvGraphicFramePr/>
          <p:nvPr/>
        </p:nvGraphicFramePr>
        <p:xfrm>
          <a:off x="153190" y="1997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6552400"/>
              </a:tblGrid>
              <a:tr h="21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7" name="Google Shape;1127;p26"/>
          <p:cNvSpPr/>
          <p:nvPr/>
        </p:nvSpPr>
        <p:spPr>
          <a:xfrm>
            <a:off x="153190" y="2345955"/>
            <a:ext cx="3108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 </a:t>
            </a:r>
            <a:endParaRPr/>
          </a:p>
        </p:txBody>
      </p:sp>
      <p:sp>
        <p:nvSpPr>
          <p:cNvPr id="1128" name="Google Shape;1128;p26"/>
          <p:cNvSpPr txBox="1"/>
          <p:nvPr/>
        </p:nvSpPr>
        <p:spPr>
          <a:xfrm>
            <a:off x="5314950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26"/>
          <p:cNvSpPr/>
          <p:nvPr/>
        </p:nvSpPr>
        <p:spPr>
          <a:xfrm>
            <a:off x="153190" y="199753"/>
            <a:ext cx="3108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9. </a:t>
            </a:r>
            <a:endParaRPr/>
          </a:p>
        </p:txBody>
      </p:sp>
      <p:sp>
        <p:nvSpPr>
          <p:cNvPr id="1130" name="Google Shape;1130;p26"/>
          <p:cNvSpPr/>
          <p:nvPr/>
        </p:nvSpPr>
        <p:spPr>
          <a:xfrm>
            <a:off x="153190" y="6326479"/>
            <a:ext cx="3108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11. </a:t>
            </a:r>
            <a:endParaRPr/>
          </a:p>
        </p:txBody>
      </p:sp>
      <p:pic>
        <p:nvPicPr>
          <p:cNvPr descr="Y7_SP_B2_PP17.jpg" id="1131" name="Google Shape;1131;p26"/>
          <p:cNvPicPr preferRelativeResize="0"/>
          <p:nvPr/>
        </p:nvPicPr>
        <p:blipFill rotWithShape="1">
          <a:blip r:embed="rId3">
            <a:alphaModFix/>
          </a:blip>
          <a:srcRect b="27775" l="12884" r="16387" t="15443"/>
          <a:stretch/>
        </p:blipFill>
        <p:spPr>
          <a:xfrm>
            <a:off x="612545" y="2345955"/>
            <a:ext cx="4485602" cy="25458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2" name="Google Shape;1132;p26"/>
          <p:cNvGrpSpPr/>
          <p:nvPr/>
        </p:nvGrpSpPr>
        <p:grpSpPr>
          <a:xfrm>
            <a:off x="650377" y="6464978"/>
            <a:ext cx="4887955" cy="2672482"/>
            <a:chOff x="469859" y="238127"/>
            <a:chExt cx="4887955" cy="2672482"/>
          </a:xfrm>
        </p:grpSpPr>
        <p:pic>
          <p:nvPicPr>
            <p:cNvPr descr="Y7_SP_B2_PP19.jpg" id="1133" name="Google Shape;1133;p26"/>
            <p:cNvPicPr preferRelativeResize="0"/>
            <p:nvPr/>
          </p:nvPicPr>
          <p:blipFill rotWithShape="1">
            <a:blip r:embed="rId4">
              <a:alphaModFix/>
            </a:blip>
            <a:srcRect b="30072" l="12658" r="18280" t="17599"/>
            <a:stretch/>
          </p:blipFill>
          <p:spPr>
            <a:xfrm>
              <a:off x="469859" y="238127"/>
              <a:ext cx="4887955" cy="26182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4" name="Google Shape;1134;p26"/>
            <p:cNvSpPr/>
            <p:nvPr/>
          </p:nvSpPr>
          <p:spPr>
            <a:xfrm>
              <a:off x="469859" y="2634916"/>
              <a:ext cx="4017920" cy="27569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35" name="Google Shape;1135;p26"/>
          <p:cNvPicPr preferRelativeResize="0"/>
          <p:nvPr/>
        </p:nvPicPr>
        <p:blipFill rotWithShape="1">
          <a:blip r:embed="rId5">
            <a:alphaModFix/>
          </a:blip>
          <a:srcRect b="0" l="0" r="37741" t="0"/>
          <a:stretch/>
        </p:blipFill>
        <p:spPr>
          <a:xfrm>
            <a:off x="612545" y="275396"/>
            <a:ext cx="3035489" cy="17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6" name="Google Shape;1136;p26"/>
          <p:cNvPicPr preferRelativeResize="0"/>
          <p:nvPr/>
        </p:nvPicPr>
        <p:blipFill rotWithShape="1">
          <a:blip r:embed="rId5">
            <a:alphaModFix/>
          </a:blip>
          <a:srcRect b="0" l="62107" r="0" t="0"/>
          <a:stretch/>
        </p:blipFill>
        <p:spPr>
          <a:xfrm>
            <a:off x="4304445" y="221170"/>
            <a:ext cx="2107528" cy="20077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7" name="Google Shape;1137;p26"/>
          <p:cNvGraphicFramePr/>
          <p:nvPr/>
        </p:nvGraphicFramePr>
        <p:xfrm>
          <a:off x="153190" y="52023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6552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8" name="Google Shape;1138;p26"/>
          <p:cNvSpPr txBox="1"/>
          <p:nvPr/>
        </p:nvSpPr>
        <p:spPr>
          <a:xfrm>
            <a:off x="1542978" y="4255691"/>
            <a:ext cx="343715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84                      52                        116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Double one more time</a:t>
            </a:r>
            <a:endParaRPr/>
          </a:p>
        </p:txBody>
      </p:sp>
      <p:sp>
        <p:nvSpPr>
          <p:cNvPr id="1139" name="Google Shape;1139;p26"/>
          <p:cNvSpPr txBox="1"/>
          <p:nvPr/>
        </p:nvSpPr>
        <p:spPr>
          <a:xfrm>
            <a:off x="2379178" y="7331964"/>
            <a:ext cx="69128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26"/>
          <p:cNvSpPr txBox="1"/>
          <p:nvPr/>
        </p:nvSpPr>
        <p:spPr>
          <a:xfrm>
            <a:off x="2364888" y="8075367"/>
            <a:ext cx="69128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26"/>
          <p:cNvSpPr txBox="1"/>
          <p:nvPr/>
        </p:nvSpPr>
        <p:spPr>
          <a:xfrm>
            <a:off x="3977014" y="6713100"/>
            <a:ext cx="69128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26"/>
          <p:cNvSpPr txBox="1"/>
          <p:nvPr/>
        </p:nvSpPr>
        <p:spPr>
          <a:xfrm>
            <a:off x="3944756" y="7391474"/>
            <a:ext cx="69128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26"/>
          <p:cNvSpPr txBox="1"/>
          <p:nvPr/>
        </p:nvSpPr>
        <p:spPr>
          <a:xfrm>
            <a:off x="3963083" y="8134215"/>
            <a:ext cx="69128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26"/>
          <p:cNvSpPr txBox="1"/>
          <p:nvPr/>
        </p:nvSpPr>
        <p:spPr>
          <a:xfrm>
            <a:off x="1469240" y="754499"/>
            <a:ext cx="41870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26"/>
          <p:cNvSpPr txBox="1"/>
          <p:nvPr/>
        </p:nvSpPr>
        <p:spPr>
          <a:xfrm>
            <a:off x="687615" y="1656700"/>
            <a:ext cx="1710725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20         4           5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7_SP_B2_PP14.jpg" id="1150" name="Google Shape;1150;p27"/>
          <p:cNvPicPr preferRelativeResize="0"/>
          <p:nvPr/>
        </p:nvPicPr>
        <p:blipFill rotWithShape="1">
          <a:blip r:embed="rId3">
            <a:alphaModFix/>
          </a:blip>
          <a:srcRect b="40322" l="12761" r="18762" t="17142"/>
          <a:stretch/>
        </p:blipFill>
        <p:spPr>
          <a:xfrm>
            <a:off x="554364" y="267252"/>
            <a:ext cx="4411704" cy="1937412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27"/>
          <p:cNvSpPr txBox="1"/>
          <p:nvPr/>
        </p:nvSpPr>
        <p:spPr>
          <a:xfrm>
            <a:off x="3751139" y="845631"/>
            <a:ext cx="29687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27"/>
          <p:cNvSpPr txBox="1"/>
          <p:nvPr/>
        </p:nvSpPr>
        <p:spPr>
          <a:xfrm>
            <a:off x="4967754" y="830776"/>
            <a:ext cx="147662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Associative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Commutative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x 5 = 10</a:t>
            </a:r>
            <a:endParaRPr/>
          </a:p>
        </p:txBody>
      </p:sp>
      <p:graphicFrame>
        <p:nvGraphicFramePr>
          <p:cNvPr id="1153" name="Google Shape;1153;p27"/>
          <p:cNvGraphicFramePr/>
          <p:nvPr/>
        </p:nvGraphicFramePr>
        <p:xfrm>
          <a:off x="101995" y="163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6551475"/>
              </a:tblGrid>
              <a:tr h="418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54" name="Google Shape;1154;p27"/>
          <p:cNvSpPr txBox="1"/>
          <p:nvPr>
            <p:ph idx="12" type="sldNum"/>
          </p:nvPr>
        </p:nvSpPr>
        <p:spPr>
          <a:xfrm>
            <a:off x="5144075" y="941493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55" name="Google Shape;1155;p27"/>
          <p:cNvSpPr/>
          <p:nvPr/>
        </p:nvSpPr>
        <p:spPr>
          <a:xfrm>
            <a:off x="101995" y="183901"/>
            <a:ext cx="3108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</a:t>
            </a:r>
            <a:endParaRPr/>
          </a:p>
        </p:txBody>
      </p:sp>
      <p:graphicFrame>
        <p:nvGraphicFramePr>
          <p:cNvPr id="1156" name="Google Shape;1156;p27"/>
          <p:cNvGraphicFramePr/>
          <p:nvPr/>
        </p:nvGraphicFramePr>
        <p:xfrm>
          <a:off x="101995" y="24912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6552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57" name="Google Shape;1157;p27"/>
          <p:cNvSpPr txBox="1"/>
          <p:nvPr/>
        </p:nvSpPr>
        <p:spPr>
          <a:xfrm>
            <a:off x="101995" y="4495236"/>
            <a:ext cx="6585130" cy="338554"/>
          </a:xfrm>
          <a:prstGeom prst="rect">
            <a:avLst/>
          </a:prstGeom>
          <a:solidFill>
            <a:srgbClr val="7E234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58" name="Google Shape;1158;p27"/>
          <p:cNvGraphicFramePr/>
          <p:nvPr/>
        </p:nvGraphicFramePr>
        <p:xfrm>
          <a:off x="109911" y="48418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{F35DD273-B655-4C48-B129-7570F86BB0B9}</a:tableStyleId>
              </a:tblPr>
              <a:tblGrid>
                <a:gridCol w="3271775"/>
                <a:gridCol w="3271775"/>
              </a:tblGrid>
              <a:tr h="209230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eriod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12 multiplied by 4</a:t>
                      </a:r>
                      <a:endParaRPr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A. 48            B. 16            C. 3            D. 44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2. Calculate the value of 8 x 9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A. 81           B. 72            C. 32            D. 71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3. Calculate 56 ÷ 7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A. 7           B. 49            C. 63            D. 8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eriod" startAt="4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? ÷ 7 = 4</a:t>
                      </a:r>
                      <a:endParaRPr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A. 11           B. 28            C. 3            D. 1</a:t>
                      </a:r>
                      <a:endParaRPr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59" name="Google Shape;1159;p27"/>
          <p:cNvSpPr/>
          <p:nvPr/>
        </p:nvSpPr>
        <p:spPr>
          <a:xfrm>
            <a:off x="321280" y="5515288"/>
            <a:ext cx="636608" cy="44498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27"/>
          <p:cNvSpPr/>
          <p:nvPr/>
        </p:nvSpPr>
        <p:spPr>
          <a:xfrm>
            <a:off x="4329460" y="5515288"/>
            <a:ext cx="636608" cy="44498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27"/>
          <p:cNvSpPr/>
          <p:nvPr/>
        </p:nvSpPr>
        <p:spPr>
          <a:xfrm>
            <a:off x="2429802" y="7604234"/>
            <a:ext cx="636608" cy="44498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27"/>
          <p:cNvSpPr/>
          <p:nvPr/>
        </p:nvSpPr>
        <p:spPr>
          <a:xfrm>
            <a:off x="4329460" y="7599280"/>
            <a:ext cx="636608" cy="44498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