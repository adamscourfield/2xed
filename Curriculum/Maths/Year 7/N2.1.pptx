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9906000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AFF5595-6A95-46B9-A5DB-11B42C347D63}">
  <a:tblStyle styleId="{9AFF5595-6A95-46B9-A5DB-11B42C347D6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9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96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7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98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9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99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0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100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10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101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10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102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10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103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p104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2" name="Google Shape;1242;p1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10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10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p105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8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11" Type="http://schemas.openxmlformats.org/officeDocument/2006/relationships/image" Target="../media/image12.png"/><Relationship Id="rId10" Type="http://schemas.openxmlformats.org/officeDocument/2006/relationships/image" Target="../media/image5.png"/><Relationship Id="rId9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6.png"/><Relationship Id="rId7" Type="http://schemas.openxmlformats.org/officeDocument/2006/relationships/image" Target="../media/image3.png"/><Relationship Id="rId8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5.png"/><Relationship Id="rId5" Type="http://schemas.openxmlformats.org/officeDocument/2006/relationships/image" Target="../media/image21.png"/><Relationship Id="rId6" Type="http://schemas.openxmlformats.org/officeDocument/2006/relationships/image" Target="../media/image12.png"/><Relationship Id="rId7" Type="http://schemas.openxmlformats.org/officeDocument/2006/relationships/image" Target="../media/image3.png"/><Relationship Id="rId8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8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17.png"/><Relationship Id="rId7" Type="http://schemas.openxmlformats.org/officeDocument/2006/relationships/image" Target="../media/image21.png"/><Relationship Id="rId8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Relationship Id="rId11" Type="http://schemas.openxmlformats.org/officeDocument/2006/relationships/image" Target="../media/image1.png"/><Relationship Id="rId10" Type="http://schemas.openxmlformats.org/officeDocument/2006/relationships/image" Target="../media/image28.png"/><Relationship Id="rId9" Type="http://schemas.openxmlformats.org/officeDocument/2006/relationships/image" Target="../media/image3.png"/><Relationship Id="rId5" Type="http://schemas.openxmlformats.org/officeDocument/2006/relationships/image" Target="../media/image21.png"/><Relationship Id="rId6" Type="http://schemas.openxmlformats.org/officeDocument/2006/relationships/image" Target="../media/image23.png"/><Relationship Id="rId7" Type="http://schemas.openxmlformats.org/officeDocument/2006/relationships/image" Target="../media/image5.png"/><Relationship Id="rId8" Type="http://schemas.openxmlformats.org/officeDocument/2006/relationships/image" Target="../media/image2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Relationship Id="rId11" Type="http://schemas.openxmlformats.org/officeDocument/2006/relationships/image" Target="../media/image1.png"/><Relationship Id="rId10" Type="http://schemas.openxmlformats.org/officeDocument/2006/relationships/image" Target="../media/image28.png"/><Relationship Id="rId9" Type="http://schemas.openxmlformats.org/officeDocument/2006/relationships/image" Target="../media/image3.png"/><Relationship Id="rId5" Type="http://schemas.openxmlformats.org/officeDocument/2006/relationships/image" Target="../media/image21.png"/><Relationship Id="rId6" Type="http://schemas.openxmlformats.org/officeDocument/2006/relationships/image" Target="../media/image23.png"/><Relationship Id="rId7" Type="http://schemas.openxmlformats.org/officeDocument/2006/relationships/image" Target="../media/image5.png"/><Relationship Id="rId8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png"/><Relationship Id="rId4" Type="http://schemas.openxmlformats.org/officeDocument/2006/relationships/image" Target="../media/image21.png"/><Relationship Id="rId10" Type="http://schemas.openxmlformats.org/officeDocument/2006/relationships/image" Target="../media/image2.png"/><Relationship Id="rId9" Type="http://schemas.openxmlformats.org/officeDocument/2006/relationships/image" Target="../media/image12.png"/><Relationship Id="rId5" Type="http://schemas.openxmlformats.org/officeDocument/2006/relationships/image" Target="../media/image1.png"/><Relationship Id="rId6" Type="http://schemas.openxmlformats.org/officeDocument/2006/relationships/image" Target="../media/image17.png"/><Relationship Id="rId7" Type="http://schemas.openxmlformats.org/officeDocument/2006/relationships/image" Target="../media/image3.png"/><Relationship Id="rId8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2.png"/><Relationship Id="rId4" Type="http://schemas.openxmlformats.org/officeDocument/2006/relationships/image" Target="../media/image33.jpg"/><Relationship Id="rId9" Type="http://schemas.openxmlformats.org/officeDocument/2006/relationships/image" Target="../media/image23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1.png"/><Relationship Id="rId8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62231" y="315445"/>
            <a:ext cx="6728829" cy="1104848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-2618" y="3326"/>
            <a:ext cx="6858000" cy="288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Subtopic N2.1 - Properties of Addition and Subtraction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0434" y="603831"/>
            <a:ext cx="114939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r>
              <a:rPr b="1" lang="en-GB" sz="12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107145" y="856271"/>
            <a:ext cx="505533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visually represent addition and subtraction.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use bar models to write additions and subtractions.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131132" y="359054"/>
            <a:ext cx="5258697" cy="2769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OUTCOME: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understand the properties of addition and subtraction. 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5425409" y="359922"/>
            <a:ext cx="1345042" cy="101566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Addition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Subtraction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Difference</a:t>
            </a:r>
            <a:endParaRPr/>
          </a:p>
        </p:txBody>
      </p:sp>
      <p:cxnSp>
        <p:nvCxnSpPr>
          <p:cNvPr id="94" name="Google Shape;94;p13"/>
          <p:cNvCxnSpPr/>
          <p:nvPr/>
        </p:nvCxnSpPr>
        <p:spPr>
          <a:xfrm flipH="1" rot="10800000">
            <a:off x="946826" y="4166787"/>
            <a:ext cx="5541513" cy="22822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5" name="Google Shape;95;p13"/>
          <p:cNvSpPr/>
          <p:nvPr/>
        </p:nvSpPr>
        <p:spPr>
          <a:xfrm>
            <a:off x="64585" y="2217494"/>
            <a:ext cx="6728829" cy="194929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" name="Google Shape;96;p13"/>
          <p:cNvCxnSpPr/>
          <p:nvPr/>
        </p:nvCxnSpPr>
        <p:spPr>
          <a:xfrm>
            <a:off x="77338" y="3252414"/>
            <a:ext cx="672882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7" name="Google Shape;97;p13"/>
          <p:cNvCxnSpPr>
            <a:stCxn id="95" idx="2"/>
            <a:endCxn id="95" idx="0"/>
          </p:cNvCxnSpPr>
          <p:nvPr/>
        </p:nvCxnSpPr>
        <p:spPr>
          <a:xfrm rot="10800000">
            <a:off x="3429000" y="2217386"/>
            <a:ext cx="0" cy="1949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8" name="Google Shape;98;p13"/>
          <p:cNvSpPr txBox="1"/>
          <p:nvPr/>
        </p:nvSpPr>
        <p:spPr>
          <a:xfrm>
            <a:off x="109900" y="2236191"/>
            <a:ext cx="8247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5746076" y="2224503"/>
            <a:ext cx="11122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61837" y="3236653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5646035" y="3248837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2932800" y="3100799"/>
            <a:ext cx="987771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Addition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94909" y="2439766"/>
            <a:ext cx="32303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sum of two or more numbers.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3454777" y="2430429"/>
            <a:ext cx="323033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add with integers, decimals, fractions and many other types of number. 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Addition is commutative, e.g. 5 + 6 = 6 + 5</a:t>
            </a:r>
            <a:endParaRPr/>
          </a:p>
          <a:p>
            <a:pPr indent="-952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101840" y="3483502"/>
            <a:ext cx="32303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+ 4 = 8</a:t>
            </a:r>
            <a:endParaRPr/>
          </a:p>
          <a:p>
            <a:pPr indent="-952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3627969" y="3560901"/>
            <a:ext cx="32303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10 - 5 = 5</a:t>
            </a:r>
            <a:endParaRPr/>
          </a:p>
        </p:txBody>
      </p:sp>
      <p:sp>
        <p:nvSpPr>
          <p:cNvPr id="107" name="Google Shape;107;p13"/>
          <p:cNvSpPr txBox="1"/>
          <p:nvPr>
            <p:ph idx="12" type="sldNum"/>
          </p:nvPr>
        </p:nvSpPr>
        <p:spPr>
          <a:xfrm>
            <a:off x="5275870" y="948936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8" name="Google Shape;108;p13"/>
          <p:cNvSpPr/>
          <p:nvPr/>
        </p:nvSpPr>
        <p:spPr>
          <a:xfrm>
            <a:off x="1367729" y="3567246"/>
            <a:ext cx="205740" cy="21336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3"/>
          <p:cNvSpPr/>
          <p:nvPr/>
        </p:nvSpPr>
        <p:spPr>
          <a:xfrm>
            <a:off x="1635013" y="3567246"/>
            <a:ext cx="205740" cy="21336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3"/>
          <p:cNvSpPr/>
          <p:nvPr/>
        </p:nvSpPr>
        <p:spPr>
          <a:xfrm>
            <a:off x="1902297" y="3573018"/>
            <a:ext cx="205740" cy="21336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/>
          <p:nvPr/>
        </p:nvSpPr>
        <p:spPr>
          <a:xfrm>
            <a:off x="2181488" y="3573033"/>
            <a:ext cx="205740" cy="21336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/>
          <p:nvPr/>
        </p:nvSpPr>
        <p:spPr>
          <a:xfrm>
            <a:off x="1374890" y="3815200"/>
            <a:ext cx="205740" cy="21336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3"/>
          <p:cNvSpPr/>
          <p:nvPr/>
        </p:nvSpPr>
        <p:spPr>
          <a:xfrm>
            <a:off x="1642174" y="3815200"/>
            <a:ext cx="205740" cy="21336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3"/>
          <p:cNvSpPr/>
          <p:nvPr/>
        </p:nvSpPr>
        <p:spPr>
          <a:xfrm>
            <a:off x="1909458" y="3820972"/>
            <a:ext cx="205740" cy="21336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2188649" y="3820987"/>
            <a:ext cx="205740" cy="21336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6" name="Google Shape;116;p13"/>
          <p:cNvGraphicFramePr/>
          <p:nvPr/>
        </p:nvGraphicFramePr>
        <p:xfrm>
          <a:off x="91840" y="45679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{9AFF5595-6A95-46B9-A5DB-11B42C347D63}</a:tableStyleId>
              </a:tblPr>
              <a:tblGrid>
                <a:gridCol w="2233075"/>
                <a:gridCol w="2233075"/>
                <a:gridCol w="2233075"/>
              </a:tblGrid>
              <a:tr h="291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1 - I do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2 - We do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3 - You do…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0675"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Write</a:t>
                      </a:r>
                      <a:r>
                        <a:rPr lang="en-GB" sz="1200"/>
                        <a:t> the </a:t>
                      </a:r>
                      <a:r>
                        <a:rPr b="1" lang="en-GB" sz="1200"/>
                        <a:t>addition</a:t>
                      </a:r>
                      <a:r>
                        <a:rPr lang="en-GB" sz="1200"/>
                        <a:t> facts from the bar models given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1587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117" name="Google Shape;117;p13"/>
          <p:cNvGrpSpPr/>
          <p:nvPr/>
        </p:nvGrpSpPr>
        <p:grpSpPr>
          <a:xfrm>
            <a:off x="227338" y="5263812"/>
            <a:ext cx="1933168" cy="599350"/>
            <a:chOff x="60434" y="4991469"/>
            <a:chExt cx="2147857" cy="585005"/>
          </a:xfrm>
        </p:grpSpPr>
        <p:sp>
          <p:nvSpPr>
            <p:cNvPr id="118" name="Google Shape;118;p13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60434" y="5280836"/>
              <a:ext cx="1050610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3"/>
            <p:cNvSpPr/>
            <p:nvPr/>
          </p:nvSpPr>
          <p:spPr>
            <a:xfrm>
              <a:off x="1111045" y="5281001"/>
              <a:ext cx="1097246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13"/>
          <p:cNvGrpSpPr/>
          <p:nvPr/>
        </p:nvGrpSpPr>
        <p:grpSpPr>
          <a:xfrm>
            <a:off x="2482026" y="5259166"/>
            <a:ext cx="1933169" cy="609371"/>
            <a:chOff x="60434" y="4991469"/>
            <a:chExt cx="2147858" cy="590373"/>
          </a:xfrm>
        </p:grpSpPr>
        <p:sp>
          <p:nvSpPr>
            <p:cNvPr id="122" name="Google Shape;122;p13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3"/>
            <p:cNvSpPr/>
            <p:nvPr/>
          </p:nvSpPr>
          <p:spPr>
            <a:xfrm>
              <a:off x="60434" y="5280836"/>
              <a:ext cx="693383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3"/>
            <p:cNvSpPr/>
            <p:nvPr/>
          </p:nvSpPr>
          <p:spPr>
            <a:xfrm>
              <a:off x="753818" y="5278787"/>
              <a:ext cx="1454474" cy="303055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" name="Google Shape;125;p13"/>
          <p:cNvGrpSpPr/>
          <p:nvPr/>
        </p:nvGrpSpPr>
        <p:grpSpPr>
          <a:xfrm>
            <a:off x="4757700" y="5270063"/>
            <a:ext cx="1933169" cy="575557"/>
            <a:chOff x="60434" y="4991469"/>
            <a:chExt cx="2147858" cy="585005"/>
          </a:xfrm>
        </p:grpSpPr>
        <p:sp>
          <p:nvSpPr>
            <p:cNvPr id="126" name="Google Shape;126;p13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13"/>
            <p:cNvSpPr/>
            <p:nvPr/>
          </p:nvSpPr>
          <p:spPr>
            <a:xfrm>
              <a:off x="60434" y="5280836"/>
              <a:ext cx="326450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386885" y="5281001"/>
              <a:ext cx="1821407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9" name="Google Shape;129;p13"/>
          <p:cNvGrpSpPr/>
          <p:nvPr/>
        </p:nvGrpSpPr>
        <p:grpSpPr>
          <a:xfrm>
            <a:off x="227338" y="5927540"/>
            <a:ext cx="1940329" cy="388212"/>
            <a:chOff x="258320" y="1806520"/>
            <a:chExt cx="2923791" cy="388212"/>
          </a:xfrm>
        </p:grpSpPr>
        <p:sp>
          <p:nvSpPr>
            <p:cNvPr id="130" name="Google Shape;130;p13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131" name="Google Shape;131;p13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132" name="Google Shape;132;p13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/>
            </a:p>
          </p:txBody>
        </p:sp>
        <p:sp>
          <p:nvSpPr>
            <p:cNvPr id="133" name="Google Shape;133;p13"/>
            <p:cNvSpPr txBox="1"/>
            <p:nvPr/>
          </p:nvSpPr>
          <p:spPr>
            <a:xfrm>
              <a:off x="783942" y="1806520"/>
              <a:ext cx="590446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34" name="Google Shape;134;p13"/>
            <p:cNvSpPr txBox="1"/>
            <p:nvPr/>
          </p:nvSpPr>
          <p:spPr>
            <a:xfrm>
              <a:off x="1809754" y="1825400"/>
              <a:ext cx="590446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35" name="Google Shape;135;p13"/>
          <p:cNvGrpSpPr/>
          <p:nvPr/>
        </p:nvGrpSpPr>
        <p:grpSpPr>
          <a:xfrm>
            <a:off x="2482026" y="5930596"/>
            <a:ext cx="1940329" cy="388212"/>
            <a:chOff x="258320" y="1806520"/>
            <a:chExt cx="2923791" cy="388212"/>
          </a:xfrm>
        </p:grpSpPr>
        <p:sp>
          <p:nvSpPr>
            <p:cNvPr id="136" name="Google Shape;136;p13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137" name="Google Shape;137;p13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/>
            </a:p>
          </p:txBody>
        </p:sp>
        <p:sp>
          <p:nvSpPr>
            <p:cNvPr id="138" name="Google Shape;138;p13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/>
            </a:p>
          </p:txBody>
        </p:sp>
        <p:sp>
          <p:nvSpPr>
            <p:cNvPr id="139" name="Google Shape;139;p13"/>
            <p:cNvSpPr txBox="1"/>
            <p:nvPr/>
          </p:nvSpPr>
          <p:spPr>
            <a:xfrm>
              <a:off x="783942" y="1806520"/>
              <a:ext cx="590446" cy="307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40" name="Google Shape;140;p13"/>
            <p:cNvSpPr txBox="1"/>
            <p:nvPr/>
          </p:nvSpPr>
          <p:spPr>
            <a:xfrm>
              <a:off x="1809754" y="1825400"/>
              <a:ext cx="590446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41" name="Google Shape;141;p13"/>
          <p:cNvGrpSpPr/>
          <p:nvPr/>
        </p:nvGrpSpPr>
        <p:grpSpPr>
          <a:xfrm>
            <a:off x="2482026" y="6370817"/>
            <a:ext cx="1940329" cy="388212"/>
            <a:chOff x="258320" y="1806520"/>
            <a:chExt cx="2923792" cy="388212"/>
          </a:xfrm>
        </p:grpSpPr>
        <p:sp>
          <p:nvSpPr>
            <p:cNvPr id="142" name="Google Shape;142;p13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/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2280834" y="1822876"/>
              <a:ext cx="901278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/>
            </a:p>
          </p:txBody>
        </p:sp>
        <p:sp>
          <p:nvSpPr>
            <p:cNvPr id="145" name="Google Shape;145;p13"/>
            <p:cNvSpPr txBox="1"/>
            <p:nvPr/>
          </p:nvSpPr>
          <p:spPr>
            <a:xfrm>
              <a:off x="783942" y="1806520"/>
              <a:ext cx="590446" cy="307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46" name="Google Shape;146;p13"/>
            <p:cNvSpPr txBox="1"/>
            <p:nvPr/>
          </p:nvSpPr>
          <p:spPr>
            <a:xfrm>
              <a:off x="1809754" y="1825400"/>
              <a:ext cx="590446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47" name="Google Shape;147;p13"/>
          <p:cNvGrpSpPr/>
          <p:nvPr/>
        </p:nvGrpSpPr>
        <p:grpSpPr>
          <a:xfrm>
            <a:off x="4756781" y="5927540"/>
            <a:ext cx="1940329" cy="388212"/>
            <a:chOff x="258320" y="1806520"/>
            <a:chExt cx="2923791" cy="388212"/>
          </a:xfrm>
        </p:grpSpPr>
        <p:sp>
          <p:nvSpPr>
            <p:cNvPr id="148" name="Google Shape;148;p13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149" name="Google Shape;149;p13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150" name="Google Shape;150;p13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/>
            </a:p>
          </p:txBody>
        </p:sp>
        <p:sp>
          <p:nvSpPr>
            <p:cNvPr id="151" name="Google Shape;151;p13"/>
            <p:cNvSpPr txBox="1"/>
            <p:nvPr/>
          </p:nvSpPr>
          <p:spPr>
            <a:xfrm>
              <a:off x="783942" y="1806520"/>
              <a:ext cx="590445" cy="307777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52" name="Google Shape;152;p13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53" name="Google Shape;153;p13"/>
          <p:cNvGrpSpPr/>
          <p:nvPr/>
        </p:nvGrpSpPr>
        <p:grpSpPr>
          <a:xfrm>
            <a:off x="4756781" y="6367761"/>
            <a:ext cx="1940329" cy="388212"/>
            <a:chOff x="258320" y="1806520"/>
            <a:chExt cx="2923791" cy="388212"/>
          </a:xfrm>
        </p:grpSpPr>
        <p:sp>
          <p:nvSpPr>
            <p:cNvPr id="154" name="Google Shape;154;p13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155" name="Google Shape;155;p13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156" name="Google Shape;156;p13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/>
            </a:p>
          </p:txBody>
        </p:sp>
        <p:sp>
          <p:nvSpPr>
            <p:cNvPr id="157" name="Google Shape;157;p13"/>
            <p:cNvSpPr txBox="1"/>
            <p:nvPr/>
          </p:nvSpPr>
          <p:spPr>
            <a:xfrm>
              <a:off x="783942" y="1806520"/>
              <a:ext cx="590445" cy="307777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58" name="Google Shape;158;p13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aphicFrame>
        <p:nvGraphicFramePr>
          <p:cNvPr id="159" name="Google Shape;159;p13"/>
          <p:cNvGraphicFramePr/>
          <p:nvPr/>
        </p:nvGraphicFramePr>
        <p:xfrm>
          <a:off x="91840" y="730280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{9AFF5595-6A95-46B9-A5DB-11B42C347D63}</a:tableStyleId>
              </a:tblPr>
              <a:tblGrid>
                <a:gridCol w="830500"/>
                <a:gridCol w="2581050"/>
                <a:gridCol w="3272350"/>
              </a:tblGrid>
              <a:tr h="259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Question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Bar Model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Addition Facts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51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01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160" name="Google Shape;160;p13"/>
          <p:cNvGrpSpPr/>
          <p:nvPr/>
        </p:nvGrpSpPr>
        <p:grpSpPr>
          <a:xfrm>
            <a:off x="1081195" y="7739201"/>
            <a:ext cx="1933169" cy="599350"/>
            <a:chOff x="60434" y="4991469"/>
            <a:chExt cx="2147858" cy="585005"/>
          </a:xfrm>
        </p:grpSpPr>
        <p:sp>
          <p:nvSpPr>
            <p:cNvPr id="161" name="Google Shape;161;p13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13"/>
            <p:cNvSpPr/>
            <p:nvPr/>
          </p:nvSpPr>
          <p:spPr>
            <a:xfrm>
              <a:off x="60434" y="5280836"/>
              <a:ext cx="945625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13"/>
            <p:cNvSpPr/>
            <p:nvPr/>
          </p:nvSpPr>
          <p:spPr>
            <a:xfrm>
              <a:off x="1006059" y="5281001"/>
              <a:ext cx="1202233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4" name="Google Shape;164;p13"/>
          <p:cNvGrpSpPr/>
          <p:nvPr/>
        </p:nvGrpSpPr>
        <p:grpSpPr>
          <a:xfrm>
            <a:off x="1081195" y="8799433"/>
            <a:ext cx="1933169" cy="599350"/>
            <a:chOff x="60433" y="4991469"/>
            <a:chExt cx="2147858" cy="585005"/>
          </a:xfrm>
        </p:grpSpPr>
        <p:sp>
          <p:nvSpPr>
            <p:cNvPr id="165" name="Google Shape;165;p13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13"/>
            <p:cNvSpPr/>
            <p:nvPr/>
          </p:nvSpPr>
          <p:spPr>
            <a:xfrm>
              <a:off x="60433" y="5280836"/>
              <a:ext cx="1451340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13"/>
            <p:cNvSpPr/>
            <p:nvPr/>
          </p:nvSpPr>
          <p:spPr>
            <a:xfrm>
              <a:off x="1511775" y="5281001"/>
              <a:ext cx="696516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8" name="Google Shape;168;p13"/>
          <p:cNvGrpSpPr/>
          <p:nvPr/>
        </p:nvGrpSpPr>
        <p:grpSpPr>
          <a:xfrm>
            <a:off x="4399888" y="7659987"/>
            <a:ext cx="1940329" cy="388212"/>
            <a:chOff x="258320" y="1806520"/>
            <a:chExt cx="2923791" cy="388212"/>
          </a:xfrm>
        </p:grpSpPr>
        <p:sp>
          <p:nvSpPr>
            <p:cNvPr id="169" name="Google Shape;169;p13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170" name="Google Shape;170;p13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171" name="Google Shape;171;p13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172" name="Google Shape;172;p13"/>
            <p:cNvSpPr txBox="1"/>
            <p:nvPr/>
          </p:nvSpPr>
          <p:spPr>
            <a:xfrm>
              <a:off x="783942" y="1806520"/>
              <a:ext cx="590446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73" name="Google Shape;173;p13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sp>
        <p:nvSpPr>
          <p:cNvPr id="174" name="Google Shape;174;p13"/>
          <p:cNvSpPr txBox="1"/>
          <p:nvPr/>
        </p:nvSpPr>
        <p:spPr>
          <a:xfrm>
            <a:off x="55731" y="4231892"/>
            <a:ext cx="2331735" cy="27699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Addition facts using bar models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3"/>
          <p:cNvSpPr/>
          <p:nvPr/>
        </p:nvSpPr>
        <p:spPr>
          <a:xfrm>
            <a:off x="1595623" y="7029857"/>
            <a:ext cx="35768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Write the </a:t>
            </a: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addition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facts from the bar model given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3"/>
          <p:cNvSpPr txBox="1"/>
          <p:nvPr/>
        </p:nvSpPr>
        <p:spPr>
          <a:xfrm>
            <a:off x="85985" y="6977466"/>
            <a:ext cx="1592359" cy="27699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Practice. 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7" name="Google Shape;177;p13"/>
          <p:cNvGrpSpPr/>
          <p:nvPr/>
        </p:nvGrpSpPr>
        <p:grpSpPr>
          <a:xfrm>
            <a:off x="227338" y="6407458"/>
            <a:ext cx="1940329" cy="388212"/>
            <a:chOff x="258320" y="1806520"/>
            <a:chExt cx="2923791" cy="388212"/>
          </a:xfrm>
        </p:grpSpPr>
        <p:sp>
          <p:nvSpPr>
            <p:cNvPr id="178" name="Google Shape;178;p13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179" name="Google Shape;179;p13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180" name="Google Shape;180;p13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/>
            </a:p>
          </p:txBody>
        </p:sp>
        <p:sp>
          <p:nvSpPr>
            <p:cNvPr id="181" name="Google Shape;181;p13"/>
            <p:cNvSpPr txBox="1"/>
            <p:nvPr/>
          </p:nvSpPr>
          <p:spPr>
            <a:xfrm>
              <a:off x="783942" y="1806520"/>
              <a:ext cx="590446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82" name="Google Shape;182;p13"/>
            <p:cNvSpPr txBox="1"/>
            <p:nvPr/>
          </p:nvSpPr>
          <p:spPr>
            <a:xfrm>
              <a:off x="1809754" y="1825400"/>
              <a:ext cx="590446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83" name="Google Shape;183;p13"/>
          <p:cNvGrpSpPr/>
          <p:nvPr/>
        </p:nvGrpSpPr>
        <p:grpSpPr>
          <a:xfrm>
            <a:off x="4399888" y="8085415"/>
            <a:ext cx="1940329" cy="388212"/>
            <a:chOff x="258320" y="1806520"/>
            <a:chExt cx="2923791" cy="388212"/>
          </a:xfrm>
        </p:grpSpPr>
        <p:sp>
          <p:nvSpPr>
            <p:cNvPr id="184" name="Google Shape;184;p13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185" name="Google Shape;185;p13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186" name="Google Shape;186;p13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187" name="Google Shape;187;p13"/>
            <p:cNvSpPr txBox="1"/>
            <p:nvPr/>
          </p:nvSpPr>
          <p:spPr>
            <a:xfrm>
              <a:off x="783942" y="1806520"/>
              <a:ext cx="590446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88" name="Google Shape;188;p13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89" name="Google Shape;189;p13"/>
          <p:cNvGrpSpPr/>
          <p:nvPr/>
        </p:nvGrpSpPr>
        <p:grpSpPr>
          <a:xfrm>
            <a:off x="4416017" y="8685640"/>
            <a:ext cx="1940329" cy="388212"/>
            <a:chOff x="258320" y="1806520"/>
            <a:chExt cx="2923791" cy="388212"/>
          </a:xfrm>
        </p:grpSpPr>
        <p:sp>
          <p:nvSpPr>
            <p:cNvPr id="190" name="Google Shape;190;p13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/>
            </a:p>
          </p:txBody>
        </p:sp>
        <p:sp>
          <p:nvSpPr>
            <p:cNvPr id="191" name="Google Shape;191;p13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192" name="Google Shape;192;p13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193" name="Google Shape;193;p13"/>
            <p:cNvSpPr txBox="1"/>
            <p:nvPr/>
          </p:nvSpPr>
          <p:spPr>
            <a:xfrm>
              <a:off x="783942" y="1806520"/>
              <a:ext cx="590446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94" name="Google Shape;194;p13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95" name="Google Shape;195;p13"/>
          <p:cNvGrpSpPr/>
          <p:nvPr/>
        </p:nvGrpSpPr>
        <p:grpSpPr>
          <a:xfrm>
            <a:off x="4416017" y="9108489"/>
            <a:ext cx="1940329" cy="388212"/>
            <a:chOff x="258320" y="1806520"/>
            <a:chExt cx="2923791" cy="388212"/>
          </a:xfrm>
        </p:grpSpPr>
        <p:sp>
          <p:nvSpPr>
            <p:cNvPr id="196" name="Google Shape;196;p13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197" name="Google Shape;197;p13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/>
            </a:p>
          </p:txBody>
        </p:sp>
        <p:sp>
          <p:nvSpPr>
            <p:cNvPr id="198" name="Google Shape;198;p13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199" name="Google Shape;199;p13"/>
            <p:cNvSpPr txBox="1"/>
            <p:nvPr/>
          </p:nvSpPr>
          <p:spPr>
            <a:xfrm>
              <a:off x="783942" y="1806520"/>
              <a:ext cx="590446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200" name="Google Shape;200;p13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sp>
        <p:nvSpPr>
          <p:cNvPr id="201" name="Google Shape;201;p13"/>
          <p:cNvSpPr/>
          <p:nvPr/>
        </p:nvSpPr>
        <p:spPr>
          <a:xfrm>
            <a:off x="68607" y="1481837"/>
            <a:ext cx="6728829" cy="670562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– Read and annotate: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topic, you will use bar models and fact families to recall addition and subtraction facts. Fact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families show how numbers are connected and can be rearranged to form related number sentences.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6" name="Google Shape;206;p14"/>
          <p:cNvGraphicFramePr/>
          <p:nvPr/>
        </p:nvGraphicFramePr>
        <p:xfrm>
          <a:off x="99943" y="558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{9AFF5595-6A95-46B9-A5DB-11B42C347D63}</a:tableStyleId>
              </a:tblPr>
              <a:tblGrid>
                <a:gridCol w="830500"/>
                <a:gridCol w="2581050"/>
                <a:gridCol w="3272350"/>
              </a:tblGrid>
              <a:tr h="278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Question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Bar Model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Addition Facts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5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40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40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e)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40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f)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40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g)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40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h)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40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i)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40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j)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40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k)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207" name="Google Shape;207;p14"/>
          <p:cNvGrpSpPr/>
          <p:nvPr/>
        </p:nvGrpSpPr>
        <p:grpSpPr>
          <a:xfrm>
            <a:off x="1089298" y="522709"/>
            <a:ext cx="1933168" cy="599350"/>
            <a:chOff x="60434" y="4991469"/>
            <a:chExt cx="2147857" cy="585005"/>
          </a:xfrm>
        </p:grpSpPr>
        <p:sp>
          <p:nvSpPr>
            <p:cNvPr id="208" name="Google Shape;208;p14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14"/>
            <p:cNvSpPr/>
            <p:nvPr/>
          </p:nvSpPr>
          <p:spPr>
            <a:xfrm>
              <a:off x="60434" y="5280836"/>
              <a:ext cx="1620840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14"/>
            <p:cNvSpPr/>
            <p:nvPr/>
          </p:nvSpPr>
          <p:spPr>
            <a:xfrm>
              <a:off x="1681274" y="5281001"/>
              <a:ext cx="527017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1" name="Google Shape;211;p14"/>
          <p:cNvGrpSpPr/>
          <p:nvPr/>
        </p:nvGrpSpPr>
        <p:grpSpPr>
          <a:xfrm>
            <a:off x="1089297" y="1753464"/>
            <a:ext cx="1933169" cy="599350"/>
            <a:chOff x="60433" y="4991469"/>
            <a:chExt cx="2147858" cy="585005"/>
          </a:xfrm>
        </p:grpSpPr>
        <p:sp>
          <p:nvSpPr>
            <p:cNvPr id="212" name="Google Shape;212;p14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14"/>
            <p:cNvSpPr/>
            <p:nvPr/>
          </p:nvSpPr>
          <p:spPr>
            <a:xfrm>
              <a:off x="60433" y="5280836"/>
              <a:ext cx="1852069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14"/>
            <p:cNvSpPr/>
            <p:nvPr/>
          </p:nvSpPr>
          <p:spPr>
            <a:xfrm>
              <a:off x="1912504" y="5281001"/>
              <a:ext cx="295787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5" name="Google Shape;215;p14"/>
          <p:cNvGrpSpPr/>
          <p:nvPr/>
        </p:nvGrpSpPr>
        <p:grpSpPr>
          <a:xfrm>
            <a:off x="1089297" y="2751286"/>
            <a:ext cx="1933169" cy="599181"/>
            <a:chOff x="60434" y="4991469"/>
            <a:chExt cx="2147858" cy="584840"/>
          </a:xfrm>
        </p:grpSpPr>
        <p:sp>
          <p:nvSpPr>
            <p:cNvPr id="216" name="Google Shape;216;p14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14"/>
            <p:cNvSpPr/>
            <p:nvPr/>
          </p:nvSpPr>
          <p:spPr>
            <a:xfrm>
              <a:off x="60434" y="5280836"/>
              <a:ext cx="1451335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14"/>
            <p:cNvSpPr/>
            <p:nvPr/>
          </p:nvSpPr>
          <p:spPr>
            <a:xfrm>
              <a:off x="1511771" y="5281001"/>
              <a:ext cx="696521" cy="289202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9" name="Google Shape;219;p14"/>
          <p:cNvGrpSpPr/>
          <p:nvPr/>
        </p:nvGrpSpPr>
        <p:grpSpPr>
          <a:xfrm>
            <a:off x="1089295" y="3744349"/>
            <a:ext cx="1933169" cy="599350"/>
            <a:chOff x="60433" y="4991469"/>
            <a:chExt cx="2147858" cy="585005"/>
          </a:xfrm>
        </p:grpSpPr>
        <p:sp>
          <p:nvSpPr>
            <p:cNvPr id="220" name="Google Shape;220;p14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14"/>
            <p:cNvSpPr/>
            <p:nvPr/>
          </p:nvSpPr>
          <p:spPr>
            <a:xfrm>
              <a:off x="60433" y="5280836"/>
              <a:ext cx="1295741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14"/>
            <p:cNvSpPr/>
            <p:nvPr/>
          </p:nvSpPr>
          <p:spPr>
            <a:xfrm>
              <a:off x="1356174" y="5281001"/>
              <a:ext cx="852117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3" name="Google Shape;223;p14"/>
          <p:cNvGrpSpPr/>
          <p:nvPr/>
        </p:nvGrpSpPr>
        <p:grpSpPr>
          <a:xfrm>
            <a:off x="1089295" y="4736424"/>
            <a:ext cx="1933169" cy="599350"/>
            <a:chOff x="60433" y="4991469"/>
            <a:chExt cx="2147858" cy="585005"/>
          </a:xfrm>
        </p:grpSpPr>
        <p:sp>
          <p:nvSpPr>
            <p:cNvPr id="224" name="Google Shape;224;p14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14"/>
            <p:cNvSpPr/>
            <p:nvPr/>
          </p:nvSpPr>
          <p:spPr>
            <a:xfrm>
              <a:off x="60433" y="5280836"/>
              <a:ext cx="95031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14"/>
            <p:cNvSpPr/>
            <p:nvPr/>
          </p:nvSpPr>
          <p:spPr>
            <a:xfrm>
              <a:off x="1010751" y="5281001"/>
              <a:ext cx="1197540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7" name="Google Shape;227;p14"/>
          <p:cNvGrpSpPr/>
          <p:nvPr/>
        </p:nvGrpSpPr>
        <p:grpSpPr>
          <a:xfrm>
            <a:off x="1089295" y="5790890"/>
            <a:ext cx="1933169" cy="599350"/>
            <a:chOff x="60433" y="4991469"/>
            <a:chExt cx="2147858" cy="585005"/>
          </a:xfrm>
        </p:grpSpPr>
        <p:sp>
          <p:nvSpPr>
            <p:cNvPr id="228" name="Google Shape;228;p14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14"/>
            <p:cNvSpPr/>
            <p:nvPr/>
          </p:nvSpPr>
          <p:spPr>
            <a:xfrm>
              <a:off x="60433" y="5280836"/>
              <a:ext cx="1451340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14"/>
            <p:cNvSpPr/>
            <p:nvPr/>
          </p:nvSpPr>
          <p:spPr>
            <a:xfrm>
              <a:off x="1511775" y="5281001"/>
              <a:ext cx="696516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1" name="Google Shape;231;p14"/>
          <p:cNvGrpSpPr/>
          <p:nvPr/>
        </p:nvGrpSpPr>
        <p:grpSpPr>
          <a:xfrm>
            <a:off x="1073166" y="6858949"/>
            <a:ext cx="1933169" cy="599350"/>
            <a:chOff x="60433" y="4991469"/>
            <a:chExt cx="2147858" cy="585005"/>
          </a:xfrm>
        </p:grpSpPr>
        <p:sp>
          <p:nvSpPr>
            <p:cNvPr id="232" name="Google Shape;232;p14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14"/>
            <p:cNvSpPr/>
            <p:nvPr/>
          </p:nvSpPr>
          <p:spPr>
            <a:xfrm>
              <a:off x="60433" y="5280836"/>
              <a:ext cx="874811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14"/>
            <p:cNvSpPr/>
            <p:nvPr/>
          </p:nvSpPr>
          <p:spPr>
            <a:xfrm>
              <a:off x="935244" y="5281001"/>
              <a:ext cx="1273047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5" name="Google Shape;235;p14"/>
          <p:cNvGrpSpPr/>
          <p:nvPr/>
        </p:nvGrpSpPr>
        <p:grpSpPr>
          <a:xfrm>
            <a:off x="1073167" y="7878689"/>
            <a:ext cx="1933168" cy="599350"/>
            <a:chOff x="60434" y="4991469"/>
            <a:chExt cx="2147857" cy="585005"/>
          </a:xfrm>
        </p:grpSpPr>
        <p:sp>
          <p:nvSpPr>
            <p:cNvPr id="236" name="Google Shape;236;p14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17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14"/>
            <p:cNvSpPr/>
            <p:nvPr/>
          </p:nvSpPr>
          <p:spPr>
            <a:xfrm>
              <a:off x="60434" y="5280836"/>
              <a:ext cx="1148251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14"/>
            <p:cNvSpPr/>
            <p:nvPr/>
          </p:nvSpPr>
          <p:spPr>
            <a:xfrm>
              <a:off x="1208685" y="5281001"/>
              <a:ext cx="999606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9" name="Google Shape;239;p14"/>
          <p:cNvGrpSpPr/>
          <p:nvPr/>
        </p:nvGrpSpPr>
        <p:grpSpPr>
          <a:xfrm>
            <a:off x="1073165" y="8919734"/>
            <a:ext cx="1933169" cy="599350"/>
            <a:chOff x="60433" y="4991469"/>
            <a:chExt cx="2147858" cy="585005"/>
          </a:xfrm>
        </p:grpSpPr>
        <p:sp>
          <p:nvSpPr>
            <p:cNvPr id="240" name="Google Shape;240;p14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19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14"/>
            <p:cNvSpPr/>
            <p:nvPr/>
          </p:nvSpPr>
          <p:spPr>
            <a:xfrm>
              <a:off x="60433" y="5280836"/>
              <a:ext cx="1451340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13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14"/>
            <p:cNvSpPr/>
            <p:nvPr/>
          </p:nvSpPr>
          <p:spPr>
            <a:xfrm>
              <a:off x="1511775" y="5281001"/>
              <a:ext cx="696516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6 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3" name="Google Shape;243;p14"/>
          <p:cNvSpPr txBox="1"/>
          <p:nvPr>
            <p:ph idx="12" type="sldNum"/>
          </p:nvPr>
        </p:nvSpPr>
        <p:spPr>
          <a:xfrm>
            <a:off x="5389829" y="957653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244" name="Google Shape;244;p14"/>
          <p:cNvGrpSpPr/>
          <p:nvPr/>
        </p:nvGrpSpPr>
        <p:grpSpPr>
          <a:xfrm>
            <a:off x="4407990" y="471976"/>
            <a:ext cx="1940329" cy="388212"/>
            <a:chOff x="258320" y="1806520"/>
            <a:chExt cx="2923791" cy="388212"/>
          </a:xfrm>
        </p:grpSpPr>
        <p:sp>
          <p:nvSpPr>
            <p:cNvPr id="245" name="Google Shape;245;p14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/>
            </a:p>
          </p:txBody>
        </p:sp>
        <p:sp>
          <p:nvSpPr>
            <p:cNvPr id="246" name="Google Shape;246;p14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247" name="Google Shape;247;p14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248" name="Google Shape;248;p14"/>
            <p:cNvSpPr txBox="1"/>
            <p:nvPr/>
          </p:nvSpPr>
          <p:spPr>
            <a:xfrm>
              <a:off x="783942" y="1806520"/>
              <a:ext cx="590446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249" name="Google Shape;249;p14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250" name="Google Shape;250;p14"/>
          <p:cNvGrpSpPr/>
          <p:nvPr/>
        </p:nvGrpSpPr>
        <p:grpSpPr>
          <a:xfrm>
            <a:off x="4407990" y="894825"/>
            <a:ext cx="1940329" cy="388212"/>
            <a:chOff x="258320" y="1806520"/>
            <a:chExt cx="2923791" cy="388212"/>
          </a:xfrm>
        </p:grpSpPr>
        <p:sp>
          <p:nvSpPr>
            <p:cNvPr id="251" name="Google Shape;251;p14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252" name="Google Shape;252;p14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/>
            </a:p>
          </p:txBody>
        </p:sp>
        <p:sp>
          <p:nvSpPr>
            <p:cNvPr id="253" name="Google Shape;253;p14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254" name="Google Shape;254;p14"/>
            <p:cNvSpPr txBox="1"/>
            <p:nvPr/>
          </p:nvSpPr>
          <p:spPr>
            <a:xfrm>
              <a:off x="783942" y="1806520"/>
              <a:ext cx="590446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255" name="Google Shape;255;p14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256" name="Google Shape;256;p14"/>
          <p:cNvGrpSpPr/>
          <p:nvPr/>
        </p:nvGrpSpPr>
        <p:grpSpPr>
          <a:xfrm>
            <a:off x="4419664" y="1558004"/>
            <a:ext cx="1940329" cy="388212"/>
            <a:chOff x="258320" y="1806520"/>
            <a:chExt cx="2923791" cy="388212"/>
          </a:xfrm>
        </p:grpSpPr>
        <p:sp>
          <p:nvSpPr>
            <p:cNvPr id="257" name="Google Shape;257;p14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/>
            </a:p>
          </p:txBody>
        </p:sp>
        <p:sp>
          <p:nvSpPr>
            <p:cNvPr id="258" name="Google Shape;258;p14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259" name="Google Shape;259;p14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/>
            </a:p>
          </p:txBody>
        </p:sp>
        <p:sp>
          <p:nvSpPr>
            <p:cNvPr id="260" name="Google Shape;260;p14"/>
            <p:cNvSpPr txBox="1"/>
            <p:nvPr/>
          </p:nvSpPr>
          <p:spPr>
            <a:xfrm>
              <a:off x="783942" y="1806520"/>
              <a:ext cx="590446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261" name="Google Shape;261;p14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262" name="Google Shape;262;p14"/>
          <p:cNvGrpSpPr/>
          <p:nvPr/>
        </p:nvGrpSpPr>
        <p:grpSpPr>
          <a:xfrm>
            <a:off x="4419664" y="1980853"/>
            <a:ext cx="1940329" cy="388212"/>
            <a:chOff x="258320" y="1806520"/>
            <a:chExt cx="2923791" cy="388212"/>
          </a:xfrm>
        </p:grpSpPr>
        <p:sp>
          <p:nvSpPr>
            <p:cNvPr id="263" name="Google Shape;263;p14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264" name="Google Shape;264;p14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/>
            </a:p>
          </p:txBody>
        </p:sp>
        <p:sp>
          <p:nvSpPr>
            <p:cNvPr id="265" name="Google Shape;265;p14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/>
            </a:p>
          </p:txBody>
        </p:sp>
        <p:sp>
          <p:nvSpPr>
            <p:cNvPr id="266" name="Google Shape;266;p14"/>
            <p:cNvSpPr txBox="1"/>
            <p:nvPr/>
          </p:nvSpPr>
          <p:spPr>
            <a:xfrm>
              <a:off x="783942" y="1806520"/>
              <a:ext cx="590446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267" name="Google Shape;267;p14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268" name="Google Shape;268;p14"/>
          <p:cNvGrpSpPr/>
          <p:nvPr/>
        </p:nvGrpSpPr>
        <p:grpSpPr>
          <a:xfrm>
            <a:off x="4407990" y="2647811"/>
            <a:ext cx="1940329" cy="388212"/>
            <a:chOff x="258320" y="1806520"/>
            <a:chExt cx="2923791" cy="388212"/>
          </a:xfrm>
        </p:grpSpPr>
        <p:sp>
          <p:nvSpPr>
            <p:cNvPr id="269" name="Google Shape;269;p14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270" name="Google Shape;270;p14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271" name="Google Shape;271;p14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14</a:t>
              </a:r>
              <a:endParaRPr/>
            </a:p>
          </p:txBody>
        </p:sp>
        <p:sp>
          <p:nvSpPr>
            <p:cNvPr id="272" name="Google Shape;272;p14"/>
            <p:cNvSpPr txBox="1"/>
            <p:nvPr/>
          </p:nvSpPr>
          <p:spPr>
            <a:xfrm>
              <a:off x="783942" y="1806520"/>
              <a:ext cx="590446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273" name="Google Shape;273;p14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274" name="Google Shape;274;p14"/>
          <p:cNvGrpSpPr/>
          <p:nvPr/>
        </p:nvGrpSpPr>
        <p:grpSpPr>
          <a:xfrm>
            <a:off x="4407990" y="3070660"/>
            <a:ext cx="1940329" cy="388212"/>
            <a:chOff x="258320" y="1806520"/>
            <a:chExt cx="2923791" cy="388212"/>
          </a:xfrm>
        </p:grpSpPr>
        <p:sp>
          <p:nvSpPr>
            <p:cNvPr id="275" name="Google Shape;275;p14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276" name="Google Shape;276;p14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277" name="Google Shape;277;p14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14</a:t>
              </a:r>
              <a:endParaRPr/>
            </a:p>
          </p:txBody>
        </p:sp>
        <p:sp>
          <p:nvSpPr>
            <p:cNvPr id="278" name="Google Shape;278;p14"/>
            <p:cNvSpPr txBox="1"/>
            <p:nvPr/>
          </p:nvSpPr>
          <p:spPr>
            <a:xfrm>
              <a:off x="783942" y="1806520"/>
              <a:ext cx="590446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279" name="Google Shape;279;p14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280" name="Google Shape;280;p14"/>
          <p:cNvGrpSpPr/>
          <p:nvPr/>
        </p:nvGrpSpPr>
        <p:grpSpPr>
          <a:xfrm>
            <a:off x="4407990" y="3680678"/>
            <a:ext cx="1940329" cy="388212"/>
            <a:chOff x="258320" y="1806520"/>
            <a:chExt cx="2923791" cy="388212"/>
          </a:xfrm>
        </p:grpSpPr>
        <p:sp>
          <p:nvSpPr>
            <p:cNvPr id="281" name="Google Shape;281;p14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/>
            </a:p>
          </p:txBody>
        </p:sp>
        <p:sp>
          <p:nvSpPr>
            <p:cNvPr id="282" name="Google Shape;282;p14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283" name="Google Shape;283;p14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14</a:t>
              </a:r>
              <a:endParaRPr/>
            </a:p>
          </p:txBody>
        </p:sp>
        <p:sp>
          <p:nvSpPr>
            <p:cNvPr id="284" name="Google Shape;284;p14"/>
            <p:cNvSpPr txBox="1"/>
            <p:nvPr/>
          </p:nvSpPr>
          <p:spPr>
            <a:xfrm>
              <a:off x="783942" y="1806520"/>
              <a:ext cx="590446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285" name="Google Shape;285;p14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286" name="Google Shape;286;p14"/>
          <p:cNvGrpSpPr/>
          <p:nvPr/>
        </p:nvGrpSpPr>
        <p:grpSpPr>
          <a:xfrm>
            <a:off x="4407990" y="4103527"/>
            <a:ext cx="1940329" cy="388212"/>
            <a:chOff x="258320" y="1806520"/>
            <a:chExt cx="2923791" cy="388212"/>
          </a:xfrm>
        </p:grpSpPr>
        <p:sp>
          <p:nvSpPr>
            <p:cNvPr id="287" name="Google Shape;287;p14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288" name="Google Shape;288;p14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/>
            </a:p>
          </p:txBody>
        </p:sp>
        <p:sp>
          <p:nvSpPr>
            <p:cNvPr id="289" name="Google Shape;289;p14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14</a:t>
              </a:r>
              <a:endParaRPr/>
            </a:p>
          </p:txBody>
        </p:sp>
        <p:sp>
          <p:nvSpPr>
            <p:cNvPr id="290" name="Google Shape;290;p14"/>
            <p:cNvSpPr txBox="1"/>
            <p:nvPr/>
          </p:nvSpPr>
          <p:spPr>
            <a:xfrm>
              <a:off x="783942" y="1806520"/>
              <a:ext cx="590446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291" name="Google Shape;291;p14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292" name="Google Shape;292;p14"/>
          <p:cNvGrpSpPr/>
          <p:nvPr/>
        </p:nvGrpSpPr>
        <p:grpSpPr>
          <a:xfrm>
            <a:off x="4407990" y="4733742"/>
            <a:ext cx="1940329" cy="388212"/>
            <a:chOff x="258320" y="1806520"/>
            <a:chExt cx="2923791" cy="388212"/>
          </a:xfrm>
        </p:grpSpPr>
        <p:sp>
          <p:nvSpPr>
            <p:cNvPr id="293" name="Google Shape;293;p14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294" name="Google Shape;294;p14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/>
            </a:p>
          </p:txBody>
        </p:sp>
        <p:sp>
          <p:nvSpPr>
            <p:cNvPr id="295" name="Google Shape;295;p14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14</a:t>
              </a:r>
              <a:endParaRPr/>
            </a:p>
          </p:txBody>
        </p:sp>
        <p:sp>
          <p:nvSpPr>
            <p:cNvPr id="296" name="Google Shape;296;p14"/>
            <p:cNvSpPr txBox="1"/>
            <p:nvPr/>
          </p:nvSpPr>
          <p:spPr>
            <a:xfrm>
              <a:off x="783942" y="1806520"/>
              <a:ext cx="590446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297" name="Google Shape;297;p14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298" name="Google Shape;298;p14"/>
          <p:cNvGrpSpPr/>
          <p:nvPr/>
        </p:nvGrpSpPr>
        <p:grpSpPr>
          <a:xfrm>
            <a:off x="4407990" y="5156591"/>
            <a:ext cx="1940329" cy="388212"/>
            <a:chOff x="258320" y="1806520"/>
            <a:chExt cx="2923791" cy="388212"/>
          </a:xfrm>
        </p:grpSpPr>
        <p:sp>
          <p:nvSpPr>
            <p:cNvPr id="299" name="Google Shape;299;p14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/>
            </a:p>
          </p:txBody>
        </p:sp>
        <p:sp>
          <p:nvSpPr>
            <p:cNvPr id="300" name="Google Shape;300;p14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301" name="Google Shape;301;p14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14</a:t>
              </a:r>
              <a:endParaRPr/>
            </a:p>
          </p:txBody>
        </p:sp>
        <p:sp>
          <p:nvSpPr>
            <p:cNvPr id="302" name="Google Shape;302;p14"/>
            <p:cNvSpPr txBox="1"/>
            <p:nvPr/>
          </p:nvSpPr>
          <p:spPr>
            <a:xfrm>
              <a:off x="783942" y="1806520"/>
              <a:ext cx="590446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303" name="Google Shape;303;p14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304" name="Google Shape;304;p14"/>
          <p:cNvGrpSpPr/>
          <p:nvPr/>
        </p:nvGrpSpPr>
        <p:grpSpPr>
          <a:xfrm>
            <a:off x="4419664" y="5782801"/>
            <a:ext cx="1940329" cy="388212"/>
            <a:chOff x="258320" y="1806520"/>
            <a:chExt cx="2923791" cy="388212"/>
          </a:xfrm>
        </p:grpSpPr>
        <p:sp>
          <p:nvSpPr>
            <p:cNvPr id="305" name="Google Shape;305;p14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306" name="Google Shape;306;p14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307" name="Google Shape;307;p14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endParaRPr/>
            </a:p>
          </p:txBody>
        </p:sp>
        <p:sp>
          <p:nvSpPr>
            <p:cNvPr id="308" name="Google Shape;308;p14"/>
            <p:cNvSpPr txBox="1"/>
            <p:nvPr/>
          </p:nvSpPr>
          <p:spPr>
            <a:xfrm>
              <a:off x="783942" y="1806520"/>
              <a:ext cx="590446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309" name="Google Shape;309;p14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310" name="Google Shape;310;p14"/>
          <p:cNvGrpSpPr/>
          <p:nvPr/>
        </p:nvGrpSpPr>
        <p:grpSpPr>
          <a:xfrm>
            <a:off x="4419664" y="6205650"/>
            <a:ext cx="1940329" cy="388212"/>
            <a:chOff x="258320" y="1806520"/>
            <a:chExt cx="2923791" cy="388212"/>
          </a:xfrm>
        </p:grpSpPr>
        <p:sp>
          <p:nvSpPr>
            <p:cNvPr id="311" name="Google Shape;311;p14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312" name="Google Shape;312;p14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313" name="Google Shape;313;p14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endParaRPr/>
            </a:p>
          </p:txBody>
        </p:sp>
        <p:sp>
          <p:nvSpPr>
            <p:cNvPr id="314" name="Google Shape;314;p14"/>
            <p:cNvSpPr txBox="1"/>
            <p:nvPr/>
          </p:nvSpPr>
          <p:spPr>
            <a:xfrm>
              <a:off x="783942" y="1806520"/>
              <a:ext cx="590446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315" name="Google Shape;315;p14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316" name="Google Shape;316;p14"/>
          <p:cNvGrpSpPr/>
          <p:nvPr/>
        </p:nvGrpSpPr>
        <p:grpSpPr>
          <a:xfrm>
            <a:off x="4419596" y="6777024"/>
            <a:ext cx="1940329" cy="388212"/>
            <a:chOff x="258320" y="1806520"/>
            <a:chExt cx="2923791" cy="388212"/>
          </a:xfrm>
        </p:grpSpPr>
        <p:sp>
          <p:nvSpPr>
            <p:cNvPr id="317" name="Google Shape;317;p14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318" name="Google Shape;318;p14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/>
            </a:p>
          </p:txBody>
        </p:sp>
        <p:sp>
          <p:nvSpPr>
            <p:cNvPr id="319" name="Google Shape;319;p14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endParaRPr/>
            </a:p>
          </p:txBody>
        </p:sp>
        <p:sp>
          <p:nvSpPr>
            <p:cNvPr id="320" name="Google Shape;320;p14"/>
            <p:cNvSpPr txBox="1"/>
            <p:nvPr/>
          </p:nvSpPr>
          <p:spPr>
            <a:xfrm>
              <a:off x="783942" y="1806520"/>
              <a:ext cx="590446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321" name="Google Shape;321;p14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322" name="Google Shape;322;p14"/>
          <p:cNvGrpSpPr/>
          <p:nvPr/>
        </p:nvGrpSpPr>
        <p:grpSpPr>
          <a:xfrm>
            <a:off x="4419596" y="7199873"/>
            <a:ext cx="1940329" cy="388212"/>
            <a:chOff x="258320" y="1806520"/>
            <a:chExt cx="2923791" cy="388212"/>
          </a:xfrm>
        </p:grpSpPr>
        <p:sp>
          <p:nvSpPr>
            <p:cNvPr id="323" name="Google Shape;323;p14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/>
            </a:p>
          </p:txBody>
        </p:sp>
        <p:sp>
          <p:nvSpPr>
            <p:cNvPr id="324" name="Google Shape;324;p14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325" name="Google Shape;325;p14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endParaRPr/>
            </a:p>
          </p:txBody>
        </p:sp>
        <p:sp>
          <p:nvSpPr>
            <p:cNvPr id="326" name="Google Shape;326;p14"/>
            <p:cNvSpPr txBox="1"/>
            <p:nvPr/>
          </p:nvSpPr>
          <p:spPr>
            <a:xfrm>
              <a:off x="783942" y="1806520"/>
              <a:ext cx="590446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327" name="Google Shape;327;p14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328" name="Google Shape;328;p14"/>
          <p:cNvGrpSpPr/>
          <p:nvPr/>
        </p:nvGrpSpPr>
        <p:grpSpPr>
          <a:xfrm>
            <a:off x="4419664" y="7841396"/>
            <a:ext cx="1940329" cy="388212"/>
            <a:chOff x="258320" y="1806520"/>
            <a:chExt cx="2923791" cy="388212"/>
          </a:xfrm>
        </p:grpSpPr>
        <p:sp>
          <p:nvSpPr>
            <p:cNvPr id="329" name="Google Shape;329;p14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/>
            </a:p>
          </p:txBody>
        </p:sp>
        <p:sp>
          <p:nvSpPr>
            <p:cNvPr id="330" name="Google Shape;330;p14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/>
            </a:p>
          </p:txBody>
        </p:sp>
        <p:sp>
          <p:nvSpPr>
            <p:cNvPr id="331" name="Google Shape;331;p14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17</a:t>
              </a:r>
              <a:endParaRPr/>
            </a:p>
          </p:txBody>
        </p:sp>
        <p:sp>
          <p:nvSpPr>
            <p:cNvPr id="332" name="Google Shape;332;p14"/>
            <p:cNvSpPr txBox="1"/>
            <p:nvPr/>
          </p:nvSpPr>
          <p:spPr>
            <a:xfrm>
              <a:off x="783942" y="1806520"/>
              <a:ext cx="590446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333" name="Google Shape;333;p14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334" name="Google Shape;334;p14"/>
          <p:cNvGrpSpPr/>
          <p:nvPr/>
        </p:nvGrpSpPr>
        <p:grpSpPr>
          <a:xfrm>
            <a:off x="4419664" y="8264245"/>
            <a:ext cx="1940329" cy="388212"/>
            <a:chOff x="258320" y="1806520"/>
            <a:chExt cx="2923791" cy="388212"/>
          </a:xfrm>
        </p:grpSpPr>
        <p:sp>
          <p:nvSpPr>
            <p:cNvPr id="335" name="Google Shape;335;p14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/>
            </a:p>
          </p:txBody>
        </p:sp>
        <p:sp>
          <p:nvSpPr>
            <p:cNvPr id="336" name="Google Shape;336;p14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/>
            </a:p>
          </p:txBody>
        </p:sp>
        <p:sp>
          <p:nvSpPr>
            <p:cNvPr id="337" name="Google Shape;337;p14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17</a:t>
              </a:r>
              <a:endParaRPr/>
            </a:p>
          </p:txBody>
        </p:sp>
        <p:sp>
          <p:nvSpPr>
            <p:cNvPr id="338" name="Google Shape;338;p14"/>
            <p:cNvSpPr txBox="1"/>
            <p:nvPr/>
          </p:nvSpPr>
          <p:spPr>
            <a:xfrm>
              <a:off x="783942" y="1806520"/>
              <a:ext cx="590446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339" name="Google Shape;339;p14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340" name="Google Shape;340;p14"/>
          <p:cNvGrpSpPr/>
          <p:nvPr/>
        </p:nvGrpSpPr>
        <p:grpSpPr>
          <a:xfrm>
            <a:off x="4419596" y="8879147"/>
            <a:ext cx="1940329" cy="388212"/>
            <a:chOff x="258320" y="1806520"/>
            <a:chExt cx="2923791" cy="388212"/>
          </a:xfrm>
        </p:grpSpPr>
        <p:sp>
          <p:nvSpPr>
            <p:cNvPr id="341" name="Google Shape;341;p14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13</a:t>
              </a:r>
              <a:endParaRPr/>
            </a:p>
          </p:txBody>
        </p:sp>
        <p:sp>
          <p:nvSpPr>
            <p:cNvPr id="342" name="Google Shape;342;p14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343" name="Google Shape;343;p14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19</a:t>
              </a:r>
              <a:endParaRPr/>
            </a:p>
          </p:txBody>
        </p:sp>
        <p:sp>
          <p:nvSpPr>
            <p:cNvPr id="344" name="Google Shape;344;p14"/>
            <p:cNvSpPr txBox="1"/>
            <p:nvPr/>
          </p:nvSpPr>
          <p:spPr>
            <a:xfrm>
              <a:off x="783942" y="1806520"/>
              <a:ext cx="590446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345" name="Google Shape;345;p14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346" name="Google Shape;346;p14"/>
          <p:cNvGrpSpPr/>
          <p:nvPr/>
        </p:nvGrpSpPr>
        <p:grpSpPr>
          <a:xfrm>
            <a:off x="4419596" y="9301996"/>
            <a:ext cx="1940329" cy="388212"/>
            <a:chOff x="258320" y="1806520"/>
            <a:chExt cx="2923791" cy="388212"/>
          </a:xfrm>
        </p:grpSpPr>
        <p:sp>
          <p:nvSpPr>
            <p:cNvPr id="347" name="Google Shape;347;p14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348" name="Google Shape;348;p14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13</a:t>
              </a:r>
              <a:endParaRPr/>
            </a:p>
          </p:txBody>
        </p:sp>
        <p:sp>
          <p:nvSpPr>
            <p:cNvPr id="349" name="Google Shape;349;p14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19</a:t>
              </a:r>
              <a:endParaRPr/>
            </a:p>
          </p:txBody>
        </p:sp>
        <p:sp>
          <p:nvSpPr>
            <p:cNvPr id="350" name="Google Shape;350;p14"/>
            <p:cNvSpPr txBox="1"/>
            <p:nvPr/>
          </p:nvSpPr>
          <p:spPr>
            <a:xfrm>
              <a:off x="783942" y="1806520"/>
              <a:ext cx="590446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351" name="Google Shape;351;p14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6" name="Google Shape;356;p15"/>
          <p:cNvGraphicFramePr/>
          <p:nvPr/>
        </p:nvGraphicFramePr>
        <p:xfrm>
          <a:off x="87042" y="435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{9AFF5595-6A95-46B9-A5DB-11B42C347D63}</a:tableStyleId>
              </a:tblPr>
              <a:tblGrid>
                <a:gridCol w="830500"/>
                <a:gridCol w="2581050"/>
                <a:gridCol w="3272350"/>
              </a:tblGrid>
              <a:tr h="278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Question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Bar Model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Addition Facts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5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l)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40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m)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40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n)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40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o)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40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p)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40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q)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40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r)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40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s)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40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t)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357" name="Google Shape;357;p15"/>
          <p:cNvGrpSpPr/>
          <p:nvPr/>
        </p:nvGrpSpPr>
        <p:grpSpPr>
          <a:xfrm>
            <a:off x="1089298" y="522709"/>
            <a:ext cx="1933168" cy="599350"/>
            <a:chOff x="60434" y="4991469"/>
            <a:chExt cx="2147857" cy="585005"/>
          </a:xfrm>
        </p:grpSpPr>
        <p:sp>
          <p:nvSpPr>
            <p:cNvPr id="358" name="Google Shape;358;p15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15"/>
            <p:cNvSpPr/>
            <p:nvPr/>
          </p:nvSpPr>
          <p:spPr>
            <a:xfrm>
              <a:off x="60434" y="5280836"/>
              <a:ext cx="1130329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15"/>
            <p:cNvSpPr/>
            <p:nvPr/>
          </p:nvSpPr>
          <p:spPr>
            <a:xfrm>
              <a:off x="1190763" y="5281001"/>
              <a:ext cx="101752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1" name="Google Shape;361;p15"/>
          <p:cNvGrpSpPr/>
          <p:nvPr/>
        </p:nvGrpSpPr>
        <p:grpSpPr>
          <a:xfrm>
            <a:off x="1089297" y="1753464"/>
            <a:ext cx="1933169" cy="599350"/>
            <a:chOff x="60433" y="4991469"/>
            <a:chExt cx="2147858" cy="585005"/>
          </a:xfrm>
        </p:grpSpPr>
        <p:sp>
          <p:nvSpPr>
            <p:cNvPr id="362" name="Google Shape;362;p15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15"/>
            <p:cNvSpPr/>
            <p:nvPr/>
          </p:nvSpPr>
          <p:spPr>
            <a:xfrm>
              <a:off x="60433" y="5280836"/>
              <a:ext cx="1531060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15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15"/>
            <p:cNvSpPr/>
            <p:nvPr/>
          </p:nvSpPr>
          <p:spPr>
            <a:xfrm>
              <a:off x="1591493" y="5281001"/>
              <a:ext cx="61679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5" name="Google Shape;365;p15"/>
          <p:cNvGrpSpPr/>
          <p:nvPr/>
        </p:nvGrpSpPr>
        <p:grpSpPr>
          <a:xfrm>
            <a:off x="1089297" y="2751286"/>
            <a:ext cx="1933169" cy="599181"/>
            <a:chOff x="60434" y="4991469"/>
            <a:chExt cx="2147858" cy="584840"/>
          </a:xfrm>
        </p:grpSpPr>
        <p:sp>
          <p:nvSpPr>
            <p:cNvPr id="366" name="Google Shape;366;p15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60434" y="5280836"/>
              <a:ext cx="129573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15"/>
            <p:cNvSpPr/>
            <p:nvPr/>
          </p:nvSpPr>
          <p:spPr>
            <a:xfrm>
              <a:off x="1356172" y="5281001"/>
              <a:ext cx="852120" cy="289202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9" name="Google Shape;369;p15"/>
          <p:cNvGrpSpPr/>
          <p:nvPr/>
        </p:nvGrpSpPr>
        <p:grpSpPr>
          <a:xfrm>
            <a:off x="1089295" y="3744349"/>
            <a:ext cx="1933169" cy="599350"/>
            <a:chOff x="60433" y="4991469"/>
            <a:chExt cx="2147858" cy="585005"/>
          </a:xfrm>
        </p:grpSpPr>
        <p:sp>
          <p:nvSpPr>
            <p:cNvPr id="370" name="Google Shape;370;p15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22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15"/>
            <p:cNvSpPr/>
            <p:nvPr/>
          </p:nvSpPr>
          <p:spPr>
            <a:xfrm>
              <a:off x="60433" y="5280836"/>
              <a:ext cx="1295741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15"/>
            <p:cNvSpPr/>
            <p:nvPr/>
          </p:nvSpPr>
          <p:spPr>
            <a:xfrm>
              <a:off x="1356174" y="5281001"/>
              <a:ext cx="852117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3" name="Google Shape;373;p15"/>
          <p:cNvGrpSpPr/>
          <p:nvPr/>
        </p:nvGrpSpPr>
        <p:grpSpPr>
          <a:xfrm>
            <a:off x="1089295" y="4736424"/>
            <a:ext cx="1933169" cy="599350"/>
            <a:chOff x="60433" y="4991469"/>
            <a:chExt cx="2147858" cy="585005"/>
          </a:xfrm>
        </p:grpSpPr>
        <p:sp>
          <p:nvSpPr>
            <p:cNvPr id="374" name="Google Shape;374;p15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p15"/>
            <p:cNvSpPr/>
            <p:nvPr/>
          </p:nvSpPr>
          <p:spPr>
            <a:xfrm>
              <a:off x="60433" y="5280836"/>
              <a:ext cx="373787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15"/>
            <p:cNvSpPr/>
            <p:nvPr/>
          </p:nvSpPr>
          <p:spPr>
            <a:xfrm>
              <a:off x="434220" y="5281001"/>
              <a:ext cx="1774071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7" name="Google Shape;377;p15"/>
          <p:cNvGrpSpPr/>
          <p:nvPr/>
        </p:nvGrpSpPr>
        <p:grpSpPr>
          <a:xfrm>
            <a:off x="1089296" y="5790890"/>
            <a:ext cx="1933168" cy="599350"/>
            <a:chOff x="60434" y="4991469"/>
            <a:chExt cx="2147857" cy="585005"/>
          </a:xfrm>
        </p:grpSpPr>
        <p:sp>
          <p:nvSpPr>
            <p:cNvPr id="378" name="Google Shape;378;p15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28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15"/>
            <p:cNvSpPr/>
            <p:nvPr/>
          </p:nvSpPr>
          <p:spPr>
            <a:xfrm>
              <a:off x="60434" y="5280836"/>
              <a:ext cx="1148251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380;p15"/>
            <p:cNvSpPr/>
            <p:nvPr/>
          </p:nvSpPr>
          <p:spPr>
            <a:xfrm>
              <a:off x="1208685" y="5281001"/>
              <a:ext cx="999606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1" name="Google Shape;381;p15"/>
          <p:cNvGrpSpPr/>
          <p:nvPr/>
        </p:nvGrpSpPr>
        <p:grpSpPr>
          <a:xfrm>
            <a:off x="1073166" y="6858949"/>
            <a:ext cx="1933168" cy="599350"/>
            <a:chOff x="60433" y="4991469"/>
            <a:chExt cx="2147857" cy="585005"/>
          </a:xfrm>
        </p:grpSpPr>
        <p:sp>
          <p:nvSpPr>
            <p:cNvPr id="382" name="Google Shape;382;p15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28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" name="Google Shape;383;p15"/>
            <p:cNvSpPr/>
            <p:nvPr/>
          </p:nvSpPr>
          <p:spPr>
            <a:xfrm>
              <a:off x="60433" y="5280836"/>
              <a:ext cx="1262369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15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15"/>
            <p:cNvSpPr/>
            <p:nvPr/>
          </p:nvSpPr>
          <p:spPr>
            <a:xfrm>
              <a:off x="1322802" y="5281001"/>
              <a:ext cx="88548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13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5" name="Google Shape;385;p15"/>
          <p:cNvGrpSpPr/>
          <p:nvPr/>
        </p:nvGrpSpPr>
        <p:grpSpPr>
          <a:xfrm>
            <a:off x="1073167" y="7878689"/>
            <a:ext cx="1933167" cy="599350"/>
            <a:chOff x="60434" y="4991469"/>
            <a:chExt cx="2147856" cy="585005"/>
          </a:xfrm>
        </p:grpSpPr>
        <p:sp>
          <p:nvSpPr>
            <p:cNvPr id="386" name="Google Shape;386;p15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15"/>
            <p:cNvSpPr/>
            <p:nvPr/>
          </p:nvSpPr>
          <p:spPr>
            <a:xfrm>
              <a:off x="60434" y="5280836"/>
              <a:ext cx="1446461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15"/>
            <p:cNvSpPr/>
            <p:nvPr/>
          </p:nvSpPr>
          <p:spPr>
            <a:xfrm>
              <a:off x="1506895" y="5281001"/>
              <a:ext cx="701395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9" name="Google Shape;389;p15"/>
          <p:cNvGrpSpPr/>
          <p:nvPr/>
        </p:nvGrpSpPr>
        <p:grpSpPr>
          <a:xfrm>
            <a:off x="1073165" y="8919734"/>
            <a:ext cx="1933169" cy="599350"/>
            <a:chOff x="60433" y="4991469"/>
            <a:chExt cx="2147858" cy="585005"/>
          </a:xfrm>
        </p:grpSpPr>
        <p:sp>
          <p:nvSpPr>
            <p:cNvPr id="390" name="Google Shape;390;p15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35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15"/>
            <p:cNvSpPr/>
            <p:nvPr/>
          </p:nvSpPr>
          <p:spPr>
            <a:xfrm>
              <a:off x="60433" y="5280836"/>
              <a:ext cx="1313662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15"/>
            <p:cNvSpPr/>
            <p:nvPr/>
          </p:nvSpPr>
          <p:spPr>
            <a:xfrm>
              <a:off x="1374095" y="5281001"/>
              <a:ext cx="834196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15 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3" name="Google Shape;393;p15"/>
          <p:cNvSpPr txBox="1"/>
          <p:nvPr>
            <p:ph idx="12" type="sldNum"/>
          </p:nvPr>
        </p:nvSpPr>
        <p:spPr>
          <a:xfrm>
            <a:off x="5389829" y="957653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394" name="Google Shape;394;p15"/>
          <p:cNvGrpSpPr/>
          <p:nvPr/>
        </p:nvGrpSpPr>
        <p:grpSpPr>
          <a:xfrm>
            <a:off x="4407990" y="471976"/>
            <a:ext cx="1940329" cy="388212"/>
            <a:chOff x="258320" y="1806520"/>
            <a:chExt cx="2923791" cy="388212"/>
          </a:xfrm>
        </p:grpSpPr>
        <p:sp>
          <p:nvSpPr>
            <p:cNvPr id="395" name="Google Shape;395;p15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396" name="Google Shape;396;p15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397" name="Google Shape;397;p15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/>
            </a:p>
          </p:txBody>
        </p:sp>
        <p:sp>
          <p:nvSpPr>
            <p:cNvPr id="398" name="Google Shape;398;p15"/>
            <p:cNvSpPr txBox="1"/>
            <p:nvPr/>
          </p:nvSpPr>
          <p:spPr>
            <a:xfrm>
              <a:off x="783942" y="1806520"/>
              <a:ext cx="590446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399" name="Google Shape;399;p15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400" name="Google Shape;400;p15"/>
          <p:cNvGrpSpPr/>
          <p:nvPr/>
        </p:nvGrpSpPr>
        <p:grpSpPr>
          <a:xfrm>
            <a:off x="4407990" y="894825"/>
            <a:ext cx="1940329" cy="388212"/>
            <a:chOff x="258320" y="1806520"/>
            <a:chExt cx="2923791" cy="388212"/>
          </a:xfrm>
        </p:grpSpPr>
        <p:sp>
          <p:nvSpPr>
            <p:cNvPr id="401" name="Google Shape;401;p15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402" name="Google Shape;402;p15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403" name="Google Shape;403;p15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/>
            </a:p>
          </p:txBody>
        </p:sp>
        <p:sp>
          <p:nvSpPr>
            <p:cNvPr id="404" name="Google Shape;404;p15"/>
            <p:cNvSpPr txBox="1"/>
            <p:nvPr/>
          </p:nvSpPr>
          <p:spPr>
            <a:xfrm>
              <a:off x="783942" y="1806520"/>
              <a:ext cx="590446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405" name="Google Shape;405;p15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406" name="Google Shape;406;p15"/>
          <p:cNvGrpSpPr/>
          <p:nvPr/>
        </p:nvGrpSpPr>
        <p:grpSpPr>
          <a:xfrm>
            <a:off x="4419664" y="1558004"/>
            <a:ext cx="1940329" cy="388212"/>
            <a:chOff x="258320" y="1806520"/>
            <a:chExt cx="2923791" cy="388212"/>
          </a:xfrm>
        </p:grpSpPr>
        <p:sp>
          <p:nvSpPr>
            <p:cNvPr id="407" name="Google Shape;407;p15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15</a:t>
              </a:r>
              <a:endParaRPr/>
            </a:p>
          </p:txBody>
        </p:sp>
        <p:sp>
          <p:nvSpPr>
            <p:cNvPr id="408" name="Google Shape;408;p15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409" name="Google Shape;409;p15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/>
            </a:p>
          </p:txBody>
        </p:sp>
        <p:sp>
          <p:nvSpPr>
            <p:cNvPr id="410" name="Google Shape;410;p15"/>
            <p:cNvSpPr txBox="1"/>
            <p:nvPr/>
          </p:nvSpPr>
          <p:spPr>
            <a:xfrm>
              <a:off x="783942" y="1806520"/>
              <a:ext cx="590446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411" name="Google Shape;411;p15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412" name="Google Shape;412;p15"/>
          <p:cNvGrpSpPr/>
          <p:nvPr/>
        </p:nvGrpSpPr>
        <p:grpSpPr>
          <a:xfrm>
            <a:off x="4419664" y="1980853"/>
            <a:ext cx="1940329" cy="388212"/>
            <a:chOff x="258320" y="1806520"/>
            <a:chExt cx="2923791" cy="388212"/>
          </a:xfrm>
        </p:grpSpPr>
        <p:sp>
          <p:nvSpPr>
            <p:cNvPr id="413" name="Google Shape;413;p15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414" name="Google Shape;414;p15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15</a:t>
              </a:r>
              <a:endParaRPr/>
            </a:p>
          </p:txBody>
        </p:sp>
        <p:sp>
          <p:nvSpPr>
            <p:cNvPr id="415" name="Google Shape;415;p15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/>
            </a:p>
          </p:txBody>
        </p:sp>
        <p:sp>
          <p:nvSpPr>
            <p:cNvPr id="416" name="Google Shape;416;p15"/>
            <p:cNvSpPr txBox="1"/>
            <p:nvPr/>
          </p:nvSpPr>
          <p:spPr>
            <a:xfrm>
              <a:off x="783942" y="1806520"/>
              <a:ext cx="590446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417" name="Google Shape;417;p15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418" name="Google Shape;418;p15"/>
          <p:cNvGrpSpPr/>
          <p:nvPr/>
        </p:nvGrpSpPr>
        <p:grpSpPr>
          <a:xfrm>
            <a:off x="4407990" y="2647811"/>
            <a:ext cx="1940329" cy="388212"/>
            <a:chOff x="258320" y="1806520"/>
            <a:chExt cx="2923791" cy="388212"/>
          </a:xfrm>
        </p:grpSpPr>
        <p:sp>
          <p:nvSpPr>
            <p:cNvPr id="419" name="Google Shape;419;p15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14</a:t>
              </a:r>
              <a:endParaRPr/>
            </a:p>
          </p:txBody>
        </p:sp>
        <p:sp>
          <p:nvSpPr>
            <p:cNvPr id="420" name="Google Shape;420;p15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421" name="Google Shape;421;p15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/>
            </a:p>
          </p:txBody>
        </p:sp>
        <p:sp>
          <p:nvSpPr>
            <p:cNvPr id="422" name="Google Shape;422;p15"/>
            <p:cNvSpPr txBox="1"/>
            <p:nvPr/>
          </p:nvSpPr>
          <p:spPr>
            <a:xfrm>
              <a:off x="783942" y="1806520"/>
              <a:ext cx="590446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423" name="Google Shape;423;p15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424" name="Google Shape;424;p15"/>
          <p:cNvGrpSpPr/>
          <p:nvPr/>
        </p:nvGrpSpPr>
        <p:grpSpPr>
          <a:xfrm>
            <a:off x="4407990" y="3070660"/>
            <a:ext cx="1940329" cy="388212"/>
            <a:chOff x="258320" y="1806520"/>
            <a:chExt cx="2923791" cy="388212"/>
          </a:xfrm>
        </p:grpSpPr>
        <p:sp>
          <p:nvSpPr>
            <p:cNvPr id="425" name="Google Shape;425;p15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426" name="Google Shape;426;p15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14</a:t>
              </a:r>
              <a:endParaRPr/>
            </a:p>
          </p:txBody>
        </p:sp>
        <p:sp>
          <p:nvSpPr>
            <p:cNvPr id="427" name="Google Shape;427;p15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/>
            </a:p>
          </p:txBody>
        </p:sp>
        <p:sp>
          <p:nvSpPr>
            <p:cNvPr id="428" name="Google Shape;428;p15"/>
            <p:cNvSpPr txBox="1"/>
            <p:nvPr/>
          </p:nvSpPr>
          <p:spPr>
            <a:xfrm>
              <a:off x="783942" y="1806520"/>
              <a:ext cx="590446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429" name="Google Shape;429;p15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430" name="Google Shape;430;p15"/>
          <p:cNvGrpSpPr/>
          <p:nvPr/>
        </p:nvGrpSpPr>
        <p:grpSpPr>
          <a:xfrm>
            <a:off x="4407990" y="3680678"/>
            <a:ext cx="1940329" cy="388212"/>
            <a:chOff x="258320" y="1806520"/>
            <a:chExt cx="2923791" cy="388212"/>
          </a:xfrm>
        </p:grpSpPr>
        <p:sp>
          <p:nvSpPr>
            <p:cNvPr id="431" name="Google Shape;431;p15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/>
            </a:p>
          </p:txBody>
        </p:sp>
        <p:sp>
          <p:nvSpPr>
            <p:cNvPr id="432" name="Google Shape;432;p15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433" name="Google Shape;433;p15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22</a:t>
              </a:r>
              <a:endParaRPr/>
            </a:p>
          </p:txBody>
        </p:sp>
        <p:sp>
          <p:nvSpPr>
            <p:cNvPr id="434" name="Google Shape;434;p15"/>
            <p:cNvSpPr txBox="1"/>
            <p:nvPr/>
          </p:nvSpPr>
          <p:spPr>
            <a:xfrm>
              <a:off x="783942" y="1806520"/>
              <a:ext cx="590446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435" name="Google Shape;435;p15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436" name="Google Shape;436;p15"/>
          <p:cNvGrpSpPr/>
          <p:nvPr/>
        </p:nvGrpSpPr>
        <p:grpSpPr>
          <a:xfrm>
            <a:off x="4407990" y="4103527"/>
            <a:ext cx="1940329" cy="388212"/>
            <a:chOff x="258320" y="1806520"/>
            <a:chExt cx="2923791" cy="388212"/>
          </a:xfrm>
        </p:grpSpPr>
        <p:sp>
          <p:nvSpPr>
            <p:cNvPr id="437" name="Google Shape;437;p15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438" name="Google Shape;438;p15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/>
            </a:p>
          </p:txBody>
        </p:sp>
        <p:sp>
          <p:nvSpPr>
            <p:cNvPr id="439" name="Google Shape;439;p15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22</a:t>
              </a:r>
              <a:endParaRPr/>
            </a:p>
          </p:txBody>
        </p:sp>
        <p:sp>
          <p:nvSpPr>
            <p:cNvPr id="440" name="Google Shape;440;p15"/>
            <p:cNvSpPr txBox="1"/>
            <p:nvPr/>
          </p:nvSpPr>
          <p:spPr>
            <a:xfrm>
              <a:off x="783942" y="1806520"/>
              <a:ext cx="590446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441" name="Google Shape;441;p15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442" name="Google Shape;442;p15"/>
          <p:cNvGrpSpPr/>
          <p:nvPr/>
        </p:nvGrpSpPr>
        <p:grpSpPr>
          <a:xfrm>
            <a:off x="4407990" y="4733742"/>
            <a:ext cx="1940329" cy="388212"/>
            <a:chOff x="258320" y="1806520"/>
            <a:chExt cx="2923791" cy="388212"/>
          </a:xfrm>
        </p:grpSpPr>
        <p:sp>
          <p:nvSpPr>
            <p:cNvPr id="443" name="Google Shape;443;p15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444" name="Google Shape;444;p15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/>
            </a:p>
          </p:txBody>
        </p:sp>
        <p:sp>
          <p:nvSpPr>
            <p:cNvPr id="445" name="Google Shape;445;p15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24</a:t>
              </a:r>
              <a:endParaRPr/>
            </a:p>
          </p:txBody>
        </p:sp>
        <p:sp>
          <p:nvSpPr>
            <p:cNvPr id="446" name="Google Shape;446;p15"/>
            <p:cNvSpPr txBox="1"/>
            <p:nvPr/>
          </p:nvSpPr>
          <p:spPr>
            <a:xfrm>
              <a:off x="783942" y="1806520"/>
              <a:ext cx="590446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447" name="Google Shape;447;p15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448" name="Google Shape;448;p15"/>
          <p:cNvGrpSpPr/>
          <p:nvPr/>
        </p:nvGrpSpPr>
        <p:grpSpPr>
          <a:xfrm>
            <a:off x="4407990" y="5156591"/>
            <a:ext cx="1940329" cy="388212"/>
            <a:chOff x="258320" y="1806520"/>
            <a:chExt cx="2923791" cy="388212"/>
          </a:xfrm>
        </p:grpSpPr>
        <p:sp>
          <p:nvSpPr>
            <p:cNvPr id="449" name="Google Shape;449;p15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/>
            </a:p>
          </p:txBody>
        </p:sp>
        <p:sp>
          <p:nvSpPr>
            <p:cNvPr id="450" name="Google Shape;450;p15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451" name="Google Shape;451;p15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24</a:t>
              </a:r>
              <a:endParaRPr/>
            </a:p>
          </p:txBody>
        </p:sp>
        <p:sp>
          <p:nvSpPr>
            <p:cNvPr id="452" name="Google Shape;452;p15"/>
            <p:cNvSpPr txBox="1"/>
            <p:nvPr/>
          </p:nvSpPr>
          <p:spPr>
            <a:xfrm>
              <a:off x="783942" y="1806520"/>
              <a:ext cx="590446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453" name="Google Shape;453;p15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454" name="Google Shape;454;p15"/>
          <p:cNvGrpSpPr/>
          <p:nvPr/>
        </p:nvGrpSpPr>
        <p:grpSpPr>
          <a:xfrm>
            <a:off x="4419664" y="5782801"/>
            <a:ext cx="1940329" cy="388212"/>
            <a:chOff x="258320" y="1806520"/>
            <a:chExt cx="2923791" cy="388212"/>
          </a:xfrm>
        </p:grpSpPr>
        <p:sp>
          <p:nvSpPr>
            <p:cNvPr id="455" name="Google Shape;455;p15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endParaRPr/>
            </a:p>
          </p:txBody>
        </p:sp>
        <p:sp>
          <p:nvSpPr>
            <p:cNvPr id="456" name="Google Shape;456;p15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/>
            </a:p>
          </p:txBody>
        </p:sp>
        <p:sp>
          <p:nvSpPr>
            <p:cNvPr id="457" name="Google Shape;457;p15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28</a:t>
              </a:r>
              <a:endParaRPr/>
            </a:p>
          </p:txBody>
        </p:sp>
        <p:sp>
          <p:nvSpPr>
            <p:cNvPr id="458" name="Google Shape;458;p15"/>
            <p:cNvSpPr txBox="1"/>
            <p:nvPr/>
          </p:nvSpPr>
          <p:spPr>
            <a:xfrm>
              <a:off x="783942" y="1806520"/>
              <a:ext cx="590446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459" name="Google Shape;459;p15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460" name="Google Shape;460;p15"/>
          <p:cNvGrpSpPr/>
          <p:nvPr/>
        </p:nvGrpSpPr>
        <p:grpSpPr>
          <a:xfrm>
            <a:off x="4419664" y="6205650"/>
            <a:ext cx="1940329" cy="388212"/>
            <a:chOff x="258320" y="1806520"/>
            <a:chExt cx="2923791" cy="388212"/>
          </a:xfrm>
        </p:grpSpPr>
        <p:sp>
          <p:nvSpPr>
            <p:cNvPr id="461" name="Google Shape;461;p15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/>
            </a:p>
          </p:txBody>
        </p:sp>
        <p:sp>
          <p:nvSpPr>
            <p:cNvPr id="462" name="Google Shape;462;p15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endParaRPr/>
            </a:p>
          </p:txBody>
        </p:sp>
        <p:sp>
          <p:nvSpPr>
            <p:cNvPr id="463" name="Google Shape;463;p15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28</a:t>
              </a:r>
              <a:endParaRPr/>
            </a:p>
          </p:txBody>
        </p:sp>
        <p:sp>
          <p:nvSpPr>
            <p:cNvPr id="464" name="Google Shape;464;p15"/>
            <p:cNvSpPr txBox="1"/>
            <p:nvPr/>
          </p:nvSpPr>
          <p:spPr>
            <a:xfrm>
              <a:off x="783942" y="1806520"/>
              <a:ext cx="590446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465" name="Google Shape;465;p15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466" name="Google Shape;466;p15"/>
          <p:cNvGrpSpPr/>
          <p:nvPr/>
        </p:nvGrpSpPr>
        <p:grpSpPr>
          <a:xfrm>
            <a:off x="4419596" y="6777024"/>
            <a:ext cx="1940329" cy="388212"/>
            <a:chOff x="258320" y="1806520"/>
            <a:chExt cx="2923791" cy="388212"/>
          </a:xfrm>
        </p:grpSpPr>
        <p:sp>
          <p:nvSpPr>
            <p:cNvPr id="467" name="Google Shape;467;p15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15</a:t>
              </a:r>
              <a:endParaRPr/>
            </a:p>
          </p:txBody>
        </p:sp>
        <p:sp>
          <p:nvSpPr>
            <p:cNvPr id="468" name="Google Shape;468;p15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13</a:t>
              </a:r>
              <a:endParaRPr/>
            </a:p>
          </p:txBody>
        </p:sp>
        <p:sp>
          <p:nvSpPr>
            <p:cNvPr id="469" name="Google Shape;469;p15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28</a:t>
              </a:r>
              <a:endParaRPr/>
            </a:p>
          </p:txBody>
        </p:sp>
        <p:sp>
          <p:nvSpPr>
            <p:cNvPr id="470" name="Google Shape;470;p15"/>
            <p:cNvSpPr txBox="1"/>
            <p:nvPr/>
          </p:nvSpPr>
          <p:spPr>
            <a:xfrm>
              <a:off x="783942" y="1806520"/>
              <a:ext cx="590446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471" name="Google Shape;471;p15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472" name="Google Shape;472;p15"/>
          <p:cNvGrpSpPr/>
          <p:nvPr/>
        </p:nvGrpSpPr>
        <p:grpSpPr>
          <a:xfrm>
            <a:off x="4419596" y="7199873"/>
            <a:ext cx="1940329" cy="388212"/>
            <a:chOff x="258320" y="1806520"/>
            <a:chExt cx="2923791" cy="388212"/>
          </a:xfrm>
        </p:grpSpPr>
        <p:sp>
          <p:nvSpPr>
            <p:cNvPr id="473" name="Google Shape;473;p15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13</a:t>
              </a:r>
              <a:endParaRPr/>
            </a:p>
          </p:txBody>
        </p:sp>
        <p:sp>
          <p:nvSpPr>
            <p:cNvPr id="474" name="Google Shape;474;p15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15</a:t>
              </a:r>
              <a:endParaRPr/>
            </a:p>
          </p:txBody>
        </p:sp>
        <p:sp>
          <p:nvSpPr>
            <p:cNvPr id="475" name="Google Shape;475;p15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28</a:t>
              </a:r>
              <a:endParaRPr/>
            </a:p>
          </p:txBody>
        </p:sp>
        <p:sp>
          <p:nvSpPr>
            <p:cNvPr id="476" name="Google Shape;476;p15"/>
            <p:cNvSpPr txBox="1"/>
            <p:nvPr/>
          </p:nvSpPr>
          <p:spPr>
            <a:xfrm>
              <a:off x="783942" y="1806520"/>
              <a:ext cx="590446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477" name="Google Shape;477;p15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478" name="Google Shape;478;p15"/>
          <p:cNvGrpSpPr/>
          <p:nvPr/>
        </p:nvGrpSpPr>
        <p:grpSpPr>
          <a:xfrm>
            <a:off x="4419664" y="7841396"/>
            <a:ext cx="1940329" cy="388212"/>
            <a:chOff x="258320" y="1806520"/>
            <a:chExt cx="2923791" cy="388212"/>
          </a:xfrm>
        </p:grpSpPr>
        <p:sp>
          <p:nvSpPr>
            <p:cNvPr id="479" name="Google Shape;479;p15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/>
            </a:p>
          </p:txBody>
        </p:sp>
        <p:sp>
          <p:nvSpPr>
            <p:cNvPr id="480" name="Google Shape;480;p15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481" name="Google Shape;481;p15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30</a:t>
              </a:r>
              <a:endParaRPr/>
            </a:p>
          </p:txBody>
        </p:sp>
        <p:sp>
          <p:nvSpPr>
            <p:cNvPr id="482" name="Google Shape;482;p15"/>
            <p:cNvSpPr txBox="1"/>
            <p:nvPr/>
          </p:nvSpPr>
          <p:spPr>
            <a:xfrm>
              <a:off x="783942" y="1806520"/>
              <a:ext cx="590446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483" name="Google Shape;483;p15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484" name="Google Shape;484;p15"/>
          <p:cNvGrpSpPr/>
          <p:nvPr/>
        </p:nvGrpSpPr>
        <p:grpSpPr>
          <a:xfrm>
            <a:off x="4419664" y="8264245"/>
            <a:ext cx="1940329" cy="388212"/>
            <a:chOff x="258320" y="1806520"/>
            <a:chExt cx="2923791" cy="388212"/>
          </a:xfrm>
        </p:grpSpPr>
        <p:sp>
          <p:nvSpPr>
            <p:cNvPr id="485" name="Google Shape;485;p15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486" name="Google Shape;486;p15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/>
            </a:p>
          </p:txBody>
        </p:sp>
        <p:sp>
          <p:nvSpPr>
            <p:cNvPr id="487" name="Google Shape;487;p15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30</a:t>
              </a:r>
              <a:endParaRPr/>
            </a:p>
          </p:txBody>
        </p:sp>
        <p:sp>
          <p:nvSpPr>
            <p:cNvPr id="488" name="Google Shape;488;p15"/>
            <p:cNvSpPr txBox="1"/>
            <p:nvPr/>
          </p:nvSpPr>
          <p:spPr>
            <a:xfrm>
              <a:off x="783942" y="1806520"/>
              <a:ext cx="590446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489" name="Google Shape;489;p15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490" name="Google Shape;490;p15"/>
          <p:cNvGrpSpPr/>
          <p:nvPr/>
        </p:nvGrpSpPr>
        <p:grpSpPr>
          <a:xfrm>
            <a:off x="4419596" y="8879147"/>
            <a:ext cx="1940329" cy="388212"/>
            <a:chOff x="258320" y="1806520"/>
            <a:chExt cx="2923791" cy="388212"/>
          </a:xfrm>
        </p:grpSpPr>
        <p:sp>
          <p:nvSpPr>
            <p:cNvPr id="491" name="Google Shape;491;p15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/>
            </a:p>
          </p:txBody>
        </p:sp>
        <p:sp>
          <p:nvSpPr>
            <p:cNvPr id="492" name="Google Shape;492;p15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15</a:t>
              </a:r>
              <a:endParaRPr/>
            </a:p>
          </p:txBody>
        </p:sp>
        <p:sp>
          <p:nvSpPr>
            <p:cNvPr id="493" name="Google Shape;493;p15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35</a:t>
              </a:r>
              <a:endParaRPr/>
            </a:p>
          </p:txBody>
        </p:sp>
        <p:sp>
          <p:nvSpPr>
            <p:cNvPr id="494" name="Google Shape;494;p15"/>
            <p:cNvSpPr txBox="1"/>
            <p:nvPr/>
          </p:nvSpPr>
          <p:spPr>
            <a:xfrm>
              <a:off x="783942" y="1806520"/>
              <a:ext cx="590446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495" name="Google Shape;495;p15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496" name="Google Shape;496;p15"/>
          <p:cNvGrpSpPr/>
          <p:nvPr/>
        </p:nvGrpSpPr>
        <p:grpSpPr>
          <a:xfrm>
            <a:off x="4419596" y="9301996"/>
            <a:ext cx="1940329" cy="388212"/>
            <a:chOff x="258320" y="1806520"/>
            <a:chExt cx="2923791" cy="388212"/>
          </a:xfrm>
        </p:grpSpPr>
        <p:sp>
          <p:nvSpPr>
            <p:cNvPr id="497" name="Google Shape;497;p15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15</a:t>
              </a:r>
              <a:endParaRPr/>
            </a:p>
          </p:txBody>
        </p:sp>
        <p:sp>
          <p:nvSpPr>
            <p:cNvPr id="498" name="Google Shape;498;p15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/>
            </a:p>
          </p:txBody>
        </p:sp>
        <p:sp>
          <p:nvSpPr>
            <p:cNvPr id="499" name="Google Shape;499;p15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35</a:t>
              </a:r>
              <a:endParaRPr/>
            </a:p>
          </p:txBody>
        </p:sp>
        <p:sp>
          <p:nvSpPr>
            <p:cNvPr id="500" name="Google Shape;500;p15"/>
            <p:cNvSpPr txBox="1"/>
            <p:nvPr/>
          </p:nvSpPr>
          <p:spPr>
            <a:xfrm>
              <a:off x="783942" y="1806520"/>
              <a:ext cx="590446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501" name="Google Shape;501;p15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6" name="Google Shape;506;p16"/>
          <p:cNvCxnSpPr/>
          <p:nvPr/>
        </p:nvCxnSpPr>
        <p:spPr>
          <a:xfrm flipH="1" rot="10800000">
            <a:off x="947223" y="2031975"/>
            <a:ext cx="5541513" cy="22822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07" name="Google Shape;507;p16"/>
          <p:cNvSpPr/>
          <p:nvPr/>
        </p:nvSpPr>
        <p:spPr>
          <a:xfrm>
            <a:off x="68018" y="78921"/>
            <a:ext cx="6694134" cy="245492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8" name="Google Shape;508;p16"/>
          <p:cNvCxnSpPr>
            <a:stCxn id="507" idx="1"/>
            <a:endCxn id="507" idx="3"/>
          </p:cNvCxnSpPr>
          <p:nvPr/>
        </p:nvCxnSpPr>
        <p:spPr>
          <a:xfrm>
            <a:off x="68018" y="1306384"/>
            <a:ext cx="6694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9" name="Google Shape;509;p16"/>
          <p:cNvCxnSpPr>
            <a:stCxn id="507" idx="2"/>
            <a:endCxn id="507" idx="0"/>
          </p:cNvCxnSpPr>
          <p:nvPr/>
        </p:nvCxnSpPr>
        <p:spPr>
          <a:xfrm rot="10800000">
            <a:off x="3415085" y="78946"/>
            <a:ext cx="0" cy="2454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10" name="Google Shape;510;p16"/>
          <p:cNvSpPr txBox="1"/>
          <p:nvPr/>
        </p:nvSpPr>
        <p:spPr>
          <a:xfrm>
            <a:off x="110297" y="101379"/>
            <a:ext cx="80047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6"/>
          <p:cNvSpPr txBox="1"/>
          <p:nvPr/>
        </p:nvSpPr>
        <p:spPr>
          <a:xfrm>
            <a:off x="5587842" y="100733"/>
            <a:ext cx="109664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6"/>
          <p:cNvSpPr txBox="1"/>
          <p:nvPr/>
        </p:nvSpPr>
        <p:spPr>
          <a:xfrm>
            <a:off x="107846" y="1419971"/>
            <a:ext cx="7750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6"/>
          <p:cNvSpPr txBox="1"/>
          <p:nvPr/>
        </p:nvSpPr>
        <p:spPr>
          <a:xfrm>
            <a:off x="5585391" y="1419325"/>
            <a:ext cx="115332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6"/>
          <p:cNvSpPr txBox="1"/>
          <p:nvPr/>
        </p:nvSpPr>
        <p:spPr>
          <a:xfrm>
            <a:off x="2728500" y="1209553"/>
            <a:ext cx="1267335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Subtraction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6"/>
          <p:cNvSpPr txBox="1"/>
          <p:nvPr/>
        </p:nvSpPr>
        <p:spPr>
          <a:xfrm>
            <a:off x="131833" y="429508"/>
            <a:ext cx="32303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difference between two or more numbers.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6"/>
          <p:cNvSpPr txBox="1"/>
          <p:nvPr/>
        </p:nvSpPr>
        <p:spPr>
          <a:xfrm>
            <a:off x="3508385" y="366162"/>
            <a:ext cx="323033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subtract with integers, decimals, fractions and many other types of number. 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Subtraction is </a:t>
            </a: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commutative, e.g.  6 - 5 is not equal to 5 – 6. </a:t>
            </a:r>
            <a:endParaRPr/>
          </a:p>
        </p:txBody>
      </p:sp>
      <p:sp>
        <p:nvSpPr>
          <p:cNvPr id="517" name="Google Shape;517;p16"/>
          <p:cNvSpPr txBox="1"/>
          <p:nvPr/>
        </p:nvSpPr>
        <p:spPr>
          <a:xfrm>
            <a:off x="92946" y="1720835"/>
            <a:ext cx="32303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8 - 4 = 4</a:t>
            </a:r>
            <a:endParaRPr/>
          </a:p>
          <a:p>
            <a:pPr indent="-952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6"/>
          <p:cNvSpPr txBox="1"/>
          <p:nvPr/>
        </p:nvSpPr>
        <p:spPr>
          <a:xfrm>
            <a:off x="3642905" y="1720363"/>
            <a:ext cx="323033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5 - 10 = 5</a:t>
            </a:r>
            <a:endParaRPr/>
          </a:p>
          <a:p>
            <a:pPr indent="-952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a non-example because 5 – 10 = -5.</a:t>
            </a:r>
            <a:endParaRPr/>
          </a:p>
        </p:txBody>
      </p:sp>
      <p:sp>
        <p:nvSpPr>
          <p:cNvPr id="519" name="Google Shape;519;p16"/>
          <p:cNvSpPr/>
          <p:nvPr/>
        </p:nvSpPr>
        <p:spPr>
          <a:xfrm>
            <a:off x="1061082" y="1752238"/>
            <a:ext cx="205740" cy="21336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6"/>
          <p:cNvSpPr/>
          <p:nvPr/>
        </p:nvSpPr>
        <p:spPr>
          <a:xfrm>
            <a:off x="1328366" y="1752238"/>
            <a:ext cx="205740" cy="21336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6"/>
          <p:cNvSpPr/>
          <p:nvPr/>
        </p:nvSpPr>
        <p:spPr>
          <a:xfrm>
            <a:off x="1595650" y="1758010"/>
            <a:ext cx="205740" cy="21336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6"/>
          <p:cNvSpPr/>
          <p:nvPr/>
        </p:nvSpPr>
        <p:spPr>
          <a:xfrm>
            <a:off x="1857061" y="1758025"/>
            <a:ext cx="205740" cy="21336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6"/>
          <p:cNvSpPr/>
          <p:nvPr/>
        </p:nvSpPr>
        <p:spPr>
          <a:xfrm>
            <a:off x="2117518" y="1755469"/>
            <a:ext cx="205740" cy="21336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6"/>
          <p:cNvSpPr/>
          <p:nvPr/>
        </p:nvSpPr>
        <p:spPr>
          <a:xfrm>
            <a:off x="2374642" y="1750389"/>
            <a:ext cx="205740" cy="21336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6"/>
          <p:cNvSpPr/>
          <p:nvPr/>
        </p:nvSpPr>
        <p:spPr>
          <a:xfrm>
            <a:off x="2644466" y="1756161"/>
            <a:ext cx="205740" cy="21336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6"/>
          <p:cNvSpPr/>
          <p:nvPr/>
        </p:nvSpPr>
        <p:spPr>
          <a:xfrm>
            <a:off x="2900797" y="1753636"/>
            <a:ext cx="205740" cy="21336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7" name="Google Shape;527;p16"/>
          <p:cNvCxnSpPr/>
          <p:nvPr/>
        </p:nvCxnSpPr>
        <p:spPr>
          <a:xfrm flipH="1" rot="10800000">
            <a:off x="2088053" y="1742138"/>
            <a:ext cx="254000" cy="25100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8" name="Google Shape;528;p16"/>
          <p:cNvCxnSpPr/>
          <p:nvPr/>
        </p:nvCxnSpPr>
        <p:spPr>
          <a:xfrm flipH="1" rot="10800000">
            <a:off x="2373849" y="1726228"/>
            <a:ext cx="254000" cy="25100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9" name="Google Shape;529;p16"/>
          <p:cNvCxnSpPr/>
          <p:nvPr/>
        </p:nvCxnSpPr>
        <p:spPr>
          <a:xfrm flipH="1" rot="10800000">
            <a:off x="2642526" y="1716454"/>
            <a:ext cx="254000" cy="25100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0" name="Google Shape;530;p16"/>
          <p:cNvCxnSpPr/>
          <p:nvPr/>
        </p:nvCxnSpPr>
        <p:spPr>
          <a:xfrm flipH="1" rot="10800000">
            <a:off x="2917716" y="1700875"/>
            <a:ext cx="254000" cy="25100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531" name="Google Shape;531;p16"/>
          <p:cNvGraphicFramePr/>
          <p:nvPr/>
        </p:nvGraphicFramePr>
        <p:xfrm>
          <a:off x="62932" y="29851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{9AFF5595-6A95-46B9-A5DB-11B42C347D63}</a:tableStyleId>
              </a:tblPr>
              <a:tblGrid>
                <a:gridCol w="2233075"/>
                <a:gridCol w="2233075"/>
                <a:gridCol w="2233075"/>
              </a:tblGrid>
              <a:tr h="255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4 - I do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5 - We do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6 - You do…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2000"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Write</a:t>
                      </a:r>
                      <a:r>
                        <a:rPr lang="en-GB" sz="1200"/>
                        <a:t> the </a:t>
                      </a:r>
                      <a:r>
                        <a:rPr b="1" lang="en-GB" sz="1200"/>
                        <a:t>subtraction</a:t>
                      </a:r>
                      <a:r>
                        <a:rPr lang="en-GB" sz="1200"/>
                        <a:t> facts from the bar models given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1646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532" name="Google Shape;532;p16"/>
          <p:cNvGrpSpPr/>
          <p:nvPr/>
        </p:nvGrpSpPr>
        <p:grpSpPr>
          <a:xfrm>
            <a:off x="198430" y="3659396"/>
            <a:ext cx="1933168" cy="599350"/>
            <a:chOff x="60434" y="4991469"/>
            <a:chExt cx="2147857" cy="585005"/>
          </a:xfrm>
        </p:grpSpPr>
        <p:sp>
          <p:nvSpPr>
            <p:cNvPr id="533" name="Google Shape;533;p16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16"/>
            <p:cNvSpPr/>
            <p:nvPr/>
          </p:nvSpPr>
          <p:spPr>
            <a:xfrm>
              <a:off x="60434" y="5280836"/>
              <a:ext cx="1050610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" name="Google Shape;535;p16"/>
            <p:cNvSpPr/>
            <p:nvPr/>
          </p:nvSpPr>
          <p:spPr>
            <a:xfrm>
              <a:off x="1111045" y="5281001"/>
              <a:ext cx="1097246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6" name="Google Shape;536;p16"/>
          <p:cNvGrpSpPr/>
          <p:nvPr/>
        </p:nvGrpSpPr>
        <p:grpSpPr>
          <a:xfrm>
            <a:off x="2453118" y="3654750"/>
            <a:ext cx="1933169" cy="603660"/>
            <a:chOff x="60434" y="4991469"/>
            <a:chExt cx="2147858" cy="584840"/>
          </a:xfrm>
        </p:grpSpPr>
        <p:sp>
          <p:nvSpPr>
            <p:cNvPr id="537" name="Google Shape;537;p16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p16"/>
            <p:cNvSpPr/>
            <p:nvPr/>
          </p:nvSpPr>
          <p:spPr>
            <a:xfrm>
              <a:off x="60434" y="5280836"/>
              <a:ext cx="693383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" name="Google Shape;539;p16"/>
            <p:cNvSpPr/>
            <p:nvPr/>
          </p:nvSpPr>
          <p:spPr>
            <a:xfrm>
              <a:off x="753818" y="5278786"/>
              <a:ext cx="1454474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0" name="Google Shape;540;p16"/>
          <p:cNvGrpSpPr/>
          <p:nvPr/>
        </p:nvGrpSpPr>
        <p:grpSpPr>
          <a:xfrm>
            <a:off x="4728792" y="3665647"/>
            <a:ext cx="1933169" cy="575557"/>
            <a:chOff x="60434" y="4991469"/>
            <a:chExt cx="2147858" cy="585005"/>
          </a:xfrm>
        </p:grpSpPr>
        <p:sp>
          <p:nvSpPr>
            <p:cNvPr id="541" name="Google Shape;541;p16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" name="Google Shape;542;p16"/>
            <p:cNvSpPr/>
            <p:nvPr/>
          </p:nvSpPr>
          <p:spPr>
            <a:xfrm>
              <a:off x="60434" y="5280836"/>
              <a:ext cx="326450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" name="Google Shape;543;p16"/>
            <p:cNvSpPr/>
            <p:nvPr/>
          </p:nvSpPr>
          <p:spPr>
            <a:xfrm>
              <a:off x="386885" y="5281001"/>
              <a:ext cx="1821407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544" name="Google Shape;544;p16"/>
          <p:cNvGraphicFramePr/>
          <p:nvPr/>
        </p:nvGraphicFramePr>
        <p:xfrm>
          <a:off x="72957" y="580831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{9AFF5595-6A95-46B9-A5DB-11B42C347D63}</a:tableStyleId>
              </a:tblPr>
              <a:tblGrid>
                <a:gridCol w="830500"/>
                <a:gridCol w="2581050"/>
                <a:gridCol w="3272350"/>
              </a:tblGrid>
              <a:tr h="300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Question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Bar Model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Subtraction Facts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82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60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60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45" name="Google Shape;545;p16"/>
          <p:cNvSpPr/>
          <p:nvPr/>
        </p:nvSpPr>
        <p:spPr>
          <a:xfrm>
            <a:off x="1658630" y="5465988"/>
            <a:ext cx="409672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2) Write the </a:t>
            </a: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subtraction 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facts from the bar models given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6"/>
          <p:cNvSpPr txBox="1"/>
          <p:nvPr/>
        </p:nvSpPr>
        <p:spPr>
          <a:xfrm>
            <a:off x="101079" y="5436597"/>
            <a:ext cx="1592359" cy="27699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Practice. 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47" name="Google Shape;547;p16"/>
          <p:cNvGrpSpPr/>
          <p:nvPr/>
        </p:nvGrpSpPr>
        <p:grpSpPr>
          <a:xfrm>
            <a:off x="1207168" y="6422145"/>
            <a:ext cx="1933169" cy="599350"/>
            <a:chOff x="60434" y="4991469"/>
            <a:chExt cx="2147858" cy="585005"/>
          </a:xfrm>
        </p:grpSpPr>
        <p:sp>
          <p:nvSpPr>
            <p:cNvPr id="548" name="Google Shape;548;p16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" name="Google Shape;549;p16"/>
            <p:cNvSpPr/>
            <p:nvPr/>
          </p:nvSpPr>
          <p:spPr>
            <a:xfrm>
              <a:off x="60435" y="5280836"/>
              <a:ext cx="785490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" name="Google Shape;550;p16"/>
            <p:cNvSpPr/>
            <p:nvPr/>
          </p:nvSpPr>
          <p:spPr>
            <a:xfrm>
              <a:off x="845925" y="5281001"/>
              <a:ext cx="1362367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1" name="Google Shape;551;p16"/>
          <p:cNvGrpSpPr/>
          <p:nvPr/>
        </p:nvGrpSpPr>
        <p:grpSpPr>
          <a:xfrm>
            <a:off x="1207168" y="7673078"/>
            <a:ext cx="1933168" cy="599350"/>
            <a:chOff x="60434" y="4991469"/>
            <a:chExt cx="2147857" cy="585005"/>
          </a:xfrm>
        </p:grpSpPr>
        <p:sp>
          <p:nvSpPr>
            <p:cNvPr id="552" name="Google Shape;552;p16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" name="Google Shape;553;p16"/>
            <p:cNvSpPr/>
            <p:nvPr/>
          </p:nvSpPr>
          <p:spPr>
            <a:xfrm>
              <a:off x="60434" y="5280836"/>
              <a:ext cx="1525715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" name="Google Shape;554;p16"/>
            <p:cNvSpPr/>
            <p:nvPr/>
          </p:nvSpPr>
          <p:spPr>
            <a:xfrm>
              <a:off x="1586150" y="5281001"/>
              <a:ext cx="622141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5" name="Google Shape;555;p16"/>
          <p:cNvGrpSpPr/>
          <p:nvPr/>
        </p:nvGrpSpPr>
        <p:grpSpPr>
          <a:xfrm>
            <a:off x="1178297" y="8892307"/>
            <a:ext cx="1933169" cy="595371"/>
            <a:chOff x="60434" y="4991469"/>
            <a:chExt cx="2147858" cy="581121"/>
          </a:xfrm>
        </p:grpSpPr>
        <p:sp>
          <p:nvSpPr>
            <p:cNvPr id="556" name="Google Shape;556;p16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" name="Google Shape;557;p16"/>
            <p:cNvSpPr/>
            <p:nvPr/>
          </p:nvSpPr>
          <p:spPr>
            <a:xfrm>
              <a:off x="60434" y="5281175"/>
              <a:ext cx="945625" cy="291415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" name="Google Shape;558;p16"/>
            <p:cNvSpPr/>
            <p:nvPr/>
          </p:nvSpPr>
          <p:spPr>
            <a:xfrm>
              <a:off x="1006059" y="5281001"/>
              <a:ext cx="1202233" cy="289202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9" name="Google Shape;559;p16"/>
          <p:cNvSpPr txBox="1"/>
          <p:nvPr>
            <p:ph idx="12" type="sldNum"/>
          </p:nvPr>
        </p:nvSpPr>
        <p:spPr>
          <a:xfrm>
            <a:off x="5389829" y="9551823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560" name="Google Shape;560;p16"/>
          <p:cNvGrpSpPr/>
          <p:nvPr/>
        </p:nvGrpSpPr>
        <p:grpSpPr>
          <a:xfrm>
            <a:off x="4245675" y="6333291"/>
            <a:ext cx="1940329" cy="388212"/>
            <a:chOff x="258320" y="1806520"/>
            <a:chExt cx="2923791" cy="388212"/>
          </a:xfrm>
        </p:grpSpPr>
        <p:sp>
          <p:nvSpPr>
            <p:cNvPr id="561" name="Google Shape;561;p16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562" name="Google Shape;562;p16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563" name="Google Shape;563;p16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564" name="Google Shape;564;p16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565" name="Google Shape;565;p16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566" name="Google Shape;566;p16"/>
          <p:cNvGrpSpPr/>
          <p:nvPr/>
        </p:nvGrpSpPr>
        <p:grpSpPr>
          <a:xfrm>
            <a:off x="4245675" y="6756140"/>
            <a:ext cx="1940329" cy="388212"/>
            <a:chOff x="258320" y="1806520"/>
            <a:chExt cx="2923791" cy="388212"/>
          </a:xfrm>
        </p:grpSpPr>
        <p:sp>
          <p:nvSpPr>
            <p:cNvPr id="567" name="Google Shape;567;p16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568" name="Google Shape;568;p16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569" name="Google Shape;569;p16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570" name="Google Shape;570;p16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571" name="Google Shape;571;p16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572" name="Google Shape;572;p16"/>
          <p:cNvGrpSpPr/>
          <p:nvPr/>
        </p:nvGrpSpPr>
        <p:grpSpPr>
          <a:xfrm>
            <a:off x="4258416" y="7557766"/>
            <a:ext cx="1940329" cy="388212"/>
            <a:chOff x="258320" y="1806520"/>
            <a:chExt cx="2923791" cy="388212"/>
          </a:xfrm>
        </p:grpSpPr>
        <p:sp>
          <p:nvSpPr>
            <p:cNvPr id="573" name="Google Shape;573;p16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574" name="Google Shape;574;p16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575" name="Google Shape;575;p16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576" name="Google Shape;576;p16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577" name="Google Shape;577;p16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578" name="Google Shape;578;p16"/>
          <p:cNvGrpSpPr/>
          <p:nvPr/>
        </p:nvGrpSpPr>
        <p:grpSpPr>
          <a:xfrm>
            <a:off x="4258416" y="7980615"/>
            <a:ext cx="1940329" cy="388212"/>
            <a:chOff x="258320" y="1806520"/>
            <a:chExt cx="2923791" cy="388212"/>
          </a:xfrm>
        </p:grpSpPr>
        <p:sp>
          <p:nvSpPr>
            <p:cNvPr id="579" name="Google Shape;579;p16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580" name="Google Shape;580;p16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581" name="Google Shape;581;p16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582" name="Google Shape;582;p16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583" name="Google Shape;583;p16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584" name="Google Shape;584;p16"/>
          <p:cNvGrpSpPr/>
          <p:nvPr/>
        </p:nvGrpSpPr>
        <p:grpSpPr>
          <a:xfrm>
            <a:off x="4259689" y="8728821"/>
            <a:ext cx="1940329" cy="388212"/>
            <a:chOff x="258320" y="1806520"/>
            <a:chExt cx="2923791" cy="388212"/>
          </a:xfrm>
        </p:grpSpPr>
        <p:sp>
          <p:nvSpPr>
            <p:cNvPr id="585" name="Google Shape;585;p16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586" name="Google Shape;586;p16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587" name="Google Shape;587;p16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588" name="Google Shape;588;p16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589" name="Google Shape;589;p16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590" name="Google Shape;590;p16"/>
          <p:cNvGrpSpPr/>
          <p:nvPr/>
        </p:nvGrpSpPr>
        <p:grpSpPr>
          <a:xfrm>
            <a:off x="4259689" y="9151670"/>
            <a:ext cx="1940329" cy="388212"/>
            <a:chOff x="258320" y="1806520"/>
            <a:chExt cx="2923791" cy="388212"/>
          </a:xfrm>
        </p:grpSpPr>
        <p:sp>
          <p:nvSpPr>
            <p:cNvPr id="591" name="Google Shape;591;p16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592" name="Google Shape;592;p16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593" name="Google Shape;593;p16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594" name="Google Shape;594;p16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595" name="Google Shape;595;p16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596" name="Google Shape;596;p16"/>
          <p:cNvGrpSpPr/>
          <p:nvPr/>
        </p:nvGrpSpPr>
        <p:grpSpPr>
          <a:xfrm>
            <a:off x="208132" y="4398744"/>
            <a:ext cx="1940329" cy="388212"/>
            <a:chOff x="258320" y="1806520"/>
            <a:chExt cx="2923791" cy="388212"/>
          </a:xfrm>
        </p:grpSpPr>
        <p:sp>
          <p:nvSpPr>
            <p:cNvPr id="597" name="Google Shape;597;p16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/>
            </a:p>
          </p:txBody>
        </p:sp>
        <p:sp>
          <p:nvSpPr>
            <p:cNvPr id="598" name="Google Shape;598;p16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599" name="Google Shape;599;p16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600" name="Google Shape;600;p16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601" name="Google Shape;601;p16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602" name="Google Shape;602;p16"/>
          <p:cNvGrpSpPr/>
          <p:nvPr/>
        </p:nvGrpSpPr>
        <p:grpSpPr>
          <a:xfrm>
            <a:off x="208132" y="4821593"/>
            <a:ext cx="1940329" cy="388212"/>
            <a:chOff x="258320" y="1806520"/>
            <a:chExt cx="2923791" cy="388212"/>
          </a:xfrm>
        </p:grpSpPr>
        <p:sp>
          <p:nvSpPr>
            <p:cNvPr id="603" name="Google Shape;603;p16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/>
            </a:p>
          </p:txBody>
        </p:sp>
        <p:sp>
          <p:nvSpPr>
            <p:cNvPr id="604" name="Google Shape;604;p16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605" name="Google Shape;605;p16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606" name="Google Shape;606;p16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607" name="Google Shape;607;p16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608" name="Google Shape;608;p16"/>
          <p:cNvGrpSpPr/>
          <p:nvPr/>
        </p:nvGrpSpPr>
        <p:grpSpPr>
          <a:xfrm>
            <a:off x="2473432" y="4425562"/>
            <a:ext cx="1940329" cy="388212"/>
            <a:chOff x="258320" y="1806520"/>
            <a:chExt cx="2923791" cy="388212"/>
          </a:xfrm>
        </p:grpSpPr>
        <p:sp>
          <p:nvSpPr>
            <p:cNvPr id="609" name="Google Shape;609;p16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/>
            </a:p>
          </p:txBody>
        </p:sp>
        <p:sp>
          <p:nvSpPr>
            <p:cNvPr id="610" name="Google Shape;610;p16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611" name="Google Shape;611;p16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/>
            </a:p>
          </p:txBody>
        </p:sp>
        <p:sp>
          <p:nvSpPr>
            <p:cNvPr id="612" name="Google Shape;612;p16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613" name="Google Shape;613;p16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614" name="Google Shape;614;p16"/>
          <p:cNvGrpSpPr/>
          <p:nvPr/>
        </p:nvGrpSpPr>
        <p:grpSpPr>
          <a:xfrm>
            <a:off x="2473432" y="4848411"/>
            <a:ext cx="1940329" cy="388212"/>
            <a:chOff x="258320" y="1806520"/>
            <a:chExt cx="2923791" cy="388212"/>
          </a:xfrm>
        </p:grpSpPr>
        <p:sp>
          <p:nvSpPr>
            <p:cNvPr id="615" name="Google Shape;615;p16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/>
            </a:p>
          </p:txBody>
        </p:sp>
        <p:sp>
          <p:nvSpPr>
            <p:cNvPr id="616" name="Google Shape;616;p16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/>
            </a:p>
          </p:txBody>
        </p:sp>
        <p:sp>
          <p:nvSpPr>
            <p:cNvPr id="617" name="Google Shape;617;p16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618" name="Google Shape;618;p16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619" name="Google Shape;619;p16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620" name="Google Shape;620;p16"/>
          <p:cNvGrpSpPr/>
          <p:nvPr/>
        </p:nvGrpSpPr>
        <p:grpSpPr>
          <a:xfrm>
            <a:off x="4675262" y="4425562"/>
            <a:ext cx="1940329" cy="388212"/>
            <a:chOff x="258320" y="1806520"/>
            <a:chExt cx="2923791" cy="388212"/>
          </a:xfrm>
        </p:grpSpPr>
        <p:sp>
          <p:nvSpPr>
            <p:cNvPr id="621" name="Google Shape;621;p16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/>
            </a:p>
          </p:txBody>
        </p:sp>
        <p:sp>
          <p:nvSpPr>
            <p:cNvPr id="622" name="Google Shape;622;p16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623" name="Google Shape;623;p16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624" name="Google Shape;624;p16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625" name="Google Shape;625;p16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626" name="Google Shape;626;p16"/>
          <p:cNvGrpSpPr/>
          <p:nvPr/>
        </p:nvGrpSpPr>
        <p:grpSpPr>
          <a:xfrm>
            <a:off x="4675262" y="4848411"/>
            <a:ext cx="1940329" cy="388212"/>
            <a:chOff x="258320" y="1806520"/>
            <a:chExt cx="2923791" cy="388212"/>
          </a:xfrm>
        </p:grpSpPr>
        <p:sp>
          <p:nvSpPr>
            <p:cNvPr id="627" name="Google Shape;627;p16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/>
            </a:p>
          </p:txBody>
        </p:sp>
        <p:sp>
          <p:nvSpPr>
            <p:cNvPr id="628" name="Google Shape;628;p16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629" name="Google Shape;629;p16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630" name="Google Shape;630;p16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631" name="Google Shape;631;p16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sp>
        <p:nvSpPr>
          <p:cNvPr id="632" name="Google Shape;632;p16"/>
          <p:cNvSpPr txBox="1"/>
          <p:nvPr/>
        </p:nvSpPr>
        <p:spPr>
          <a:xfrm>
            <a:off x="71849" y="2613481"/>
            <a:ext cx="2331735" cy="27699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Subtraction facts using bar models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7" name="Google Shape;637;p17"/>
          <p:cNvGraphicFramePr/>
          <p:nvPr/>
        </p:nvGraphicFramePr>
        <p:xfrm>
          <a:off x="76200" y="609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{9AFF5595-6A95-46B9-A5DB-11B42C347D63}</a:tableStyleId>
              </a:tblPr>
              <a:tblGrid>
                <a:gridCol w="830500"/>
                <a:gridCol w="2581050"/>
                <a:gridCol w="3272350"/>
              </a:tblGrid>
              <a:tr h="297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Question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Bar Model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Subtraction Facts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4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e)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4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f)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4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g)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4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h)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4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i)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4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j)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4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k)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638" name="Google Shape;638;p17"/>
          <p:cNvGrpSpPr/>
          <p:nvPr/>
        </p:nvGrpSpPr>
        <p:grpSpPr>
          <a:xfrm>
            <a:off x="1276035" y="3076817"/>
            <a:ext cx="1933169" cy="599350"/>
            <a:chOff x="60434" y="4991469"/>
            <a:chExt cx="2147858" cy="585005"/>
          </a:xfrm>
        </p:grpSpPr>
        <p:sp>
          <p:nvSpPr>
            <p:cNvPr id="639" name="Google Shape;639;p17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0" name="Google Shape;640;p17"/>
            <p:cNvSpPr/>
            <p:nvPr/>
          </p:nvSpPr>
          <p:spPr>
            <a:xfrm>
              <a:off x="60434" y="5280836"/>
              <a:ext cx="945625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1" name="Google Shape;641;p17"/>
            <p:cNvSpPr/>
            <p:nvPr/>
          </p:nvSpPr>
          <p:spPr>
            <a:xfrm>
              <a:off x="1006059" y="5281001"/>
              <a:ext cx="1202233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2" name="Google Shape;642;p17"/>
          <p:cNvGrpSpPr/>
          <p:nvPr/>
        </p:nvGrpSpPr>
        <p:grpSpPr>
          <a:xfrm>
            <a:off x="1231807" y="4288238"/>
            <a:ext cx="1933169" cy="599350"/>
            <a:chOff x="60433" y="4991469"/>
            <a:chExt cx="2147858" cy="585005"/>
          </a:xfrm>
        </p:grpSpPr>
        <p:sp>
          <p:nvSpPr>
            <p:cNvPr id="643" name="Google Shape;643;p17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4" name="Google Shape;644;p17"/>
            <p:cNvSpPr/>
            <p:nvPr/>
          </p:nvSpPr>
          <p:spPr>
            <a:xfrm>
              <a:off x="60433" y="5280836"/>
              <a:ext cx="1451340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5" name="Google Shape;645;p17"/>
            <p:cNvSpPr/>
            <p:nvPr/>
          </p:nvSpPr>
          <p:spPr>
            <a:xfrm>
              <a:off x="1511775" y="5281001"/>
              <a:ext cx="696516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6" name="Google Shape;646;p17"/>
          <p:cNvGrpSpPr/>
          <p:nvPr/>
        </p:nvGrpSpPr>
        <p:grpSpPr>
          <a:xfrm>
            <a:off x="1288854" y="5385894"/>
            <a:ext cx="1933168" cy="599350"/>
            <a:chOff x="60434" y="4991469"/>
            <a:chExt cx="2147857" cy="585005"/>
          </a:xfrm>
        </p:grpSpPr>
        <p:sp>
          <p:nvSpPr>
            <p:cNvPr id="647" name="Google Shape;647;p17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8" name="Google Shape;648;p17"/>
            <p:cNvSpPr/>
            <p:nvPr/>
          </p:nvSpPr>
          <p:spPr>
            <a:xfrm>
              <a:off x="60434" y="5280836"/>
              <a:ext cx="1620840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9" name="Google Shape;649;p17"/>
            <p:cNvSpPr/>
            <p:nvPr/>
          </p:nvSpPr>
          <p:spPr>
            <a:xfrm>
              <a:off x="1681274" y="5281001"/>
              <a:ext cx="527017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0" name="Google Shape;650;p17"/>
          <p:cNvGrpSpPr/>
          <p:nvPr/>
        </p:nvGrpSpPr>
        <p:grpSpPr>
          <a:xfrm>
            <a:off x="1263612" y="6435216"/>
            <a:ext cx="1933169" cy="599350"/>
            <a:chOff x="60433" y="4991469"/>
            <a:chExt cx="2147858" cy="585005"/>
          </a:xfrm>
        </p:grpSpPr>
        <p:sp>
          <p:nvSpPr>
            <p:cNvPr id="651" name="Google Shape;651;p17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2" name="Google Shape;652;p17"/>
            <p:cNvSpPr/>
            <p:nvPr/>
          </p:nvSpPr>
          <p:spPr>
            <a:xfrm>
              <a:off x="60433" y="5280836"/>
              <a:ext cx="1852069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" name="Google Shape;653;p17"/>
            <p:cNvSpPr/>
            <p:nvPr/>
          </p:nvSpPr>
          <p:spPr>
            <a:xfrm>
              <a:off x="1912504" y="5281001"/>
              <a:ext cx="295787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4" name="Google Shape;654;p17"/>
          <p:cNvGrpSpPr/>
          <p:nvPr/>
        </p:nvGrpSpPr>
        <p:grpSpPr>
          <a:xfrm>
            <a:off x="1263613" y="8783869"/>
            <a:ext cx="1933169" cy="599350"/>
            <a:chOff x="60433" y="4991469"/>
            <a:chExt cx="2147858" cy="585005"/>
          </a:xfrm>
        </p:grpSpPr>
        <p:sp>
          <p:nvSpPr>
            <p:cNvPr id="655" name="Google Shape;655;p17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17"/>
            <p:cNvSpPr/>
            <p:nvPr/>
          </p:nvSpPr>
          <p:spPr>
            <a:xfrm>
              <a:off x="60433" y="5280836"/>
              <a:ext cx="1728425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" name="Google Shape;657;p17"/>
            <p:cNvSpPr/>
            <p:nvPr/>
          </p:nvSpPr>
          <p:spPr>
            <a:xfrm>
              <a:off x="1788858" y="5281001"/>
              <a:ext cx="419433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8" name="Google Shape;658;p17"/>
          <p:cNvGrpSpPr/>
          <p:nvPr/>
        </p:nvGrpSpPr>
        <p:grpSpPr>
          <a:xfrm>
            <a:off x="1231808" y="7593886"/>
            <a:ext cx="1933169" cy="599350"/>
            <a:chOff x="60433" y="4991469"/>
            <a:chExt cx="2147858" cy="585005"/>
          </a:xfrm>
        </p:grpSpPr>
        <p:sp>
          <p:nvSpPr>
            <p:cNvPr id="659" name="Google Shape;659;p17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0" name="Google Shape;660;p17"/>
            <p:cNvSpPr/>
            <p:nvPr/>
          </p:nvSpPr>
          <p:spPr>
            <a:xfrm>
              <a:off x="60433" y="5280836"/>
              <a:ext cx="1728425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" name="Google Shape;661;p17"/>
            <p:cNvSpPr/>
            <p:nvPr/>
          </p:nvSpPr>
          <p:spPr>
            <a:xfrm>
              <a:off x="1788858" y="5281001"/>
              <a:ext cx="419433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62" name="Google Shape;662;p17"/>
          <p:cNvSpPr txBox="1"/>
          <p:nvPr>
            <p:ph idx="12" type="sldNum"/>
          </p:nvPr>
        </p:nvSpPr>
        <p:spPr>
          <a:xfrm>
            <a:off x="5389829" y="9551823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663" name="Google Shape;663;p17"/>
          <p:cNvGrpSpPr/>
          <p:nvPr/>
        </p:nvGrpSpPr>
        <p:grpSpPr>
          <a:xfrm>
            <a:off x="1338163" y="613645"/>
            <a:ext cx="1933169" cy="599350"/>
            <a:chOff x="60434" y="4991469"/>
            <a:chExt cx="2147858" cy="585005"/>
          </a:xfrm>
        </p:grpSpPr>
        <p:sp>
          <p:nvSpPr>
            <p:cNvPr id="664" name="Google Shape;664;p17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" name="Google Shape;665;p17"/>
            <p:cNvSpPr/>
            <p:nvPr/>
          </p:nvSpPr>
          <p:spPr>
            <a:xfrm>
              <a:off x="60435" y="5280836"/>
              <a:ext cx="642534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" name="Google Shape;666;p17"/>
            <p:cNvSpPr/>
            <p:nvPr/>
          </p:nvSpPr>
          <p:spPr>
            <a:xfrm>
              <a:off x="702970" y="5281001"/>
              <a:ext cx="1505322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7" name="Google Shape;667;p17"/>
          <p:cNvGrpSpPr/>
          <p:nvPr/>
        </p:nvGrpSpPr>
        <p:grpSpPr>
          <a:xfrm>
            <a:off x="1338161" y="1908185"/>
            <a:ext cx="1933169" cy="599350"/>
            <a:chOff x="60434" y="4991469"/>
            <a:chExt cx="2147858" cy="585005"/>
          </a:xfrm>
        </p:grpSpPr>
        <p:sp>
          <p:nvSpPr>
            <p:cNvPr id="668" name="Google Shape;668;p17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p17"/>
            <p:cNvSpPr/>
            <p:nvPr/>
          </p:nvSpPr>
          <p:spPr>
            <a:xfrm>
              <a:off x="60434" y="5280836"/>
              <a:ext cx="945625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p17"/>
            <p:cNvSpPr/>
            <p:nvPr/>
          </p:nvSpPr>
          <p:spPr>
            <a:xfrm>
              <a:off x="1006059" y="5281001"/>
              <a:ext cx="1202233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1" name="Google Shape;671;p17"/>
          <p:cNvGrpSpPr/>
          <p:nvPr/>
        </p:nvGrpSpPr>
        <p:grpSpPr>
          <a:xfrm>
            <a:off x="4409037" y="658648"/>
            <a:ext cx="1940329" cy="388212"/>
            <a:chOff x="258320" y="1806520"/>
            <a:chExt cx="2923791" cy="388212"/>
          </a:xfrm>
        </p:grpSpPr>
        <p:sp>
          <p:nvSpPr>
            <p:cNvPr id="672" name="Google Shape;672;p17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/>
            </a:p>
          </p:txBody>
        </p:sp>
        <p:sp>
          <p:nvSpPr>
            <p:cNvPr id="673" name="Google Shape;673;p17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674" name="Google Shape;674;p17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675" name="Google Shape;675;p17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676" name="Google Shape;676;p17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677" name="Google Shape;677;p17"/>
          <p:cNvGrpSpPr/>
          <p:nvPr/>
        </p:nvGrpSpPr>
        <p:grpSpPr>
          <a:xfrm>
            <a:off x="4409037" y="1081497"/>
            <a:ext cx="1940329" cy="388212"/>
            <a:chOff x="258320" y="1806520"/>
            <a:chExt cx="2923791" cy="388212"/>
          </a:xfrm>
        </p:grpSpPr>
        <p:sp>
          <p:nvSpPr>
            <p:cNvPr id="678" name="Google Shape;678;p17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679" name="Google Shape;679;p17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/>
            </a:p>
          </p:txBody>
        </p:sp>
        <p:sp>
          <p:nvSpPr>
            <p:cNvPr id="680" name="Google Shape;680;p17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681" name="Google Shape;681;p17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682" name="Google Shape;682;p17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683" name="Google Shape;683;p17"/>
          <p:cNvGrpSpPr/>
          <p:nvPr/>
        </p:nvGrpSpPr>
        <p:grpSpPr>
          <a:xfrm>
            <a:off x="4420711" y="1744676"/>
            <a:ext cx="1940329" cy="388212"/>
            <a:chOff x="258320" y="1806520"/>
            <a:chExt cx="2923791" cy="388212"/>
          </a:xfrm>
        </p:grpSpPr>
        <p:sp>
          <p:nvSpPr>
            <p:cNvPr id="684" name="Google Shape;684;p17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/>
            </a:p>
          </p:txBody>
        </p:sp>
        <p:sp>
          <p:nvSpPr>
            <p:cNvPr id="685" name="Google Shape;685;p17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686" name="Google Shape;686;p17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/>
            </a:p>
          </p:txBody>
        </p:sp>
        <p:sp>
          <p:nvSpPr>
            <p:cNvPr id="687" name="Google Shape;687;p17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688" name="Google Shape;688;p17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689" name="Google Shape;689;p17"/>
          <p:cNvGrpSpPr/>
          <p:nvPr/>
        </p:nvGrpSpPr>
        <p:grpSpPr>
          <a:xfrm>
            <a:off x="4420711" y="2167525"/>
            <a:ext cx="1940329" cy="388212"/>
            <a:chOff x="258320" y="1806520"/>
            <a:chExt cx="2923791" cy="388212"/>
          </a:xfrm>
        </p:grpSpPr>
        <p:sp>
          <p:nvSpPr>
            <p:cNvPr id="690" name="Google Shape;690;p17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691" name="Google Shape;691;p17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/>
            </a:p>
          </p:txBody>
        </p:sp>
        <p:sp>
          <p:nvSpPr>
            <p:cNvPr id="692" name="Google Shape;692;p17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/>
            </a:p>
          </p:txBody>
        </p:sp>
        <p:sp>
          <p:nvSpPr>
            <p:cNvPr id="693" name="Google Shape;693;p17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694" name="Google Shape;694;p17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695" name="Google Shape;695;p17"/>
          <p:cNvGrpSpPr/>
          <p:nvPr/>
        </p:nvGrpSpPr>
        <p:grpSpPr>
          <a:xfrm>
            <a:off x="4409037" y="2834483"/>
            <a:ext cx="1940329" cy="388212"/>
            <a:chOff x="258320" y="1806520"/>
            <a:chExt cx="2923791" cy="388212"/>
          </a:xfrm>
        </p:grpSpPr>
        <p:sp>
          <p:nvSpPr>
            <p:cNvPr id="696" name="Google Shape;696;p17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697" name="Google Shape;697;p17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698" name="Google Shape;698;p17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14</a:t>
              </a:r>
              <a:endParaRPr/>
            </a:p>
          </p:txBody>
        </p:sp>
        <p:sp>
          <p:nvSpPr>
            <p:cNvPr id="699" name="Google Shape;699;p17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700" name="Google Shape;700;p17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701" name="Google Shape;701;p17"/>
          <p:cNvGrpSpPr/>
          <p:nvPr/>
        </p:nvGrpSpPr>
        <p:grpSpPr>
          <a:xfrm>
            <a:off x="4409037" y="3257332"/>
            <a:ext cx="1940329" cy="388212"/>
            <a:chOff x="258320" y="1806520"/>
            <a:chExt cx="2923791" cy="388212"/>
          </a:xfrm>
        </p:grpSpPr>
        <p:sp>
          <p:nvSpPr>
            <p:cNvPr id="702" name="Google Shape;702;p17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703" name="Google Shape;703;p17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704" name="Google Shape;704;p17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14</a:t>
              </a:r>
              <a:endParaRPr/>
            </a:p>
          </p:txBody>
        </p:sp>
        <p:sp>
          <p:nvSpPr>
            <p:cNvPr id="705" name="Google Shape;705;p17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706" name="Google Shape;706;p17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707" name="Google Shape;707;p17"/>
          <p:cNvGrpSpPr/>
          <p:nvPr/>
        </p:nvGrpSpPr>
        <p:grpSpPr>
          <a:xfrm>
            <a:off x="4409037" y="4017478"/>
            <a:ext cx="1940329" cy="388212"/>
            <a:chOff x="258320" y="1806520"/>
            <a:chExt cx="2923791" cy="388212"/>
          </a:xfrm>
        </p:grpSpPr>
        <p:sp>
          <p:nvSpPr>
            <p:cNvPr id="708" name="Google Shape;708;p17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/>
            </a:p>
          </p:txBody>
        </p:sp>
        <p:sp>
          <p:nvSpPr>
            <p:cNvPr id="709" name="Google Shape;709;p17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710" name="Google Shape;710;p17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14</a:t>
              </a:r>
              <a:endParaRPr/>
            </a:p>
          </p:txBody>
        </p:sp>
        <p:sp>
          <p:nvSpPr>
            <p:cNvPr id="711" name="Google Shape;711;p17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712" name="Google Shape;712;p17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713" name="Google Shape;713;p17"/>
          <p:cNvGrpSpPr/>
          <p:nvPr/>
        </p:nvGrpSpPr>
        <p:grpSpPr>
          <a:xfrm>
            <a:off x="4409037" y="4440327"/>
            <a:ext cx="1940329" cy="388212"/>
            <a:chOff x="258320" y="1806520"/>
            <a:chExt cx="2923791" cy="388212"/>
          </a:xfrm>
        </p:grpSpPr>
        <p:sp>
          <p:nvSpPr>
            <p:cNvPr id="714" name="Google Shape;714;p17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715" name="Google Shape;715;p17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/>
            </a:p>
          </p:txBody>
        </p:sp>
        <p:sp>
          <p:nvSpPr>
            <p:cNvPr id="716" name="Google Shape;716;p17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14</a:t>
              </a:r>
              <a:endParaRPr/>
            </a:p>
          </p:txBody>
        </p:sp>
        <p:sp>
          <p:nvSpPr>
            <p:cNvPr id="717" name="Google Shape;717;p17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718" name="Google Shape;718;p17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719" name="Google Shape;719;p17"/>
          <p:cNvGrpSpPr/>
          <p:nvPr/>
        </p:nvGrpSpPr>
        <p:grpSpPr>
          <a:xfrm>
            <a:off x="4420711" y="5287082"/>
            <a:ext cx="1940329" cy="388212"/>
            <a:chOff x="258320" y="1806520"/>
            <a:chExt cx="2923791" cy="388212"/>
          </a:xfrm>
        </p:grpSpPr>
        <p:sp>
          <p:nvSpPr>
            <p:cNvPr id="720" name="Google Shape;720;p17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721" name="Google Shape;721;p17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722" name="Google Shape;722;p17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endParaRPr/>
            </a:p>
          </p:txBody>
        </p:sp>
        <p:sp>
          <p:nvSpPr>
            <p:cNvPr id="723" name="Google Shape;723;p17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724" name="Google Shape;724;p17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725" name="Google Shape;725;p17"/>
          <p:cNvGrpSpPr/>
          <p:nvPr/>
        </p:nvGrpSpPr>
        <p:grpSpPr>
          <a:xfrm>
            <a:off x="4420711" y="5709931"/>
            <a:ext cx="1940329" cy="388212"/>
            <a:chOff x="258320" y="1806520"/>
            <a:chExt cx="2923791" cy="388212"/>
          </a:xfrm>
        </p:grpSpPr>
        <p:sp>
          <p:nvSpPr>
            <p:cNvPr id="726" name="Google Shape;726;p17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727" name="Google Shape;727;p17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728" name="Google Shape;728;p17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endParaRPr/>
            </a:p>
          </p:txBody>
        </p:sp>
        <p:sp>
          <p:nvSpPr>
            <p:cNvPr id="729" name="Google Shape;729;p17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730" name="Google Shape;730;p17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731" name="Google Shape;731;p17"/>
          <p:cNvGrpSpPr/>
          <p:nvPr/>
        </p:nvGrpSpPr>
        <p:grpSpPr>
          <a:xfrm>
            <a:off x="4420643" y="6363193"/>
            <a:ext cx="1940329" cy="388212"/>
            <a:chOff x="258320" y="1806520"/>
            <a:chExt cx="2923791" cy="388212"/>
          </a:xfrm>
        </p:grpSpPr>
        <p:sp>
          <p:nvSpPr>
            <p:cNvPr id="732" name="Google Shape;732;p17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733" name="Google Shape;733;p17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/>
            </a:p>
          </p:txBody>
        </p:sp>
        <p:sp>
          <p:nvSpPr>
            <p:cNvPr id="734" name="Google Shape;734;p17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endParaRPr/>
            </a:p>
          </p:txBody>
        </p:sp>
        <p:sp>
          <p:nvSpPr>
            <p:cNvPr id="735" name="Google Shape;735;p17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736" name="Google Shape;736;p17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737" name="Google Shape;737;p17"/>
          <p:cNvGrpSpPr/>
          <p:nvPr/>
        </p:nvGrpSpPr>
        <p:grpSpPr>
          <a:xfrm>
            <a:off x="4420643" y="6786042"/>
            <a:ext cx="1940329" cy="388212"/>
            <a:chOff x="258320" y="1806520"/>
            <a:chExt cx="2923791" cy="388212"/>
          </a:xfrm>
        </p:grpSpPr>
        <p:sp>
          <p:nvSpPr>
            <p:cNvPr id="738" name="Google Shape;738;p17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/>
            </a:p>
          </p:txBody>
        </p:sp>
        <p:sp>
          <p:nvSpPr>
            <p:cNvPr id="739" name="Google Shape;739;p17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740" name="Google Shape;740;p17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endParaRPr/>
            </a:p>
          </p:txBody>
        </p:sp>
        <p:sp>
          <p:nvSpPr>
            <p:cNvPr id="741" name="Google Shape;741;p17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742" name="Google Shape;742;p17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743" name="Google Shape;743;p17"/>
          <p:cNvGrpSpPr/>
          <p:nvPr/>
        </p:nvGrpSpPr>
        <p:grpSpPr>
          <a:xfrm>
            <a:off x="4420711" y="7564041"/>
            <a:ext cx="1940329" cy="388212"/>
            <a:chOff x="258320" y="1806520"/>
            <a:chExt cx="2923791" cy="388212"/>
          </a:xfrm>
        </p:grpSpPr>
        <p:sp>
          <p:nvSpPr>
            <p:cNvPr id="744" name="Google Shape;744;p17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/>
            </a:p>
          </p:txBody>
        </p:sp>
        <p:sp>
          <p:nvSpPr>
            <p:cNvPr id="745" name="Google Shape;745;p17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/>
            </a:p>
          </p:txBody>
        </p:sp>
        <p:sp>
          <p:nvSpPr>
            <p:cNvPr id="746" name="Google Shape;746;p17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17</a:t>
              </a:r>
              <a:endParaRPr/>
            </a:p>
          </p:txBody>
        </p:sp>
        <p:sp>
          <p:nvSpPr>
            <p:cNvPr id="747" name="Google Shape;747;p17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748" name="Google Shape;748;p17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749" name="Google Shape;749;p17"/>
          <p:cNvGrpSpPr/>
          <p:nvPr/>
        </p:nvGrpSpPr>
        <p:grpSpPr>
          <a:xfrm>
            <a:off x="4420711" y="7986890"/>
            <a:ext cx="1940329" cy="388212"/>
            <a:chOff x="258320" y="1806520"/>
            <a:chExt cx="2923791" cy="388212"/>
          </a:xfrm>
        </p:grpSpPr>
        <p:sp>
          <p:nvSpPr>
            <p:cNvPr id="750" name="Google Shape;750;p17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/>
            </a:p>
          </p:txBody>
        </p:sp>
        <p:sp>
          <p:nvSpPr>
            <p:cNvPr id="751" name="Google Shape;751;p17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/>
            </a:p>
          </p:txBody>
        </p:sp>
        <p:sp>
          <p:nvSpPr>
            <p:cNvPr id="752" name="Google Shape;752;p17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17</a:t>
              </a:r>
              <a:endParaRPr/>
            </a:p>
          </p:txBody>
        </p:sp>
        <p:sp>
          <p:nvSpPr>
            <p:cNvPr id="753" name="Google Shape;753;p17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754" name="Google Shape;754;p17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755" name="Google Shape;755;p17"/>
          <p:cNvGrpSpPr/>
          <p:nvPr/>
        </p:nvGrpSpPr>
        <p:grpSpPr>
          <a:xfrm>
            <a:off x="4420643" y="8683680"/>
            <a:ext cx="1940329" cy="388212"/>
            <a:chOff x="258320" y="1806520"/>
            <a:chExt cx="2923791" cy="388212"/>
          </a:xfrm>
        </p:grpSpPr>
        <p:sp>
          <p:nvSpPr>
            <p:cNvPr id="756" name="Google Shape;756;p17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13</a:t>
              </a:r>
              <a:endParaRPr/>
            </a:p>
          </p:txBody>
        </p:sp>
        <p:sp>
          <p:nvSpPr>
            <p:cNvPr id="757" name="Google Shape;757;p17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758" name="Google Shape;758;p17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19</a:t>
              </a:r>
              <a:endParaRPr/>
            </a:p>
          </p:txBody>
        </p:sp>
        <p:sp>
          <p:nvSpPr>
            <p:cNvPr id="759" name="Google Shape;759;p17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760" name="Google Shape;760;p17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761" name="Google Shape;761;p17"/>
          <p:cNvGrpSpPr/>
          <p:nvPr/>
        </p:nvGrpSpPr>
        <p:grpSpPr>
          <a:xfrm>
            <a:off x="4420643" y="9106529"/>
            <a:ext cx="1940329" cy="388212"/>
            <a:chOff x="258320" y="1806520"/>
            <a:chExt cx="2923791" cy="388212"/>
          </a:xfrm>
        </p:grpSpPr>
        <p:sp>
          <p:nvSpPr>
            <p:cNvPr id="762" name="Google Shape;762;p17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763" name="Google Shape;763;p17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13</a:t>
              </a:r>
              <a:endParaRPr/>
            </a:p>
          </p:txBody>
        </p:sp>
        <p:sp>
          <p:nvSpPr>
            <p:cNvPr id="764" name="Google Shape;764;p17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19</a:t>
              </a:r>
              <a:endParaRPr/>
            </a:p>
          </p:txBody>
        </p:sp>
        <p:sp>
          <p:nvSpPr>
            <p:cNvPr id="765" name="Google Shape;765;p17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766" name="Google Shape;766;p17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1" name="Google Shape;771;p18"/>
          <p:cNvGraphicFramePr/>
          <p:nvPr/>
        </p:nvGraphicFramePr>
        <p:xfrm>
          <a:off x="99943" y="558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{9AFF5595-6A95-46B9-A5DB-11B42C347D63}</a:tableStyleId>
              </a:tblPr>
              <a:tblGrid>
                <a:gridCol w="830500"/>
                <a:gridCol w="2581050"/>
                <a:gridCol w="32723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Question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Bar Model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Subtraction Facts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34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l)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25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m)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25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n)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25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o)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25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p)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25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q)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25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r)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25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s)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25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t)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772" name="Google Shape;772;p18"/>
          <p:cNvGrpSpPr/>
          <p:nvPr/>
        </p:nvGrpSpPr>
        <p:grpSpPr>
          <a:xfrm>
            <a:off x="1089295" y="3744349"/>
            <a:ext cx="1933169" cy="599350"/>
            <a:chOff x="60433" y="4991469"/>
            <a:chExt cx="2147858" cy="585005"/>
          </a:xfrm>
        </p:grpSpPr>
        <p:sp>
          <p:nvSpPr>
            <p:cNvPr id="773" name="Google Shape;773;p18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" name="Google Shape;774;p18"/>
            <p:cNvSpPr/>
            <p:nvPr/>
          </p:nvSpPr>
          <p:spPr>
            <a:xfrm>
              <a:off x="60433" y="5280836"/>
              <a:ext cx="1295741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" name="Google Shape;775;p18"/>
            <p:cNvSpPr/>
            <p:nvPr/>
          </p:nvSpPr>
          <p:spPr>
            <a:xfrm>
              <a:off x="1356174" y="5281001"/>
              <a:ext cx="852117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76" name="Google Shape;776;p18"/>
          <p:cNvGrpSpPr/>
          <p:nvPr/>
        </p:nvGrpSpPr>
        <p:grpSpPr>
          <a:xfrm>
            <a:off x="1089295" y="4736424"/>
            <a:ext cx="1933169" cy="599350"/>
            <a:chOff x="60433" y="4991469"/>
            <a:chExt cx="2147858" cy="585005"/>
          </a:xfrm>
        </p:grpSpPr>
        <p:sp>
          <p:nvSpPr>
            <p:cNvPr id="777" name="Google Shape;777;p18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Google Shape;778;p18"/>
            <p:cNvSpPr/>
            <p:nvPr/>
          </p:nvSpPr>
          <p:spPr>
            <a:xfrm>
              <a:off x="60433" y="5280836"/>
              <a:ext cx="95031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9" name="Google Shape;779;p18"/>
            <p:cNvSpPr/>
            <p:nvPr/>
          </p:nvSpPr>
          <p:spPr>
            <a:xfrm>
              <a:off x="1010751" y="5281001"/>
              <a:ext cx="1197540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80" name="Google Shape;780;p18"/>
          <p:cNvGrpSpPr/>
          <p:nvPr/>
        </p:nvGrpSpPr>
        <p:grpSpPr>
          <a:xfrm>
            <a:off x="1089295" y="5790890"/>
            <a:ext cx="1933169" cy="599350"/>
            <a:chOff x="60433" y="4991469"/>
            <a:chExt cx="2147858" cy="585005"/>
          </a:xfrm>
        </p:grpSpPr>
        <p:sp>
          <p:nvSpPr>
            <p:cNvPr id="781" name="Google Shape;781;p18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2" name="Google Shape;782;p18"/>
            <p:cNvSpPr/>
            <p:nvPr/>
          </p:nvSpPr>
          <p:spPr>
            <a:xfrm>
              <a:off x="60433" y="5280836"/>
              <a:ext cx="1451340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3" name="Google Shape;783;p18"/>
            <p:cNvSpPr/>
            <p:nvPr/>
          </p:nvSpPr>
          <p:spPr>
            <a:xfrm>
              <a:off x="1511775" y="5281001"/>
              <a:ext cx="696516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84" name="Google Shape;784;p18"/>
          <p:cNvGrpSpPr/>
          <p:nvPr/>
        </p:nvGrpSpPr>
        <p:grpSpPr>
          <a:xfrm>
            <a:off x="1073166" y="6858949"/>
            <a:ext cx="1933169" cy="599350"/>
            <a:chOff x="60433" y="4991469"/>
            <a:chExt cx="2147858" cy="585005"/>
          </a:xfrm>
        </p:grpSpPr>
        <p:sp>
          <p:nvSpPr>
            <p:cNvPr id="785" name="Google Shape;785;p18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" name="Google Shape;786;p18"/>
            <p:cNvSpPr/>
            <p:nvPr/>
          </p:nvSpPr>
          <p:spPr>
            <a:xfrm>
              <a:off x="60433" y="5280836"/>
              <a:ext cx="874811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7" name="Google Shape;787;p18"/>
            <p:cNvSpPr/>
            <p:nvPr/>
          </p:nvSpPr>
          <p:spPr>
            <a:xfrm>
              <a:off x="935244" y="5281001"/>
              <a:ext cx="1273047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88" name="Google Shape;788;p18"/>
          <p:cNvGrpSpPr/>
          <p:nvPr/>
        </p:nvGrpSpPr>
        <p:grpSpPr>
          <a:xfrm>
            <a:off x="1073167" y="7878689"/>
            <a:ext cx="1933168" cy="599350"/>
            <a:chOff x="60434" y="4991469"/>
            <a:chExt cx="2147857" cy="585005"/>
          </a:xfrm>
        </p:grpSpPr>
        <p:sp>
          <p:nvSpPr>
            <p:cNvPr id="789" name="Google Shape;789;p18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17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0" name="Google Shape;790;p18"/>
            <p:cNvSpPr/>
            <p:nvPr/>
          </p:nvSpPr>
          <p:spPr>
            <a:xfrm>
              <a:off x="60434" y="5280836"/>
              <a:ext cx="1148251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1" name="Google Shape;791;p18"/>
            <p:cNvSpPr/>
            <p:nvPr/>
          </p:nvSpPr>
          <p:spPr>
            <a:xfrm>
              <a:off x="1208685" y="5281001"/>
              <a:ext cx="999606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2" name="Google Shape;792;p18"/>
          <p:cNvGrpSpPr/>
          <p:nvPr/>
        </p:nvGrpSpPr>
        <p:grpSpPr>
          <a:xfrm>
            <a:off x="1073165" y="8919734"/>
            <a:ext cx="1933169" cy="599350"/>
            <a:chOff x="60433" y="4991469"/>
            <a:chExt cx="2147858" cy="585005"/>
          </a:xfrm>
        </p:grpSpPr>
        <p:sp>
          <p:nvSpPr>
            <p:cNvPr id="793" name="Google Shape;793;p18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19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" name="Google Shape;794;p18"/>
            <p:cNvSpPr/>
            <p:nvPr/>
          </p:nvSpPr>
          <p:spPr>
            <a:xfrm>
              <a:off x="60433" y="5280836"/>
              <a:ext cx="1451340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13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5" name="Google Shape;795;p18"/>
            <p:cNvSpPr/>
            <p:nvPr/>
          </p:nvSpPr>
          <p:spPr>
            <a:xfrm>
              <a:off x="1511775" y="5281001"/>
              <a:ext cx="696516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6 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6" name="Google Shape;796;p18"/>
          <p:cNvGrpSpPr/>
          <p:nvPr/>
        </p:nvGrpSpPr>
        <p:grpSpPr>
          <a:xfrm>
            <a:off x="1073165" y="2738099"/>
            <a:ext cx="1933169" cy="599350"/>
            <a:chOff x="60434" y="4991469"/>
            <a:chExt cx="2147858" cy="585005"/>
          </a:xfrm>
        </p:grpSpPr>
        <p:sp>
          <p:nvSpPr>
            <p:cNvPr id="797" name="Google Shape;797;p18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" name="Google Shape;798;p18"/>
            <p:cNvSpPr/>
            <p:nvPr/>
          </p:nvSpPr>
          <p:spPr>
            <a:xfrm>
              <a:off x="60434" y="5280836"/>
              <a:ext cx="1451335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" name="Google Shape;799;p18"/>
            <p:cNvSpPr/>
            <p:nvPr/>
          </p:nvSpPr>
          <p:spPr>
            <a:xfrm>
              <a:off x="1511771" y="5281001"/>
              <a:ext cx="696521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00" name="Google Shape;800;p18"/>
          <p:cNvGrpSpPr/>
          <p:nvPr/>
        </p:nvGrpSpPr>
        <p:grpSpPr>
          <a:xfrm>
            <a:off x="1112972" y="529358"/>
            <a:ext cx="1933169" cy="599350"/>
            <a:chOff x="60434" y="4991469"/>
            <a:chExt cx="2147858" cy="585005"/>
          </a:xfrm>
        </p:grpSpPr>
        <p:sp>
          <p:nvSpPr>
            <p:cNvPr id="801" name="Google Shape;801;p18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2" name="Google Shape;802;p18"/>
            <p:cNvSpPr/>
            <p:nvPr/>
          </p:nvSpPr>
          <p:spPr>
            <a:xfrm>
              <a:off x="60435" y="5280836"/>
              <a:ext cx="1269434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3" name="Google Shape;803;p18"/>
            <p:cNvSpPr/>
            <p:nvPr/>
          </p:nvSpPr>
          <p:spPr>
            <a:xfrm>
              <a:off x="1329868" y="5281001"/>
              <a:ext cx="878424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04" name="Google Shape;804;p18"/>
          <p:cNvGrpSpPr/>
          <p:nvPr/>
        </p:nvGrpSpPr>
        <p:grpSpPr>
          <a:xfrm>
            <a:off x="1073165" y="1691023"/>
            <a:ext cx="1933169" cy="599350"/>
            <a:chOff x="60434" y="4991469"/>
            <a:chExt cx="2147858" cy="585005"/>
          </a:xfrm>
        </p:grpSpPr>
        <p:sp>
          <p:nvSpPr>
            <p:cNvPr id="805" name="Google Shape;805;p18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13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" name="Google Shape;806;p18"/>
            <p:cNvSpPr/>
            <p:nvPr/>
          </p:nvSpPr>
          <p:spPr>
            <a:xfrm>
              <a:off x="60434" y="5280836"/>
              <a:ext cx="967430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7" name="Google Shape;807;p18"/>
            <p:cNvSpPr/>
            <p:nvPr/>
          </p:nvSpPr>
          <p:spPr>
            <a:xfrm>
              <a:off x="1027864" y="5281001"/>
              <a:ext cx="118042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08" name="Google Shape;808;p18"/>
          <p:cNvSpPr txBox="1"/>
          <p:nvPr>
            <p:ph idx="12" type="sldNum"/>
          </p:nvPr>
        </p:nvSpPr>
        <p:spPr>
          <a:xfrm>
            <a:off x="5389829" y="956418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809" name="Google Shape;809;p18"/>
          <p:cNvGrpSpPr/>
          <p:nvPr/>
        </p:nvGrpSpPr>
        <p:grpSpPr>
          <a:xfrm>
            <a:off x="4355465" y="447766"/>
            <a:ext cx="1940329" cy="388212"/>
            <a:chOff x="258320" y="1806520"/>
            <a:chExt cx="2923791" cy="388212"/>
          </a:xfrm>
        </p:grpSpPr>
        <p:sp>
          <p:nvSpPr>
            <p:cNvPr id="810" name="Google Shape;810;p18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/>
            </a:p>
          </p:txBody>
        </p:sp>
        <p:sp>
          <p:nvSpPr>
            <p:cNvPr id="811" name="Google Shape;811;p18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/>
            </a:p>
          </p:txBody>
        </p:sp>
        <p:sp>
          <p:nvSpPr>
            <p:cNvPr id="812" name="Google Shape;812;p18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813" name="Google Shape;813;p18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814" name="Google Shape;814;p18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815" name="Google Shape;815;p18"/>
          <p:cNvGrpSpPr/>
          <p:nvPr/>
        </p:nvGrpSpPr>
        <p:grpSpPr>
          <a:xfrm>
            <a:off x="4355465" y="870615"/>
            <a:ext cx="1940329" cy="388212"/>
            <a:chOff x="258320" y="1806520"/>
            <a:chExt cx="2923791" cy="388212"/>
          </a:xfrm>
        </p:grpSpPr>
        <p:sp>
          <p:nvSpPr>
            <p:cNvPr id="816" name="Google Shape;816;p18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/>
            </a:p>
          </p:txBody>
        </p:sp>
        <p:sp>
          <p:nvSpPr>
            <p:cNvPr id="817" name="Google Shape;817;p18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818" name="Google Shape;818;p18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/>
            </a:p>
          </p:txBody>
        </p:sp>
        <p:sp>
          <p:nvSpPr>
            <p:cNvPr id="819" name="Google Shape;819;p18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820" name="Google Shape;820;p18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821" name="Google Shape;821;p18"/>
          <p:cNvGrpSpPr/>
          <p:nvPr/>
        </p:nvGrpSpPr>
        <p:grpSpPr>
          <a:xfrm>
            <a:off x="4367139" y="1533794"/>
            <a:ext cx="1940329" cy="388212"/>
            <a:chOff x="258320" y="1806520"/>
            <a:chExt cx="2923791" cy="388212"/>
          </a:xfrm>
        </p:grpSpPr>
        <p:sp>
          <p:nvSpPr>
            <p:cNvPr id="822" name="Google Shape;822;p18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13</a:t>
              </a:r>
              <a:endParaRPr/>
            </a:p>
          </p:txBody>
        </p:sp>
        <p:sp>
          <p:nvSpPr>
            <p:cNvPr id="823" name="Google Shape;823;p18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824" name="Google Shape;824;p18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/>
            </a:p>
          </p:txBody>
        </p:sp>
        <p:sp>
          <p:nvSpPr>
            <p:cNvPr id="825" name="Google Shape;825;p18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826" name="Google Shape;826;p18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827" name="Google Shape;827;p18"/>
          <p:cNvGrpSpPr/>
          <p:nvPr/>
        </p:nvGrpSpPr>
        <p:grpSpPr>
          <a:xfrm>
            <a:off x="4367139" y="1956643"/>
            <a:ext cx="1940329" cy="388212"/>
            <a:chOff x="258320" y="1806520"/>
            <a:chExt cx="2923791" cy="388212"/>
          </a:xfrm>
        </p:grpSpPr>
        <p:sp>
          <p:nvSpPr>
            <p:cNvPr id="828" name="Google Shape;828;p18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13</a:t>
              </a:r>
              <a:endParaRPr/>
            </a:p>
          </p:txBody>
        </p:sp>
        <p:sp>
          <p:nvSpPr>
            <p:cNvPr id="829" name="Google Shape;829;p18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/>
            </a:p>
          </p:txBody>
        </p:sp>
        <p:sp>
          <p:nvSpPr>
            <p:cNvPr id="830" name="Google Shape;830;p18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831" name="Google Shape;831;p18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832" name="Google Shape;832;p18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833" name="Google Shape;833;p18"/>
          <p:cNvGrpSpPr/>
          <p:nvPr/>
        </p:nvGrpSpPr>
        <p:grpSpPr>
          <a:xfrm>
            <a:off x="4355465" y="2623601"/>
            <a:ext cx="1940329" cy="388212"/>
            <a:chOff x="258320" y="1806520"/>
            <a:chExt cx="2923791" cy="388212"/>
          </a:xfrm>
        </p:grpSpPr>
        <p:sp>
          <p:nvSpPr>
            <p:cNvPr id="834" name="Google Shape;834;p18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14</a:t>
              </a:r>
              <a:endParaRPr/>
            </a:p>
          </p:txBody>
        </p:sp>
        <p:sp>
          <p:nvSpPr>
            <p:cNvPr id="835" name="Google Shape;835;p18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836" name="Google Shape;836;p18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837" name="Google Shape;837;p18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838" name="Google Shape;838;p18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839" name="Google Shape;839;p18"/>
          <p:cNvGrpSpPr/>
          <p:nvPr/>
        </p:nvGrpSpPr>
        <p:grpSpPr>
          <a:xfrm>
            <a:off x="4355465" y="3046450"/>
            <a:ext cx="1940329" cy="388212"/>
            <a:chOff x="258320" y="1806520"/>
            <a:chExt cx="2923791" cy="388212"/>
          </a:xfrm>
        </p:grpSpPr>
        <p:sp>
          <p:nvSpPr>
            <p:cNvPr id="840" name="Google Shape;840;p18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14</a:t>
              </a:r>
              <a:endParaRPr/>
            </a:p>
          </p:txBody>
        </p:sp>
        <p:sp>
          <p:nvSpPr>
            <p:cNvPr id="841" name="Google Shape;841;p18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842" name="Google Shape;842;p18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843" name="Google Shape;843;p18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844" name="Google Shape;844;p18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845" name="Google Shape;845;p18"/>
          <p:cNvGrpSpPr/>
          <p:nvPr/>
        </p:nvGrpSpPr>
        <p:grpSpPr>
          <a:xfrm>
            <a:off x="4355465" y="3615155"/>
            <a:ext cx="1940329" cy="388212"/>
            <a:chOff x="258320" y="1806520"/>
            <a:chExt cx="2923791" cy="388212"/>
          </a:xfrm>
        </p:grpSpPr>
        <p:sp>
          <p:nvSpPr>
            <p:cNvPr id="846" name="Google Shape;846;p18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14</a:t>
              </a:r>
              <a:endParaRPr/>
            </a:p>
          </p:txBody>
        </p:sp>
        <p:sp>
          <p:nvSpPr>
            <p:cNvPr id="847" name="Google Shape;847;p18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/>
            </a:p>
          </p:txBody>
        </p:sp>
        <p:sp>
          <p:nvSpPr>
            <p:cNvPr id="848" name="Google Shape;848;p18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849" name="Google Shape;849;p18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850" name="Google Shape;850;p18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851" name="Google Shape;851;p18"/>
          <p:cNvGrpSpPr/>
          <p:nvPr/>
        </p:nvGrpSpPr>
        <p:grpSpPr>
          <a:xfrm>
            <a:off x="4355465" y="4038004"/>
            <a:ext cx="1940329" cy="388212"/>
            <a:chOff x="258320" y="1806520"/>
            <a:chExt cx="2923791" cy="388212"/>
          </a:xfrm>
        </p:grpSpPr>
        <p:sp>
          <p:nvSpPr>
            <p:cNvPr id="852" name="Google Shape;852;p18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14</a:t>
              </a:r>
              <a:endParaRPr/>
            </a:p>
          </p:txBody>
        </p:sp>
        <p:sp>
          <p:nvSpPr>
            <p:cNvPr id="853" name="Google Shape;853;p18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854" name="Google Shape;854;p18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/>
            </a:p>
          </p:txBody>
        </p:sp>
        <p:sp>
          <p:nvSpPr>
            <p:cNvPr id="855" name="Google Shape;855;p18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856" name="Google Shape;856;p18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857" name="Google Shape;857;p18"/>
          <p:cNvGrpSpPr/>
          <p:nvPr/>
        </p:nvGrpSpPr>
        <p:grpSpPr>
          <a:xfrm>
            <a:off x="4347991" y="4614252"/>
            <a:ext cx="1940329" cy="388212"/>
            <a:chOff x="258320" y="1806520"/>
            <a:chExt cx="2923791" cy="388212"/>
          </a:xfrm>
        </p:grpSpPr>
        <p:sp>
          <p:nvSpPr>
            <p:cNvPr id="858" name="Google Shape;858;p18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14</a:t>
              </a:r>
              <a:endParaRPr/>
            </a:p>
          </p:txBody>
        </p:sp>
        <p:sp>
          <p:nvSpPr>
            <p:cNvPr id="859" name="Google Shape;859;p18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860" name="Google Shape;860;p18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/>
            </a:p>
          </p:txBody>
        </p:sp>
        <p:sp>
          <p:nvSpPr>
            <p:cNvPr id="861" name="Google Shape;861;p18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862" name="Google Shape;862;p18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863" name="Google Shape;863;p18"/>
          <p:cNvGrpSpPr/>
          <p:nvPr/>
        </p:nvGrpSpPr>
        <p:grpSpPr>
          <a:xfrm>
            <a:off x="4347991" y="5037101"/>
            <a:ext cx="1940329" cy="388212"/>
            <a:chOff x="258320" y="1806520"/>
            <a:chExt cx="2923791" cy="388212"/>
          </a:xfrm>
        </p:grpSpPr>
        <p:sp>
          <p:nvSpPr>
            <p:cNvPr id="864" name="Google Shape;864;p18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14</a:t>
              </a:r>
              <a:endParaRPr/>
            </a:p>
          </p:txBody>
        </p:sp>
        <p:sp>
          <p:nvSpPr>
            <p:cNvPr id="865" name="Google Shape;865;p18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/>
            </a:p>
          </p:txBody>
        </p:sp>
        <p:sp>
          <p:nvSpPr>
            <p:cNvPr id="866" name="Google Shape;866;p18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867" name="Google Shape;867;p18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868" name="Google Shape;868;p18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869" name="Google Shape;869;p18"/>
          <p:cNvGrpSpPr/>
          <p:nvPr/>
        </p:nvGrpSpPr>
        <p:grpSpPr>
          <a:xfrm>
            <a:off x="4347923" y="5690363"/>
            <a:ext cx="1940329" cy="388212"/>
            <a:chOff x="258320" y="1806520"/>
            <a:chExt cx="2923791" cy="388212"/>
          </a:xfrm>
        </p:grpSpPr>
        <p:sp>
          <p:nvSpPr>
            <p:cNvPr id="870" name="Google Shape;870;p18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endParaRPr/>
            </a:p>
          </p:txBody>
        </p:sp>
        <p:sp>
          <p:nvSpPr>
            <p:cNvPr id="871" name="Google Shape;871;p18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872" name="Google Shape;872;p18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873" name="Google Shape;873;p18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874" name="Google Shape;874;p18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875" name="Google Shape;875;p18"/>
          <p:cNvGrpSpPr/>
          <p:nvPr/>
        </p:nvGrpSpPr>
        <p:grpSpPr>
          <a:xfrm>
            <a:off x="4347923" y="6113212"/>
            <a:ext cx="1940329" cy="388212"/>
            <a:chOff x="258320" y="1806520"/>
            <a:chExt cx="2923791" cy="388212"/>
          </a:xfrm>
        </p:grpSpPr>
        <p:sp>
          <p:nvSpPr>
            <p:cNvPr id="876" name="Google Shape;876;p18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endParaRPr/>
            </a:p>
          </p:txBody>
        </p:sp>
        <p:sp>
          <p:nvSpPr>
            <p:cNvPr id="877" name="Google Shape;877;p18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878" name="Google Shape;878;p18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879" name="Google Shape;879;p18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880" name="Google Shape;880;p18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881" name="Google Shape;881;p18"/>
          <p:cNvGrpSpPr/>
          <p:nvPr/>
        </p:nvGrpSpPr>
        <p:grpSpPr>
          <a:xfrm>
            <a:off x="4355533" y="6724249"/>
            <a:ext cx="1940329" cy="388212"/>
            <a:chOff x="258320" y="1806520"/>
            <a:chExt cx="2923791" cy="388212"/>
          </a:xfrm>
        </p:grpSpPr>
        <p:sp>
          <p:nvSpPr>
            <p:cNvPr id="882" name="Google Shape;882;p18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endParaRPr/>
            </a:p>
          </p:txBody>
        </p:sp>
        <p:sp>
          <p:nvSpPr>
            <p:cNvPr id="883" name="Google Shape;883;p18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884" name="Google Shape;884;p18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/>
            </a:p>
          </p:txBody>
        </p:sp>
        <p:sp>
          <p:nvSpPr>
            <p:cNvPr id="885" name="Google Shape;885;p18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886" name="Google Shape;886;p18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887" name="Google Shape;887;p18"/>
          <p:cNvGrpSpPr/>
          <p:nvPr/>
        </p:nvGrpSpPr>
        <p:grpSpPr>
          <a:xfrm>
            <a:off x="4355533" y="7147098"/>
            <a:ext cx="1940329" cy="388212"/>
            <a:chOff x="258320" y="1806520"/>
            <a:chExt cx="2923791" cy="388212"/>
          </a:xfrm>
        </p:grpSpPr>
        <p:sp>
          <p:nvSpPr>
            <p:cNvPr id="888" name="Google Shape;888;p18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endParaRPr/>
            </a:p>
          </p:txBody>
        </p:sp>
        <p:sp>
          <p:nvSpPr>
            <p:cNvPr id="889" name="Google Shape;889;p18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/>
            </a:p>
          </p:txBody>
        </p:sp>
        <p:sp>
          <p:nvSpPr>
            <p:cNvPr id="890" name="Google Shape;890;p18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891" name="Google Shape;891;p18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892" name="Google Shape;892;p18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893" name="Google Shape;893;p18"/>
          <p:cNvGrpSpPr/>
          <p:nvPr/>
        </p:nvGrpSpPr>
        <p:grpSpPr>
          <a:xfrm>
            <a:off x="4355465" y="7750951"/>
            <a:ext cx="1940329" cy="388212"/>
            <a:chOff x="258320" y="1806520"/>
            <a:chExt cx="2923791" cy="388212"/>
          </a:xfrm>
        </p:grpSpPr>
        <p:sp>
          <p:nvSpPr>
            <p:cNvPr id="894" name="Google Shape;894;p18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17</a:t>
              </a:r>
              <a:endParaRPr/>
            </a:p>
          </p:txBody>
        </p:sp>
        <p:sp>
          <p:nvSpPr>
            <p:cNvPr id="895" name="Google Shape;895;p18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/>
            </a:p>
          </p:txBody>
        </p:sp>
        <p:sp>
          <p:nvSpPr>
            <p:cNvPr id="896" name="Google Shape;896;p18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/>
            </a:p>
          </p:txBody>
        </p:sp>
        <p:sp>
          <p:nvSpPr>
            <p:cNvPr id="897" name="Google Shape;897;p18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898" name="Google Shape;898;p18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899" name="Google Shape;899;p18"/>
          <p:cNvGrpSpPr/>
          <p:nvPr/>
        </p:nvGrpSpPr>
        <p:grpSpPr>
          <a:xfrm>
            <a:off x="4355465" y="8173800"/>
            <a:ext cx="1940329" cy="388212"/>
            <a:chOff x="258320" y="1806520"/>
            <a:chExt cx="2923791" cy="388212"/>
          </a:xfrm>
        </p:grpSpPr>
        <p:sp>
          <p:nvSpPr>
            <p:cNvPr id="900" name="Google Shape;900;p18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17</a:t>
              </a:r>
              <a:endParaRPr/>
            </a:p>
          </p:txBody>
        </p:sp>
        <p:sp>
          <p:nvSpPr>
            <p:cNvPr id="901" name="Google Shape;901;p18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/>
            </a:p>
          </p:txBody>
        </p:sp>
        <p:sp>
          <p:nvSpPr>
            <p:cNvPr id="902" name="Google Shape;902;p18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/>
            </a:p>
          </p:txBody>
        </p:sp>
        <p:sp>
          <p:nvSpPr>
            <p:cNvPr id="903" name="Google Shape;903;p18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904" name="Google Shape;904;p18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905" name="Google Shape;905;p18"/>
          <p:cNvGrpSpPr/>
          <p:nvPr/>
        </p:nvGrpSpPr>
        <p:grpSpPr>
          <a:xfrm>
            <a:off x="4355465" y="8738027"/>
            <a:ext cx="1940329" cy="388212"/>
            <a:chOff x="258320" y="1806520"/>
            <a:chExt cx="2923791" cy="388212"/>
          </a:xfrm>
        </p:grpSpPr>
        <p:sp>
          <p:nvSpPr>
            <p:cNvPr id="906" name="Google Shape;906;p18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19</a:t>
              </a:r>
              <a:endParaRPr/>
            </a:p>
          </p:txBody>
        </p:sp>
        <p:sp>
          <p:nvSpPr>
            <p:cNvPr id="907" name="Google Shape;907;p18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13</a:t>
              </a:r>
              <a:endParaRPr/>
            </a:p>
          </p:txBody>
        </p:sp>
        <p:sp>
          <p:nvSpPr>
            <p:cNvPr id="908" name="Google Shape;908;p18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909" name="Google Shape;909;p18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910" name="Google Shape;910;p18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911" name="Google Shape;911;p18"/>
          <p:cNvGrpSpPr/>
          <p:nvPr/>
        </p:nvGrpSpPr>
        <p:grpSpPr>
          <a:xfrm>
            <a:off x="4355465" y="9160876"/>
            <a:ext cx="1940329" cy="388212"/>
            <a:chOff x="258320" y="1806520"/>
            <a:chExt cx="2923791" cy="388212"/>
          </a:xfrm>
        </p:grpSpPr>
        <p:sp>
          <p:nvSpPr>
            <p:cNvPr id="912" name="Google Shape;912;p18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19</a:t>
              </a:r>
              <a:endParaRPr/>
            </a:p>
          </p:txBody>
        </p:sp>
        <p:sp>
          <p:nvSpPr>
            <p:cNvPr id="913" name="Google Shape;913;p18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914" name="Google Shape;914;p18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13</a:t>
              </a:r>
              <a:endParaRPr/>
            </a:p>
          </p:txBody>
        </p:sp>
        <p:sp>
          <p:nvSpPr>
            <p:cNvPr id="915" name="Google Shape;915;p18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916" name="Google Shape;916;p18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" name="Google Shape;921;p19"/>
          <p:cNvGraphicFramePr/>
          <p:nvPr/>
        </p:nvGraphicFramePr>
        <p:xfrm>
          <a:off x="99943" y="558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{9AFF5595-6A95-46B9-A5DB-11B42C347D63}</a:tableStyleId>
              </a:tblPr>
              <a:tblGrid>
                <a:gridCol w="830500"/>
                <a:gridCol w="2581050"/>
                <a:gridCol w="3272350"/>
              </a:tblGrid>
              <a:tr h="274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Question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Bar Model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Subtraction Facts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34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u)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26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v)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26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w)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26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x)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26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y)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26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z)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26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a1)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26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b1)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26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c1)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922" name="Google Shape;922;p19"/>
          <p:cNvGrpSpPr/>
          <p:nvPr/>
        </p:nvGrpSpPr>
        <p:grpSpPr>
          <a:xfrm>
            <a:off x="1089298" y="522709"/>
            <a:ext cx="1933168" cy="599350"/>
            <a:chOff x="60434" y="4991469"/>
            <a:chExt cx="2147857" cy="585005"/>
          </a:xfrm>
        </p:grpSpPr>
        <p:sp>
          <p:nvSpPr>
            <p:cNvPr id="923" name="Google Shape;923;p19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p19"/>
            <p:cNvSpPr/>
            <p:nvPr/>
          </p:nvSpPr>
          <p:spPr>
            <a:xfrm>
              <a:off x="60434" y="5280836"/>
              <a:ext cx="1130329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5" name="Google Shape;925;p19"/>
            <p:cNvSpPr/>
            <p:nvPr/>
          </p:nvSpPr>
          <p:spPr>
            <a:xfrm>
              <a:off x="1190763" y="5281001"/>
              <a:ext cx="101752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6" name="Google Shape;926;p19"/>
          <p:cNvGrpSpPr/>
          <p:nvPr/>
        </p:nvGrpSpPr>
        <p:grpSpPr>
          <a:xfrm>
            <a:off x="1089297" y="1753464"/>
            <a:ext cx="1933169" cy="599350"/>
            <a:chOff x="60433" y="4991469"/>
            <a:chExt cx="2147858" cy="585005"/>
          </a:xfrm>
        </p:grpSpPr>
        <p:sp>
          <p:nvSpPr>
            <p:cNvPr id="927" name="Google Shape;927;p19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8" name="Google Shape;928;p19"/>
            <p:cNvSpPr/>
            <p:nvPr/>
          </p:nvSpPr>
          <p:spPr>
            <a:xfrm>
              <a:off x="60433" y="5280836"/>
              <a:ext cx="1531060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15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9" name="Google Shape;929;p19"/>
            <p:cNvSpPr/>
            <p:nvPr/>
          </p:nvSpPr>
          <p:spPr>
            <a:xfrm>
              <a:off x="1591493" y="5281001"/>
              <a:ext cx="61679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0" name="Google Shape;930;p19"/>
          <p:cNvGrpSpPr/>
          <p:nvPr/>
        </p:nvGrpSpPr>
        <p:grpSpPr>
          <a:xfrm>
            <a:off x="1089297" y="2751286"/>
            <a:ext cx="1933169" cy="599181"/>
            <a:chOff x="60434" y="4991469"/>
            <a:chExt cx="2147858" cy="584840"/>
          </a:xfrm>
        </p:grpSpPr>
        <p:sp>
          <p:nvSpPr>
            <p:cNvPr id="931" name="Google Shape;931;p19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2" name="Google Shape;932;p19"/>
            <p:cNvSpPr/>
            <p:nvPr/>
          </p:nvSpPr>
          <p:spPr>
            <a:xfrm>
              <a:off x="60434" y="5280836"/>
              <a:ext cx="129573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3" name="Google Shape;933;p19"/>
            <p:cNvSpPr/>
            <p:nvPr/>
          </p:nvSpPr>
          <p:spPr>
            <a:xfrm>
              <a:off x="1356172" y="5281001"/>
              <a:ext cx="852120" cy="288704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4" name="Google Shape;934;p19"/>
          <p:cNvGrpSpPr/>
          <p:nvPr/>
        </p:nvGrpSpPr>
        <p:grpSpPr>
          <a:xfrm>
            <a:off x="1089295" y="3744349"/>
            <a:ext cx="1933169" cy="599350"/>
            <a:chOff x="60433" y="4991469"/>
            <a:chExt cx="2147858" cy="585005"/>
          </a:xfrm>
        </p:grpSpPr>
        <p:sp>
          <p:nvSpPr>
            <p:cNvPr id="935" name="Google Shape;935;p19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22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6" name="Google Shape;936;p19"/>
            <p:cNvSpPr/>
            <p:nvPr/>
          </p:nvSpPr>
          <p:spPr>
            <a:xfrm>
              <a:off x="60433" y="5280836"/>
              <a:ext cx="1295741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7" name="Google Shape;937;p19"/>
            <p:cNvSpPr/>
            <p:nvPr/>
          </p:nvSpPr>
          <p:spPr>
            <a:xfrm>
              <a:off x="1356174" y="5281001"/>
              <a:ext cx="852117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8" name="Google Shape;938;p19"/>
          <p:cNvGrpSpPr/>
          <p:nvPr/>
        </p:nvGrpSpPr>
        <p:grpSpPr>
          <a:xfrm>
            <a:off x="1089295" y="4736424"/>
            <a:ext cx="1933169" cy="599350"/>
            <a:chOff x="60433" y="4991469"/>
            <a:chExt cx="2147858" cy="585005"/>
          </a:xfrm>
        </p:grpSpPr>
        <p:sp>
          <p:nvSpPr>
            <p:cNvPr id="939" name="Google Shape;939;p19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0" name="Google Shape;940;p19"/>
            <p:cNvSpPr/>
            <p:nvPr/>
          </p:nvSpPr>
          <p:spPr>
            <a:xfrm>
              <a:off x="60433" y="5280836"/>
              <a:ext cx="373787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1" name="Google Shape;941;p19"/>
            <p:cNvSpPr/>
            <p:nvPr/>
          </p:nvSpPr>
          <p:spPr>
            <a:xfrm>
              <a:off x="434220" y="5281001"/>
              <a:ext cx="1774071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2" name="Google Shape;942;p19"/>
          <p:cNvGrpSpPr/>
          <p:nvPr/>
        </p:nvGrpSpPr>
        <p:grpSpPr>
          <a:xfrm>
            <a:off x="1089296" y="5790890"/>
            <a:ext cx="1933168" cy="599350"/>
            <a:chOff x="60434" y="4991469"/>
            <a:chExt cx="2147857" cy="585005"/>
          </a:xfrm>
        </p:grpSpPr>
        <p:sp>
          <p:nvSpPr>
            <p:cNvPr id="943" name="Google Shape;943;p19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28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4" name="Google Shape;944;p19"/>
            <p:cNvSpPr/>
            <p:nvPr/>
          </p:nvSpPr>
          <p:spPr>
            <a:xfrm>
              <a:off x="60434" y="5280836"/>
              <a:ext cx="1148251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" name="Google Shape;945;p19"/>
            <p:cNvSpPr/>
            <p:nvPr/>
          </p:nvSpPr>
          <p:spPr>
            <a:xfrm>
              <a:off x="1208685" y="5281001"/>
              <a:ext cx="999606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6" name="Google Shape;946;p19"/>
          <p:cNvGrpSpPr/>
          <p:nvPr/>
        </p:nvGrpSpPr>
        <p:grpSpPr>
          <a:xfrm>
            <a:off x="1073166" y="6858949"/>
            <a:ext cx="1933168" cy="599350"/>
            <a:chOff x="60433" y="4991469"/>
            <a:chExt cx="2147857" cy="585005"/>
          </a:xfrm>
        </p:grpSpPr>
        <p:sp>
          <p:nvSpPr>
            <p:cNvPr id="947" name="Google Shape;947;p19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28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8" name="Google Shape;948;p19"/>
            <p:cNvSpPr/>
            <p:nvPr/>
          </p:nvSpPr>
          <p:spPr>
            <a:xfrm>
              <a:off x="60433" y="5280836"/>
              <a:ext cx="1262369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15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9" name="Google Shape;949;p19"/>
            <p:cNvSpPr/>
            <p:nvPr/>
          </p:nvSpPr>
          <p:spPr>
            <a:xfrm>
              <a:off x="1322802" y="5281001"/>
              <a:ext cx="88548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13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0" name="Google Shape;950;p19"/>
          <p:cNvGrpSpPr/>
          <p:nvPr/>
        </p:nvGrpSpPr>
        <p:grpSpPr>
          <a:xfrm>
            <a:off x="1073167" y="7878689"/>
            <a:ext cx="1933167" cy="599350"/>
            <a:chOff x="60434" y="4991469"/>
            <a:chExt cx="2147856" cy="585005"/>
          </a:xfrm>
        </p:grpSpPr>
        <p:sp>
          <p:nvSpPr>
            <p:cNvPr id="951" name="Google Shape;951;p19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2" name="Google Shape;952;p19"/>
            <p:cNvSpPr/>
            <p:nvPr/>
          </p:nvSpPr>
          <p:spPr>
            <a:xfrm>
              <a:off x="60434" y="5280836"/>
              <a:ext cx="1446461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3" name="Google Shape;953;p19"/>
            <p:cNvSpPr/>
            <p:nvPr/>
          </p:nvSpPr>
          <p:spPr>
            <a:xfrm>
              <a:off x="1506895" y="5281001"/>
              <a:ext cx="701395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4" name="Google Shape;954;p19"/>
          <p:cNvGrpSpPr/>
          <p:nvPr/>
        </p:nvGrpSpPr>
        <p:grpSpPr>
          <a:xfrm>
            <a:off x="1073165" y="8919734"/>
            <a:ext cx="1933169" cy="599350"/>
            <a:chOff x="60433" y="4991469"/>
            <a:chExt cx="2147858" cy="585005"/>
          </a:xfrm>
        </p:grpSpPr>
        <p:sp>
          <p:nvSpPr>
            <p:cNvPr id="955" name="Google Shape;955;p19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35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6" name="Google Shape;956;p19"/>
            <p:cNvSpPr/>
            <p:nvPr/>
          </p:nvSpPr>
          <p:spPr>
            <a:xfrm>
              <a:off x="60433" y="5280836"/>
              <a:ext cx="1313662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7" name="Google Shape;957;p19"/>
            <p:cNvSpPr/>
            <p:nvPr/>
          </p:nvSpPr>
          <p:spPr>
            <a:xfrm>
              <a:off x="1374095" y="5281001"/>
              <a:ext cx="834196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15 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58" name="Google Shape;958;p19"/>
          <p:cNvSpPr txBox="1"/>
          <p:nvPr>
            <p:ph idx="12" type="sldNum"/>
          </p:nvPr>
        </p:nvSpPr>
        <p:spPr>
          <a:xfrm>
            <a:off x="5389829" y="956418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959" name="Google Shape;959;p19"/>
          <p:cNvGrpSpPr/>
          <p:nvPr/>
        </p:nvGrpSpPr>
        <p:grpSpPr>
          <a:xfrm>
            <a:off x="4355465" y="447766"/>
            <a:ext cx="1940329" cy="388212"/>
            <a:chOff x="258320" y="1806520"/>
            <a:chExt cx="2923791" cy="388212"/>
          </a:xfrm>
        </p:grpSpPr>
        <p:sp>
          <p:nvSpPr>
            <p:cNvPr id="960" name="Google Shape;960;p19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/>
            </a:p>
          </p:txBody>
        </p:sp>
        <p:sp>
          <p:nvSpPr>
            <p:cNvPr id="961" name="Google Shape;961;p19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962" name="Google Shape;962;p19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963" name="Google Shape;963;p19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964" name="Google Shape;964;p19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965" name="Google Shape;965;p19"/>
          <p:cNvGrpSpPr/>
          <p:nvPr/>
        </p:nvGrpSpPr>
        <p:grpSpPr>
          <a:xfrm>
            <a:off x="4355465" y="870615"/>
            <a:ext cx="1940329" cy="388212"/>
            <a:chOff x="258320" y="1806520"/>
            <a:chExt cx="2923791" cy="388212"/>
          </a:xfrm>
        </p:grpSpPr>
        <p:sp>
          <p:nvSpPr>
            <p:cNvPr id="966" name="Google Shape;966;p19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/>
            </a:p>
          </p:txBody>
        </p:sp>
        <p:sp>
          <p:nvSpPr>
            <p:cNvPr id="967" name="Google Shape;967;p19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968" name="Google Shape;968;p19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969" name="Google Shape;969;p19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970" name="Google Shape;970;p19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971" name="Google Shape;971;p19"/>
          <p:cNvGrpSpPr/>
          <p:nvPr/>
        </p:nvGrpSpPr>
        <p:grpSpPr>
          <a:xfrm>
            <a:off x="4367139" y="1533794"/>
            <a:ext cx="1940329" cy="388212"/>
            <a:chOff x="258320" y="1806520"/>
            <a:chExt cx="2923791" cy="388212"/>
          </a:xfrm>
        </p:grpSpPr>
        <p:sp>
          <p:nvSpPr>
            <p:cNvPr id="972" name="Google Shape;972;p19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/>
            </a:p>
          </p:txBody>
        </p:sp>
        <p:sp>
          <p:nvSpPr>
            <p:cNvPr id="973" name="Google Shape;973;p19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15</a:t>
              </a:r>
              <a:endParaRPr/>
            </a:p>
          </p:txBody>
        </p:sp>
        <p:sp>
          <p:nvSpPr>
            <p:cNvPr id="974" name="Google Shape;974;p19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975" name="Google Shape;975;p19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976" name="Google Shape;976;p19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977" name="Google Shape;977;p19"/>
          <p:cNvGrpSpPr/>
          <p:nvPr/>
        </p:nvGrpSpPr>
        <p:grpSpPr>
          <a:xfrm>
            <a:off x="4367139" y="1956643"/>
            <a:ext cx="1940329" cy="388212"/>
            <a:chOff x="258320" y="1806520"/>
            <a:chExt cx="2923791" cy="388212"/>
          </a:xfrm>
        </p:grpSpPr>
        <p:sp>
          <p:nvSpPr>
            <p:cNvPr id="978" name="Google Shape;978;p19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/>
            </a:p>
          </p:txBody>
        </p:sp>
        <p:sp>
          <p:nvSpPr>
            <p:cNvPr id="979" name="Google Shape;979;p19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980" name="Google Shape;980;p19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15</a:t>
              </a:r>
              <a:endParaRPr/>
            </a:p>
          </p:txBody>
        </p:sp>
        <p:sp>
          <p:nvSpPr>
            <p:cNvPr id="981" name="Google Shape;981;p19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982" name="Google Shape;982;p19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983" name="Google Shape;983;p19"/>
          <p:cNvGrpSpPr/>
          <p:nvPr/>
        </p:nvGrpSpPr>
        <p:grpSpPr>
          <a:xfrm>
            <a:off x="4355465" y="2623601"/>
            <a:ext cx="1940329" cy="388212"/>
            <a:chOff x="258320" y="1806520"/>
            <a:chExt cx="2923791" cy="388212"/>
          </a:xfrm>
        </p:grpSpPr>
        <p:sp>
          <p:nvSpPr>
            <p:cNvPr id="984" name="Google Shape;984;p19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/>
            </a:p>
          </p:txBody>
        </p:sp>
        <p:sp>
          <p:nvSpPr>
            <p:cNvPr id="985" name="Google Shape;985;p19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14</a:t>
              </a:r>
              <a:endParaRPr/>
            </a:p>
          </p:txBody>
        </p:sp>
        <p:sp>
          <p:nvSpPr>
            <p:cNvPr id="986" name="Google Shape;986;p19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987" name="Google Shape;987;p19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988" name="Google Shape;988;p19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989" name="Google Shape;989;p19"/>
          <p:cNvGrpSpPr/>
          <p:nvPr/>
        </p:nvGrpSpPr>
        <p:grpSpPr>
          <a:xfrm>
            <a:off x="4355465" y="3046450"/>
            <a:ext cx="1940329" cy="388212"/>
            <a:chOff x="258320" y="1806520"/>
            <a:chExt cx="2923791" cy="388212"/>
          </a:xfrm>
        </p:grpSpPr>
        <p:sp>
          <p:nvSpPr>
            <p:cNvPr id="990" name="Google Shape;990;p19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/>
            </a:p>
          </p:txBody>
        </p:sp>
        <p:sp>
          <p:nvSpPr>
            <p:cNvPr id="991" name="Google Shape;991;p19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992" name="Google Shape;992;p19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14</a:t>
              </a:r>
              <a:endParaRPr/>
            </a:p>
          </p:txBody>
        </p:sp>
        <p:sp>
          <p:nvSpPr>
            <p:cNvPr id="993" name="Google Shape;993;p19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994" name="Google Shape;994;p19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995" name="Google Shape;995;p19"/>
          <p:cNvGrpSpPr/>
          <p:nvPr/>
        </p:nvGrpSpPr>
        <p:grpSpPr>
          <a:xfrm>
            <a:off x="4355465" y="3615155"/>
            <a:ext cx="1940329" cy="388212"/>
            <a:chOff x="258320" y="1806520"/>
            <a:chExt cx="2923791" cy="388212"/>
          </a:xfrm>
        </p:grpSpPr>
        <p:sp>
          <p:nvSpPr>
            <p:cNvPr id="996" name="Google Shape;996;p19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22</a:t>
              </a:r>
              <a:endParaRPr/>
            </a:p>
          </p:txBody>
        </p:sp>
        <p:sp>
          <p:nvSpPr>
            <p:cNvPr id="997" name="Google Shape;997;p19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/>
            </a:p>
          </p:txBody>
        </p:sp>
        <p:sp>
          <p:nvSpPr>
            <p:cNvPr id="998" name="Google Shape;998;p19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999" name="Google Shape;999;p19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000" name="Google Shape;1000;p19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001" name="Google Shape;1001;p19"/>
          <p:cNvGrpSpPr/>
          <p:nvPr/>
        </p:nvGrpSpPr>
        <p:grpSpPr>
          <a:xfrm>
            <a:off x="4355465" y="4038004"/>
            <a:ext cx="1940329" cy="388212"/>
            <a:chOff x="258320" y="1806520"/>
            <a:chExt cx="2923791" cy="388212"/>
          </a:xfrm>
        </p:grpSpPr>
        <p:sp>
          <p:nvSpPr>
            <p:cNvPr id="1002" name="Google Shape;1002;p19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22</a:t>
              </a:r>
              <a:endParaRPr/>
            </a:p>
          </p:txBody>
        </p:sp>
        <p:sp>
          <p:nvSpPr>
            <p:cNvPr id="1003" name="Google Shape;1003;p19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1004" name="Google Shape;1004;p19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/>
            </a:p>
          </p:txBody>
        </p:sp>
        <p:sp>
          <p:nvSpPr>
            <p:cNvPr id="1005" name="Google Shape;1005;p19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006" name="Google Shape;1006;p19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007" name="Google Shape;1007;p19"/>
          <p:cNvGrpSpPr/>
          <p:nvPr/>
        </p:nvGrpSpPr>
        <p:grpSpPr>
          <a:xfrm>
            <a:off x="4347991" y="4614252"/>
            <a:ext cx="1940329" cy="388212"/>
            <a:chOff x="258320" y="1806520"/>
            <a:chExt cx="2923791" cy="388212"/>
          </a:xfrm>
        </p:grpSpPr>
        <p:sp>
          <p:nvSpPr>
            <p:cNvPr id="1008" name="Google Shape;1008;p19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24</a:t>
              </a:r>
              <a:endParaRPr/>
            </a:p>
          </p:txBody>
        </p:sp>
        <p:sp>
          <p:nvSpPr>
            <p:cNvPr id="1009" name="Google Shape;1009;p19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/>
            </a:p>
          </p:txBody>
        </p:sp>
        <p:sp>
          <p:nvSpPr>
            <p:cNvPr id="1010" name="Google Shape;1010;p19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1011" name="Google Shape;1011;p19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012" name="Google Shape;1012;p19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013" name="Google Shape;1013;p19"/>
          <p:cNvGrpSpPr/>
          <p:nvPr/>
        </p:nvGrpSpPr>
        <p:grpSpPr>
          <a:xfrm>
            <a:off x="4347991" y="5037101"/>
            <a:ext cx="1940329" cy="388212"/>
            <a:chOff x="258320" y="1806520"/>
            <a:chExt cx="2923791" cy="388212"/>
          </a:xfrm>
        </p:grpSpPr>
        <p:sp>
          <p:nvSpPr>
            <p:cNvPr id="1014" name="Google Shape;1014;p19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24</a:t>
              </a:r>
              <a:endParaRPr/>
            </a:p>
          </p:txBody>
        </p:sp>
        <p:sp>
          <p:nvSpPr>
            <p:cNvPr id="1015" name="Google Shape;1015;p19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1016" name="Google Shape;1016;p19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/>
            </a:p>
          </p:txBody>
        </p:sp>
        <p:sp>
          <p:nvSpPr>
            <p:cNvPr id="1017" name="Google Shape;1017;p19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018" name="Google Shape;1018;p19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019" name="Google Shape;1019;p19"/>
          <p:cNvGrpSpPr/>
          <p:nvPr/>
        </p:nvGrpSpPr>
        <p:grpSpPr>
          <a:xfrm>
            <a:off x="4347923" y="5690363"/>
            <a:ext cx="1940329" cy="388212"/>
            <a:chOff x="258320" y="1806520"/>
            <a:chExt cx="2923791" cy="388212"/>
          </a:xfrm>
        </p:grpSpPr>
        <p:sp>
          <p:nvSpPr>
            <p:cNvPr id="1020" name="Google Shape;1020;p19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28</a:t>
              </a:r>
              <a:endParaRPr/>
            </a:p>
          </p:txBody>
        </p:sp>
        <p:sp>
          <p:nvSpPr>
            <p:cNvPr id="1021" name="Google Shape;1021;p19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endParaRPr/>
            </a:p>
          </p:txBody>
        </p:sp>
        <p:sp>
          <p:nvSpPr>
            <p:cNvPr id="1022" name="Google Shape;1022;p19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/>
            </a:p>
          </p:txBody>
        </p:sp>
        <p:sp>
          <p:nvSpPr>
            <p:cNvPr id="1023" name="Google Shape;1023;p19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024" name="Google Shape;1024;p19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025" name="Google Shape;1025;p19"/>
          <p:cNvGrpSpPr/>
          <p:nvPr/>
        </p:nvGrpSpPr>
        <p:grpSpPr>
          <a:xfrm>
            <a:off x="4347923" y="6113212"/>
            <a:ext cx="1940329" cy="388212"/>
            <a:chOff x="258320" y="1806520"/>
            <a:chExt cx="2923791" cy="388212"/>
          </a:xfrm>
        </p:grpSpPr>
        <p:sp>
          <p:nvSpPr>
            <p:cNvPr id="1026" name="Google Shape;1026;p19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28</a:t>
              </a:r>
              <a:endParaRPr/>
            </a:p>
          </p:txBody>
        </p:sp>
        <p:sp>
          <p:nvSpPr>
            <p:cNvPr id="1027" name="Google Shape;1027;p19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/>
            </a:p>
          </p:txBody>
        </p:sp>
        <p:sp>
          <p:nvSpPr>
            <p:cNvPr id="1028" name="Google Shape;1028;p19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endParaRPr/>
            </a:p>
          </p:txBody>
        </p:sp>
        <p:sp>
          <p:nvSpPr>
            <p:cNvPr id="1029" name="Google Shape;1029;p19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030" name="Google Shape;1030;p19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031" name="Google Shape;1031;p19"/>
          <p:cNvGrpSpPr/>
          <p:nvPr/>
        </p:nvGrpSpPr>
        <p:grpSpPr>
          <a:xfrm>
            <a:off x="4355533" y="6724249"/>
            <a:ext cx="1940329" cy="388212"/>
            <a:chOff x="258320" y="1806520"/>
            <a:chExt cx="2923791" cy="388212"/>
          </a:xfrm>
        </p:grpSpPr>
        <p:sp>
          <p:nvSpPr>
            <p:cNvPr id="1032" name="Google Shape;1032;p19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28</a:t>
              </a:r>
              <a:endParaRPr/>
            </a:p>
          </p:txBody>
        </p:sp>
        <p:sp>
          <p:nvSpPr>
            <p:cNvPr id="1033" name="Google Shape;1033;p19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15</a:t>
              </a:r>
              <a:endParaRPr/>
            </a:p>
          </p:txBody>
        </p:sp>
        <p:sp>
          <p:nvSpPr>
            <p:cNvPr id="1034" name="Google Shape;1034;p19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13</a:t>
              </a:r>
              <a:endParaRPr/>
            </a:p>
          </p:txBody>
        </p:sp>
        <p:sp>
          <p:nvSpPr>
            <p:cNvPr id="1035" name="Google Shape;1035;p19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036" name="Google Shape;1036;p19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037" name="Google Shape;1037;p19"/>
          <p:cNvGrpSpPr/>
          <p:nvPr/>
        </p:nvGrpSpPr>
        <p:grpSpPr>
          <a:xfrm>
            <a:off x="4355533" y="7147098"/>
            <a:ext cx="1940329" cy="388212"/>
            <a:chOff x="258320" y="1806520"/>
            <a:chExt cx="2923791" cy="388212"/>
          </a:xfrm>
        </p:grpSpPr>
        <p:sp>
          <p:nvSpPr>
            <p:cNvPr id="1038" name="Google Shape;1038;p19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28</a:t>
              </a:r>
              <a:endParaRPr/>
            </a:p>
          </p:txBody>
        </p:sp>
        <p:sp>
          <p:nvSpPr>
            <p:cNvPr id="1039" name="Google Shape;1039;p19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13</a:t>
              </a:r>
              <a:endParaRPr/>
            </a:p>
          </p:txBody>
        </p:sp>
        <p:sp>
          <p:nvSpPr>
            <p:cNvPr id="1040" name="Google Shape;1040;p19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15</a:t>
              </a:r>
              <a:endParaRPr/>
            </a:p>
          </p:txBody>
        </p:sp>
        <p:sp>
          <p:nvSpPr>
            <p:cNvPr id="1041" name="Google Shape;1041;p19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042" name="Google Shape;1042;p19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043" name="Google Shape;1043;p19"/>
          <p:cNvGrpSpPr/>
          <p:nvPr/>
        </p:nvGrpSpPr>
        <p:grpSpPr>
          <a:xfrm>
            <a:off x="4355465" y="7750951"/>
            <a:ext cx="1940329" cy="388212"/>
            <a:chOff x="258320" y="1806520"/>
            <a:chExt cx="2923791" cy="388212"/>
          </a:xfrm>
        </p:grpSpPr>
        <p:sp>
          <p:nvSpPr>
            <p:cNvPr id="1044" name="Google Shape;1044;p19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30</a:t>
              </a:r>
              <a:endParaRPr/>
            </a:p>
          </p:txBody>
        </p:sp>
        <p:sp>
          <p:nvSpPr>
            <p:cNvPr id="1045" name="Google Shape;1045;p19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/>
            </a:p>
          </p:txBody>
        </p:sp>
        <p:sp>
          <p:nvSpPr>
            <p:cNvPr id="1046" name="Google Shape;1046;p19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1047" name="Google Shape;1047;p19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048" name="Google Shape;1048;p19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049" name="Google Shape;1049;p19"/>
          <p:cNvGrpSpPr/>
          <p:nvPr/>
        </p:nvGrpSpPr>
        <p:grpSpPr>
          <a:xfrm>
            <a:off x="4355465" y="8173800"/>
            <a:ext cx="1940329" cy="388212"/>
            <a:chOff x="258320" y="1806520"/>
            <a:chExt cx="2923791" cy="388212"/>
          </a:xfrm>
        </p:grpSpPr>
        <p:sp>
          <p:nvSpPr>
            <p:cNvPr id="1050" name="Google Shape;1050;p19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30</a:t>
              </a:r>
              <a:endParaRPr/>
            </a:p>
          </p:txBody>
        </p:sp>
        <p:sp>
          <p:nvSpPr>
            <p:cNvPr id="1051" name="Google Shape;1051;p19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1052" name="Google Shape;1052;p19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/>
            </a:p>
          </p:txBody>
        </p:sp>
        <p:sp>
          <p:nvSpPr>
            <p:cNvPr id="1053" name="Google Shape;1053;p19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054" name="Google Shape;1054;p19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055" name="Google Shape;1055;p19"/>
          <p:cNvGrpSpPr/>
          <p:nvPr/>
        </p:nvGrpSpPr>
        <p:grpSpPr>
          <a:xfrm>
            <a:off x="4355465" y="8738027"/>
            <a:ext cx="1940329" cy="388212"/>
            <a:chOff x="258320" y="1806520"/>
            <a:chExt cx="2923791" cy="388212"/>
          </a:xfrm>
        </p:grpSpPr>
        <p:sp>
          <p:nvSpPr>
            <p:cNvPr id="1056" name="Google Shape;1056;p19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35</a:t>
              </a:r>
              <a:endParaRPr/>
            </a:p>
          </p:txBody>
        </p:sp>
        <p:sp>
          <p:nvSpPr>
            <p:cNvPr id="1057" name="Google Shape;1057;p19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/>
            </a:p>
          </p:txBody>
        </p:sp>
        <p:sp>
          <p:nvSpPr>
            <p:cNvPr id="1058" name="Google Shape;1058;p19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15</a:t>
              </a:r>
              <a:endParaRPr/>
            </a:p>
          </p:txBody>
        </p:sp>
        <p:sp>
          <p:nvSpPr>
            <p:cNvPr id="1059" name="Google Shape;1059;p19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060" name="Google Shape;1060;p19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061" name="Google Shape;1061;p19"/>
          <p:cNvGrpSpPr/>
          <p:nvPr/>
        </p:nvGrpSpPr>
        <p:grpSpPr>
          <a:xfrm>
            <a:off x="4355465" y="9160876"/>
            <a:ext cx="1940329" cy="388212"/>
            <a:chOff x="258320" y="1806520"/>
            <a:chExt cx="2923791" cy="388212"/>
          </a:xfrm>
        </p:grpSpPr>
        <p:sp>
          <p:nvSpPr>
            <p:cNvPr id="1062" name="Google Shape;1062;p19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35</a:t>
              </a:r>
              <a:endParaRPr/>
            </a:p>
          </p:txBody>
        </p:sp>
        <p:sp>
          <p:nvSpPr>
            <p:cNvPr id="1063" name="Google Shape;1063;p19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15</a:t>
              </a:r>
              <a:endParaRPr/>
            </a:p>
          </p:txBody>
        </p:sp>
        <p:sp>
          <p:nvSpPr>
            <p:cNvPr id="1064" name="Google Shape;1064;p19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/>
            </a:p>
          </p:txBody>
        </p:sp>
        <p:sp>
          <p:nvSpPr>
            <p:cNvPr id="1065" name="Google Shape;1065;p19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066" name="Google Shape;1066;p19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1" name="Google Shape;1071;p20"/>
          <p:cNvGraphicFramePr/>
          <p:nvPr/>
        </p:nvGraphicFramePr>
        <p:xfrm>
          <a:off x="119727" y="38739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{9AFF5595-6A95-46B9-A5DB-11B42C347D63}</a:tableStyleId>
              </a:tblPr>
              <a:tblGrid>
                <a:gridCol w="2233075"/>
                <a:gridCol w="2233075"/>
                <a:gridCol w="2233075"/>
              </a:tblGrid>
              <a:tr h="306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7 - I do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8 - We do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9 - You do…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6250"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Write</a:t>
                      </a:r>
                      <a:r>
                        <a:rPr lang="en-GB" sz="1200"/>
                        <a:t> the </a:t>
                      </a:r>
                      <a:r>
                        <a:rPr b="1" lang="en-GB" sz="1200"/>
                        <a:t>number</a:t>
                      </a:r>
                      <a:r>
                        <a:rPr b="0" lang="en-GB" sz="1200"/>
                        <a:t> </a:t>
                      </a:r>
                      <a:r>
                        <a:rPr b="1" lang="en-GB" sz="1200"/>
                        <a:t>families</a:t>
                      </a:r>
                      <a:r>
                        <a:rPr lang="en-GB" sz="1200"/>
                        <a:t> from the bar models given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2588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1072" name="Google Shape;1072;p20"/>
          <p:cNvGrpSpPr/>
          <p:nvPr/>
        </p:nvGrpSpPr>
        <p:grpSpPr>
          <a:xfrm>
            <a:off x="251595" y="1029497"/>
            <a:ext cx="1933168" cy="599350"/>
            <a:chOff x="60434" y="4991469"/>
            <a:chExt cx="2147857" cy="585005"/>
          </a:xfrm>
        </p:grpSpPr>
        <p:sp>
          <p:nvSpPr>
            <p:cNvPr id="1073" name="Google Shape;1073;p20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4" name="Google Shape;1074;p20"/>
            <p:cNvSpPr/>
            <p:nvPr/>
          </p:nvSpPr>
          <p:spPr>
            <a:xfrm>
              <a:off x="60434" y="5280836"/>
              <a:ext cx="1050610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5" name="Google Shape;1075;p20"/>
            <p:cNvSpPr/>
            <p:nvPr/>
          </p:nvSpPr>
          <p:spPr>
            <a:xfrm>
              <a:off x="1111045" y="5281001"/>
              <a:ext cx="1097246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6" name="Google Shape;1076;p20"/>
          <p:cNvGrpSpPr/>
          <p:nvPr/>
        </p:nvGrpSpPr>
        <p:grpSpPr>
          <a:xfrm>
            <a:off x="2506283" y="1040896"/>
            <a:ext cx="1933169" cy="609165"/>
            <a:chOff x="60434" y="4991469"/>
            <a:chExt cx="2147858" cy="590173"/>
          </a:xfrm>
        </p:grpSpPr>
        <p:sp>
          <p:nvSpPr>
            <p:cNvPr id="1077" name="Google Shape;1077;p20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8" name="Google Shape;1078;p20"/>
            <p:cNvSpPr/>
            <p:nvPr/>
          </p:nvSpPr>
          <p:spPr>
            <a:xfrm>
              <a:off x="60434" y="5280836"/>
              <a:ext cx="582065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9" name="Google Shape;1079;p20"/>
            <p:cNvSpPr/>
            <p:nvPr/>
          </p:nvSpPr>
          <p:spPr>
            <a:xfrm>
              <a:off x="642499" y="5286169"/>
              <a:ext cx="1565793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0" name="Google Shape;1080;p20"/>
          <p:cNvGrpSpPr/>
          <p:nvPr/>
        </p:nvGrpSpPr>
        <p:grpSpPr>
          <a:xfrm>
            <a:off x="4781956" y="1051790"/>
            <a:ext cx="1933168" cy="575557"/>
            <a:chOff x="60433" y="4991469"/>
            <a:chExt cx="2147857" cy="585005"/>
          </a:xfrm>
        </p:grpSpPr>
        <p:sp>
          <p:nvSpPr>
            <p:cNvPr id="1081" name="Google Shape;1081;p20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2" name="Google Shape;1082;p20"/>
            <p:cNvSpPr/>
            <p:nvPr/>
          </p:nvSpPr>
          <p:spPr>
            <a:xfrm>
              <a:off x="60433" y="5280836"/>
              <a:ext cx="558744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3" name="Google Shape;1083;p20"/>
            <p:cNvSpPr/>
            <p:nvPr/>
          </p:nvSpPr>
          <p:spPr>
            <a:xfrm>
              <a:off x="619180" y="5281001"/>
              <a:ext cx="1589110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26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4" name="Google Shape;1084;p20"/>
          <p:cNvGrpSpPr/>
          <p:nvPr/>
        </p:nvGrpSpPr>
        <p:grpSpPr>
          <a:xfrm>
            <a:off x="236963" y="4226344"/>
            <a:ext cx="1406607" cy="764171"/>
            <a:chOff x="60434" y="4991469"/>
            <a:chExt cx="2147856" cy="585005"/>
          </a:xfrm>
        </p:grpSpPr>
        <p:sp>
          <p:nvSpPr>
            <p:cNvPr id="1085" name="Google Shape;1085;p20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6" name="Google Shape;1086;p20"/>
            <p:cNvSpPr/>
            <p:nvPr/>
          </p:nvSpPr>
          <p:spPr>
            <a:xfrm>
              <a:off x="60434" y="5280836"/>
              <a:ext cx="87854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7" name="Google Shape;1087;p20"/>
            <p:cNvSpPr/>
            <p:nvPr/>
          </p:nvSpPr>
          <p:spPr>
            <a:xfrm>
              <a:off x="938982" y="5281001"/>
              <a:ext cx="126930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8" name="Google Shape;1088;p20"/>
          <p:cNvGrpSpPr/>
          <p:nvPr/>
        </p:nvGrpSpPr>
        <p:grpSpPr>
          <a:xfrm>
            <a:off x="1970544" y="4214056"/>
            <a:ext cx="1406607" cy="764171"/>
            <a:chOff x="60434" y="4991469"/>
            <a:chExt cx="2147856" cy="585005"/>
          </a:xfrm>
        </p:grpSpPr>
        <p:sp>
          <p:nvSpPr>
            <p:cNvPr id="1089" name="Google Shape;1089;p20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0" name="Google Shape;1090;p20"/>
            <p:cNvSpPr/>
            <p:nvPr/>
          </p:nvSpPr>
          <p:spPr>
            <a:xfrm>
              <a:off x="60434" y="5280836"/>
              <a:ext cx="1111286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1" name="Google Shape;1091;p20"/>
            <p:cNvSpPr/>
            <p:nvPr/>
          </p:nvSpPr>
          <p:spPr>
            <a:xfrm>
              <a:off x="1171720" y="5281001"/>
              <a:ext cx="1036570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2" name="Google Shape;1092;p20"/>
          <p:cNvGrpSpPr/>
          <p:nvPr/>
        </p:nvGrpSpPr>
        <p:grpSpPr>
          <a:xfrm>
            <a:off x="3675003" y="4226344"/>
            <a:ext cx="1406607" cy="764171"/>
            <a:chOff x="60434" y="4991469"/>
            <a:chExt cx="2147856" cy="585005"/>
          </a:xfrm>
        </p:grpSpPr>
        <p:sp>
          <p:nvSpPr>
            <p:cNvPr id="1093" name="Google Shape;1093;p20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4" name="Google Shape;1094;p20"/>
            <p:cNvSpPr/>
            <p:nvPr/>
          </p:nvSpPr>
          <p:spPr>
            <a:xfrm>
              <a:off x="60436" y="5280836"/>
              <a:ext cx="277207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p20"/>
            <p:cNvSpPr/>
            <p:nvPr/>
          </p:nvSpPr>
          <p:spPr>
            <a:xfrm>
              <a:off x="337641" y="5281001"/>
              <a:ext cx="1870649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6" name="Google Shape;1096;p20"/>
          <p:cNvGrpSpPr/>
          <p:nvPr/>
        </p:nvGrpSpPr>
        <p:grpSpPr>
          <a:xfrm>
            <a:off x="5379462" y="4226344"/>
            <a:ext cx="1406607" cy="764171"/>
            <a:chOff x="60434" y="4991469"/>
            <a:chExt cx="2147856" cy="585005"/>
          </a:xfrm>
        </p:grpSpPr>
        <p:sp>
          <p:nvSpPr>
            <p:cNvPr id="1097" name="Google Shape;1097;p20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8" name="Google Shape;1098;p20"/>
            <p:cNvSpPr/>
            <p:nvPr/>
          </p:nvSpPr>
          <p:spPr>
            <a:xfrm>
              <a:off x="60434" y="5280836"/>
              <a:ext cx="1610055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9" name="Google Shape;1099;p20"/>
            <p:cNvSpPr/>
            <p:nvPr/>
          </p:nvSpPr>
          <p:spPr>
            <a:xfrm>
              <a:off x="1670489" y="5281001"/>
              <a:ext cx="537801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0" name="Google Shape;110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718" y="5144087"/>
            <a:ext cx="1526501" cy="1621908"/>
          </a:xfrm>
          <a:prstGeom prst="rect">
            <a:avLst/>
          </a:prstGeom>
          <a:noFill/>
          <a:ln>
            <a:noFill/>
          </a:ln>
        </p:spPr>
      </p:pic>
      <p:sp>
        <p:nvSpPr>
          <p:cNvPr id="1101" name="Google Shape;1101;p20"/>
          <p:cNvSpPr txBox="1"/>
          <p:nvPr/>
        </p:nvSpPr>
        <p:spPr>
          <a:xfrm>
            <a:off x="-13479" y="4126052"/>
            <a:ext cx="3048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20"/>
          <p:cNvSpPr txBox="1"/>
          <p:nvPr/>
        </p:nvSpPr>
        <p:spPr>
          <a:xfrm>
            <a:off x="1695223" y="4126052"/>
            <a:ext cx="3113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20"/>
          <p:cNvSpPr txBox="1"/>
          <p:nvPr/>
        </p:nvSpPr>
        <p:spPr>
          <a:xfrm>
            <a:off x="3396972" y="4138865"/>
            <a:ext cx="29687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20"/>
          <p:cNvSpPr txBox="1"/>
          <p:nvPr/>
        </p:nvSpPr>
        <p:spPr>
          <a:xfrm>
            <a:off x="5128260" y="4138865"/>
            <a:ext cx="3113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20"/>
          <p:cNvSpPr txBox="1"/>
          <p:nvPr/>
        </p:nvSpPr>
        <p:spPr>
          <a:xfrm>
            <a:off x="112788" y="3798557"/>
            <a:ext cx="1592359" cy="27699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Practice. 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20"/>
          <p:cNvSpPr/>
          <p:nvPr/>
        </p:nvSpPr>
        <p:spPr>
          <a:xfrm>
            <a:off x="1705147" y="3771109"/>
            <a:ext cx="459962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Write the </a:t>
            </a: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families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from the bar models given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07" name="Google Shape;1107;p20"/>
          <p:cNvGrpSpPr/>
          <p:nvPr/>
        </p:nvGrpSpPr>
        <p:grpSpPr>
          <a:xfrm>
            <a:off x="236963" y="7124945"/>
            <a:ext cx="1406607" cy="764171"/>
            <a:chOff x="60434" y="4991469"/>
            <a:chExt cx="2147856" cy="585005"/>
          </a:xfrm>
        </p:grpSpPr>
        <p:sp>
          <p:nvSpPr>
            <p:cNvPr id="1108" name="Google Shape;1108;p20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9" name="Google Shape;1109;p20"/>
            <p:cNvSpPr/>
            <p:nvPr/>
          </p:nvSpPr>
          <p:spPr>
            <a:xfrm>
              <a:off x="60434" y="5280836"/>
              <a:ext cx="87854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0" name="Google Shape;1110;p20"/>
            <p:cNvSpPr/>
            <p:nvPr/>
          </p:nvSpPr>
          <p:spPr>
            <a:xfrm>
              <a:off x="938982" y="5281001"/>
              <a:ext cx="126930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1" name="Google Shape;1111;p20"/>
          <p:cNvGrpSpPr/>
          <p:nvPr/>
        </p:nvGrpSpPr>
        <p:grpSpPr>
          <a:xfrm>
            <a:off x="1970544" y="7112657"/>
            <a:ext cx="1406607" cy="764171"/>
            <a:chOff x="60434" y="4991469"/>
            <a:chExt cx="2147856" cy="585005"/>
          </a:xfrm>
        </p:grpSpPr>
        <p:sp>
          <p:nvSpPr>
            <p:cNvPr id="1112" name="Google Shape;1112;p20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3" name="Google Shape;1113;p20"/>
            <p:cNvSpPr/>
            <p:nvPr/>
          </p:nvSpPr>
          <p:spPr>
            <a:xfrm>
              <a:off x="60434" y="5280836"/>
              <a:ext cx="1081733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4" name="Google Shape;1114;p20"/>
            <p:cNvSpPr/>
            <p:nvPr/>
          </p:nvSpPr>
          <p:spPr>
            <a:xfrm>
              <a:off x="1142167" y="5281001"/>
              <a:ext cx="1066123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5" name="Google Shape;1115;p20"/>
          <p:cNvGrpSpPr/>
          <p:nvPr/>
        </p:nvGrpSpPr>
        <p:grpSpPr>
          <a:xfrm>
            <a:off x="3675003" y="7124945"/>
            <a:ext cx="1406607" cy="764171"/>
            <a:chOff x="60434" y="4991469"/>
            <a:chExt cx="2147856" cy="585005"/>
          </a:xfrm>
        </p:grpSpPr>
        <p:sp>
          <p:nvSpPr>
            <p:cNvPr id="1116" name="Google Shape;1116;p20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7" name="Google Shape;1117;p20"/>
            <p:cNvSpPr/>
            <p:nvPr/>
          </p:nvSpPr>
          <p:spPr>
            <a:xfrm>
              <a:off x="60434" y="5280836"/>
              <a:ext cx="1536546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8" name="Google Shape;1118;p20"/>
            <p:cNvSpPr/>
            <p:nvPr/>
          </p:nvSpPr>
          <p:spPr>
            <a:xfrm>
              <a:off x="1596980" y="5281001"/>
              <a:ext cx="611310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9" name="Google Shape;1119;p20"/>
          <p:cNvGrpSpPr/>
          <p:nvPr/>
        </p:nvGrpSpPr>
        <p:grpSpPr>
          <a:xfrm>
            <a:off x="5379462" y="7124945"/>
            <a:ext cx="1406607" cy="764171"/>
            <a:chOff x="60434" y="4991469"/>
            <a:chExt cx="2147856" cy="585005"/>
          </a:xfrm>
        </p:grpSpPr>
        <p:sp>
          <p:nvSpPr>
            <p:cNvPr id="1120" name="Google Shape;1120;p20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1" name="Google Shape;1121;p20"/>
            <p:cNvSpPr/>
            <p:nvPr/>
          </p:nvSpPr>
          <p:spPr>
            <a:xfrm>
              <a:off x="60434" y="5280836"/>
              <a:ext cx="87854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2" name="Google Shape;1122;p20"/>
            <p:cNvSpPr/>
            <p:nvPr/>
          </p:nvSpPr>
          <p:spPr>
            <a:xfrm>
              <a:off x="938982" y="5281001"/>
              <a:ext cx="126930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23" name="Google Shape;1123;p20"/>
          <p:cNvSpPr txBox="1"/>
          <p:nvPr/>
        </p:nvSpPr>
        <p:spPr>
          <a:xfrm>
            <a:off x="16626" y="6917695"/>
            <a:ext cx="30809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p20"/>
          <p:cNvSpPr txBox="1"/>
          <p:nvPr/>
        </p:nvSpPr>
        <p:spPr>
          <a:xfrm>
            <a:off x="1725328" y="6917695"/>
            <a:ext cx="279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p20"/>
          <p:cNvSpPr txBox="1"/>
          <p:nvPr/>
        </p:nvSpPr>
        <p:spPr>
          <a:xfrm>
            <a:off x="3427077" y="6930508"/>
            <a:ext cx="3032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p20"/>
          <p:cNvSpPr txBox="1"/>
          <p:nvPr/>
        </p:nvSpPr>
        <p:spPr>
          <a:xfrm>
            <a:off x="5158365" y="6930508"/>
            <a:ext cx="3113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20"/>
          <p:cNvSpPr txBox="1"/>
          <p:nvPr>
            <p:ph idx="12" type="sldNum"/>
          </p:nvPr>
        </p:nvSpPr>
        <p:spPr>
          <a:xfrm>
            <a:off x="5389829" y="9502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1128" name="Google Shape;1128;p20"/>
          <p:cNvGrpSpPr/>
          <p:nvPr/>
        </p:nvGrpSpPr>
        <p:grpSpPr>
          <a:xfrm>
            <a:off x="234926" y="2708057"/>
            <a:ext cx="1940329" cy="388212"/>
            <a:chOff x="258320" y="1806520"/>
            <a:chExt cx="2923791" cy="388212"/>
          </a:xfrm>
        </p:grpSpPr>
        <p:sp>
          <p:nvSpPr>
            <p:cNvPr id="1129" name="Google Shape;1129;p20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1130" name="Google Shape;1130;p20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1131" name="Google Shape;1131;p20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1132" name="Google Shape;1132;p20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133" name="Google Shape;1133;p20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134" name="Google Shape;1134;p20"/>
          <p:cNvGrpSpPr/>
          <p:nvPr/>
        </p:nvGrpSpPr>
        <p:grpSpPr>
          <a:xfrm>
            <a:off x="234926" y="3130906"/>
            <a:ext cx="1940329" cy="388212"/>
            <a:chOff x="258320" y="1806520"/>
            <a:chExt cx="2923791" cy="388212"/>
          </a:xfrm>
        </p:grpSpPr>
        <p:sp>
          <p:nvSpPr>
            <p:cNvPr id="1135" name="Google Shape;1135;p20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1136" name="Google Shape;1136;p20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1137" name="Google Shape;1137;p20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1138" name="Google Shape;1138;p20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139" name="Google Shape;1139;p20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140" name="Google Shape;1140;p20"/>
          <p:cNvGrpSpPr/>
          <p:nvPr/>
        </p:nvGrpSpPr>
        <p:grpSpPr>
          <a:xfrm>
            <a:off x="2498732" y="2723256"/>
            <a:ext cx="1940329" cy="388212"/>
            <a:chOff x="258320" y="1806520"/>
            <a:chExt cx="2923791" cy="388212"/>
          </a:xfrm>
        </p:grpSpPr>
        <p:sp>
          <p:nvSpPr>
            <p:cNvPr id="1141" name="Google Shape;1141;p20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/>
            </a:p>
          </p:txBody>
        </p:sp>
        <p:sp>
          <p:nvSpPr>
            <p:cNvPr id="1142" name="Google Shape;1142;p20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endParaRPr/>
            </a:p>
          </p:txBody>
        </p:sp>
        <p:sp>
          <p:nvSpPr>
            <p:cNvPr id="1143" name="Google Shape;1143;p20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1144" name="Google Shape;1144;p20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145" name="Google Shape;1145;p20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146" name="Google Shape;1146;p20"/>
          <p:cNvGrpSpPr/>
          <p:nvPr/>
        </p:nvGrpSpPr>
        <p:grpSpPr>
          <a:xfrm>
            <a:off x="2498732" y="3146105"/>
            <a:ext cx="1940329" cy="388212"/>
            <a:chOff x="258320" y="1806520"/>
            <a:chExt cx="2923791" cy="388212"/>
          </a:xfrm>
        </p:grpSpPr>
        <p:sp>
          <p:nvSpPr>
            <p:cNvPr id="1147" name="Google Shape;1147;p20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/>
            </a:p>
          </p:txBody>
        </p:sp>
        <p:sp>
          <p:nvSpPr>
            <p:cNvPr id="1148" name="Google Shape;1148;p20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1149" name="Google Shape;1149;p20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endParaRPr/>
            </a:p>
          </p:txBody>
        </p:sp>
        <p:sp>
          <p:nvSpPr>
            <p:cNvPr id="1150" name="Google Shape;1150;p20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151" name="Google Shape;1151;p20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152" name="Google Shape;1152;p20"/>
          <p:cNvGrpSpPr/>
          <p:nvPr/>
        </p:nvGrpSpPr>
        <p:grpSpPr>
          <a:xfrm>
            <a:off x="4777850" y="2736211"/>
            <a:ext cx="1940329" cy="388212"/>
            <a:chOff x="258320" y="1806520"/>
            <a:chExt cx="2923791" cy="388212"/>
          </a:xfrm>
        </p:grpSpPr>
        <p:sp>
          <p:nvSpPr>
            <p:cNvPr id="1153" name="Google Shape;1153;p20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34</a:t>
              </a:r>
              <a:endParaRPr/>
            </a:p>
          </p:txBody>
        </p:sp>
        <p:sp>
          <p:nvSpPr>
            <p:cNvPr id="1154" name="Google Shape;1154;p20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/>
            </a:p>
          </p:txBody>
        </p:sp>
        <p:sp>
          <p:nvSpPr>
            <p:cNvPr id="1155" name="Google Shape;1155;p20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26</a:t>
              </a:r>
              <a:endParaRPr/>
            </a:p>
          </p:txBody>
        </p:sp>
        <p:sp>
          <p:nvSpPr>
            <p:cNvPr id="1156" name="Google Shape;1156;p20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157" name="Google Shape;1157;p20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158" name="Google Shape;1158;p20"/>
          <p:cNvGrpSpPr/>
          <p:nvPr/>
        </p:nvGrpSpPr>
        <p:grpSpPr>
          <a:xfrm>
            <a:off x="4777850" y="3159060"/>
            <a:ext cx="1940329" cy="388212"/>
            <a:chOff x="258320" y="1806520"/>
            <a:chExt cx="2923791" cy="388212"/>
          </a:xfrm>
        </p:grpSpPr>
        <p:sp>
          <p:nvSpPr>
            <p:cNvPr id="1159" name="Google Shape;1159;p20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34</a:t>
              </a:r>
              <a:endParaRPr/>
            </a:p>
          </p:txBody>
        </p:sp>
        <p:sp>
          <p:nvSpPr>
            <p:cNvPr id="1160" name="Google Shape;1160;p20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26</a:t>
              </a:r>
              <a:endParaRPr/>
            </a:p>
          </p:txBody>
        </p:sp>
        <p:sp>
          <p:nvSpPr>
            <p:cNvPr id="1161" name="Google Shape;1161;p20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/>
            </a:p>
          </p:txBody>
        </p:sp>
        <p:sp>
          <p:nvSpPr>
            <p:cNvPr id="1162" name="Google Shape;1162;p20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163" name="Google Shape;1163;p20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164" name="Google Shape;1164;p20"/>
          <p:cNvGrpSpPr/>
          <p:nvPr/>
        </p:nvGrpSpPr>
        <p:grpSpPr>
          <a:xfrm>
            <a:off x="227026" y="1808549"/>
            <a:ext cx="1940329" cy="388212"/>
            <a:chOff x="258320" y="1806520"/>
            <a:chExt cx="2923791" cy="388212"/>
          </a:xfrm>
        </p:grpSpPr>
        <p:sp>
          <p:nvSpPr>
            <p:cNvPr id="1165" name="Google Shape;1165;p20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1166" name="Google Shape;1166;p20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1167" name="Google Shape;1167;p20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1168" name="Google Shape;1168;p20"/>
            <p:cNvSpPr txBox="1"/>
            <p:nvPr/>
          </p:nvSpPr>
          <p:spPr>
            <a:xfrm>
              <a:off x="783942" y="1806520"/>
              <a:ext cx="590446" cy="307777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169" name="Google Shape;1169;p20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170" name="Google Shape;1170;p20"/>
          <p:cNvGrpSpPr/>
          <p:nvPr/>
        </p:nvGrpSpPr>
        <p:grpSpPr>
          <a:xfrm>
            <a:off x="227026" y="2231398"/>
            <a:ext cx="1940329" cy="388212"/>
            <a:chOff x="258320" y="1806520"/>
            <a:chExt cx="2923791" cy="388212"/>
          </a:xfrm>
        </p:grpSpPr>
        <p:sp>
          <p:nvSpPr>
            <p:cNvPr id="1171" name="Google Shape;1171;p20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1172" name="Google Shape;1172;p20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1173" name="Google Shape;1173;p20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1174" name="Google Shape;1174;p20"/>
            <p:cNvSpPr txBox="1"/>
            <p:nvPr/>
          </p:nvSpPr>
          <p:spPr>
            <a:xfrm>
              <a:off x="783942" y="1806520"/>
              <a:ext cx="590446" cy="307777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175" name="Google Shape;1175;p20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176" name="Google Shape;1176;p20"/>
          <p:cNvGrpSpPr/>
          <p:nvPr/>
        </p:nvGrpSpPr>
        <p:grpSpPr>
          <a:xfrm>
            <a:off x="2506372" y="1811839"/>
            <a:ext cx="1940329" cy="388212"/>
            <a:chOff x="258320" y="1806520"/>
            <a:chExt cx="2923791" cy="388212"/>
          </a:xfrm>
        </p:grpSpPr>
        <p:sp>
          <p:nvSpPr>
            <p:cNvPr id="1177" name="Google Shape;1177;p20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1178" name="Google Shape;1178;p20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endParaRPr/>
            </a:p>
          </p:txBody>
        </p:sp>
        <p:sp>
          <p:nvSpPr>
            <p:cNvPr id="1179" name="Google Shape;1179;p20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/>
            </a:p>
          </p:txBody>
        </p:sp>
        <p:sp>
          <p:nvSpPr>
            <p:cNvPr id="1180" name="Google Shape;1180;p20"/>
            <p:cNvSpPr txBox="1"/>
            <p:nvPr/>
          </p:nvSpPr>
          <p:spPr>
            <a:xfrm>
              <a:off x="783942" y="1806520"/>
              <a:ext cx="590446" cy="307777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181" name="Google Shape;1181;p20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182" name="Google Shape;1182;p20"/>
          <p:cNvGrpSpPr/>
          <p:nvPr/>
        </p:nvGrpSpPr>
        <p:grpSpPr>
          <a:xfrm>
            <a:off x="2506372" y="2234688"/>
            <a:ext cx="1940329" cy="388212"/>
            <a:chOff x="258320" y="1806520"/>
            <a:chExt cx="2923791" cy="388212"/>
          </a:xfrm>
        </p:grpSpPr>
        <p:sp>
          <p:nvSpPr>
            <p:cNvPr id="1183" name="Google Shape;1183;p20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endParaRPr/>
            </a:p>
          </p:txBody>
        </p:sp>
        <p:sp>
          <p:nvSpPr>
            <p:cNvPr id="1184" name="Google Shape;1184;p20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1185" name="Google Shape;1185;p20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/>
            </a:p>
          </p:txBody>
        </p:sp>
        <p:sp>
          <p:nvSpPr>
            <p:cNvPr id="1186" name="Google Shape;1186;p20"/>
            <p:cNvSpPr txBox="1"/>
            <p:nvPr/>
          </p:nvSpPr>
          <p:spPr>
            <a:xfrm>
              <a:off x="783942" y="1806520"/>
              <a:ext cx="590446" cy="307777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187" name="Google Shape;1187;p20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188" name="Google Shape;1188;p20"/>
          <p:cNvGrpSpPr/>
          <p:nvPr/>
        </p:nvGrpSpPr>
        <p:grpSpPr>
          <a:xfrm>
            <a:off x="4787579" y="1838808"/>
            <a:ext cx="1940329" cy="388212"/>
            <a:chOff x="258320" y="1806520"/>
            <a:chExt cx="2923791" cy="388212"/>
          </a:xfrm>
        </p:grpSpPr>
        <p:sp>
          <p:nvSpPr>
            <p:cNvPr id="1189" name="Google Shape;1189;p20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/>
            </a:p>
          </p:txBody>
        </p:sp>
        <p:sp>
          <p:nvSpPr>
            <p:cNvPr id="1190" name="Google Shape;1190;p20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26</a:t>
              </a:r>
              <a:endParaRPr/>
            </a:p>
          </p:txBody>
        </p:sp>
        <p:sp>
          <p:nvSpPr>
            <p:cNvPr id="1191" name="Google Shape;1191;p20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34</a:t>
              </a:r>
              <a:endParaRPr/>
            </a:p>
          </p:txBody>
        </p:sp>
        <p:sp>
          <p:nvSpPr>
            <p:cNvPr id="1192" name="Google Shape;1192;p20"/>
            <p:cNvSpPr txBox="1"/>
            <p:nvPr/>
          </p:nvSpPr>
          <p:spPr>
            <a:xfrm>
              <a:off x="783942" y="1806520"/>
              <a:ext cx="590446" cy="307777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193" name="Google Shape;1193;p20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194" name="Google Shape;1194;p20"/>
          <p:cNvGrpSpPr/>
          <p:nvPr/>
        </p:nvGrpSpPr>
        <p:grpSpPr>
          <a:xfrm>
            <a:off x="4787579" y="2261657"/>
            <a:ext cx="1940329" cy="388212"/>
            <a:chOff x="258320" y="1806520"/>
            <a:chExt cx="2923791" cy="388212"/>
          </a:xfrm>
        </p:grpSpPr>
        <p:sp>
          <p:nvSpPr>
            <p:cNvPr id="1195" name="Google Shape;1195;p20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26</a:t>
              </a:r>
              <a:endParaRPr/>
            </a:p>
          </p:txBody>
        </p:sp>
        <p:sp>
          <p:nvSpPr>
            <p:cNvPr id="1196" name="Google Shape;1196;p20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/>
            </a:p>
          </p:txBody>
        </p:sp>
        <p:sp>
          <p:nvSpPr>
            <p:cNvPr id="1197" name="Google Shape;1197;p20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34</a:t>
              </a:r>
              <a:endParaRPr/>
            </a:p>
          </p:txBody>
        </p:sp>
        <p:sp>
          <p:nvSpPr>
            <p:cNvPr id="1198" name="Google Shape;1198;p20"/>
            <p:cNvSpPr txBox="1"/>
            <p:nvPr/>
          </p:nvSpPr>
          <p:spPr>
            <a:xfrm>
              <a:off x="783942" y="1806520"/>
              <a:ext cx="590446" cy="307777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199" name="Google Shape;1199;p20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sp>
        <p:nvSpPr>
          <p:cNvPr id="1200" name="Google Shape;1200;p20"/>
          <p:cNvSpPr txBox="1"/>
          <p:nvPr/>
        </p:nvSpPr>
        <p:spPr>
          <a:xfrm>
            <a:off x="236171" y="5051517"/>
            <a:ext cx="14462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4        6      10</a:t>
            </a:r>
            <a:endParaRPr/>
          </a:p>
        </p:txBody>
      </p:sp>
      <p:sp>
        <p:nvSpPr>
          <p:cNvPr id="1201" name="Google Shape;1201;p20"/>
          <p:cNvSpPr txBox="1"/>
          <p:nvPr/>
        </p:nvSpPr>
        <p:spPr>
          <a:xfrm>
            <a:off x="238668" y="5504071"/>
            <a:ext cx="14462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6        4      10</a:t>
            </a:r>
            <a:endParaRPr/>
          </a:p>
        </p:txBody>
      </p:sp>
      <p:sp>
        <p:nvSpPr>
          <p:cNvPr id="1202" name="Google Shape;1202;p20"/>
          <p:cNvSpPr txBox="1"/>
          <p:nvPr/>
        </p:nvSpPr>
        <p:spPr>
          <a:xfrm>
            <a:off x="225989" y="5900291"/>
            <a:ext cx="13404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10      4       6</a:t>
            </a:r>
            <a:endParaRPr/>
          </a:p>
        </p:txBody>
      </p:sp>
      <p:sp>
        <p:nvSpPr>
          <p:cNvPr id="1203" name="Google Shape;1203;p20"/>
          <p:cNvSpPr txBox="1"/>
          <p:nvPr/>
        </p:nvSpPr>
        <p:spPr>
          <a:xfrm>
            <a:off x="225989" y="6322661"/>
            <a:ext cx="13404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10      6       4</a:t>
            </a:r>
            <a:endParaRPr/>
          </a:p>
        </p:txBody>
      </p:sp>
      <p:pic>
        <p:nvPicPr>
          <p:cNvPr id="1204" name="Google Shape;120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0471" y="5174682"/>
            <a:ext cx="1526501" cy="1621908"/>
          </a:xfrm>
          <a:prstGeom prst="rect">
            <a:avLst/>
          </a:prstGeom>
          <a:noFill/>
          <a:ln>
            <a:noFill/>
          </a:ln>
        </p:spPr>
      </p:pic>
      <p:sp>
        <p:nvSpPr>
          <p:cNvPr id="1205" name="Google Shape;1205;p20"/>
          <p:cNvSpPr txBox="1"/>
          <p:nvPr/>
        </p:nvSpPr>
        <p:spPr>
          <a:xfrm>
            <a:off x="1960924" y="5082112"/>
            <a:ext cx="14462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5        5      10</a:t>
            </a:r>
            <a:endParaRPr/>
          </a:p>
        </p:txBody>
      </p:sp>
      <p:sp>
        <p:nvSpPr>
          <p:cNvPr id="1206" name="Google Shape;1206;p20"/>
          <p:cNvSpPr txBox="1"/>
          <p:nvPr/>
        </p:nvSpPr>
        <p:spPr>
          <a:xfrm>
            <a:off x="1963421" y="5534666"/>
            <a:ext cx="14462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5        5      10</a:t>
            </a:r>
            <a:endParaRPr/>
          </a:p>
        </p:txBody>
      </p:sp>
      <p:sp>
        <p:nvSpPr>
          <p:cNvPr id="1207" name="Google Shape;1207;p20"/>
          <p:cNvSpPr txBox="1"/>
          <p:nvPr/>
        </p:nvSpPr>
        <p:spPr>
          <a:xfrm>
            <a:off x="1950742" y="5930886"/>
            <a:ext cx="13404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10      5       5</a:t>
            </a:r>
            <a:endParaRPr/>
          </a:p>
        </p:txBody>
      </p:sp>
      <p:sp>
        <p:nvSpPr>
          <p:cNvPr id="1208" name="Google Shape;1208;p20"/>
          <p:cNvSpPr txBox="1"/>
          <p:nvPr/>
        </p:nvSpPr>
        <p:spPr>
          <a:xfrm>
            <a:off x="1950742" y="6353256"/>
            <a:ext cx="13404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10      5       5</a:t>
            </a:r>
            <a:endParaRPr/>
          </a:p>
        </p:txBody>
      </p:sp>
      <p:pic>
        <p:nvPicPr>
          <p:cNvPr id="1209" name="Google Shape;1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7092" y="5147209"/>
            <a:ext cx="1526501" cy="1621908"/>
          </a:xfrm>
          <a:prstGeom prst="rect">
            <a:avLst/>
          </a:prstGeom>
          <a:noFill/>
          <a:ln>
            <a:noFill/>
          </a:ln>
        </p:spPr>
      </p:pic>
      <p:sp>
        <p:nvSpPr>
          <p:cNvPr id="1210" name="Google Shape;1210;p20"/>
          <p:cNvSpPr txBox="1"/>
          <p:nvPr/>
        </p:nvSpPr>
        <p:spPr>
          <a:xfrm>
            <a:off x="3677545" y="5054639"/>
            <a:ext cx="14462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1        9      10</a:t>
            </a:r>
            <a:endParaRPr/>
          </a:p>
        </p:txBody>
      </p:sp>
      <p:sp>
        <p:nvSpPr>
          <p:cNvPr id="1211" name="Google Shape;1211;p20"/>
          <p:cNvSpPr txBox="1"/>
          <p:nvPr/>
        </p:nvSpPr>
        <p:spPr>
          <a:xfrm>
            <a:off x="3680042" y="5507193"/>
            <a:ext cx="14462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9        1      10</a:t>
            </a:r>
            <a:endParaRPr/>
          </a:p>
        </p:txBody>
      </p:sp>
      <p:sp>
        <p:nvSpPr>
          <p:cNvPr id="1212" name="Google Shape;1212;p20"/>
          <p:cNvSpPr txBox="1"/>
          <p:nvPr/>
        </p:nvSpPr>
        <p:spPr>
          <a:xfrm>
            <a:off x="3667363" y="5903413"/>
            <a:ext cx="13404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10      1       9</a:t>
            </a:r>
            <a:endParaRPr/>
          </a:p>
        </p:txBody>
      </p:sp>
      <p:sp>
        <p:nvSpPr>
          <p:cNvPr id="1213" name="Google Shape;1213;p20"/>
          <p:cNvSpPr txBox="1"/>
          <p:nvPr/>
        </p:nvSpPr>
        <p:spPr>
          <a:xfrm>
            <a:off x="3667363" y="6325783"/>
            <a:ext cx="13404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10      9       1</a:t>
            </a:r>
            <a:endParaRPr/>
          </a:p>
        </p:txBody>
      </p:sp>
      <p:pic>
        <p:nvPicPr>
          <p:cNvPr id="1214" name="Google Shape;121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8820" y="5144087"/>
            <a:ext cx="1526501" cy="1621908"/>
          </a:xfrm>
          <a:prstGeom prst="rect">
            <a:avLst/>
          </a:prstGeom>
          <a:noFill/>
          <a:ln>
            <a:noFill/>
          </a:ln>
        </p:spPr>
      </p:pic>
      <p:sp>
        <p:nvSpPr>
          <p:cNvPr id="1215" name="Google Shape;1215;p20"/>
          <p:cNvSpPr txBox="1"/>
          <p:nvPr/>
        </p:nvSpPr>
        <p:spPr>
          <a:xfrm>
            <a:off x="5409273" y="5051517"/>
            <a:ext cx="14462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8        2      10</a:t>
            </a:r>
            <a:endParaRPr/>
          </a:p>
        </p:txBody>
      </p:sp>
      <p:sp>
        <p:nvSpPr>
          <p:cNvPr id="1216" name="Google Shape;1216;p20"/>
          <p:cNvSpPr txBox="1"/>
          <p:nvPr/>
        </p:nvSpPr>
        <p:spPr>
          <a:xfrm>
            <a:off x="5411770" y="5504071"/>
            <a:ext cx="14462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2        8      10</a:t>
            </a:r>
            <a:endParaRPr/>
          </a:p>
        </p:txBody>
      </p:sp>
      <p:sp>
        <p:nvSpPr>
          <p:cNvPr id="1217" name="Google Shape;1217;p20"/>
          <p:cNvSpPr txBox="1"/>
          <p:nvPr/>
        </p:nvSpPr>
        <p:spPr>
          <a:xfrm>
            <a:off x="5399091" y="5900291"/>
            <a:ext cx="13404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10      8       2</a:t>
            </a:r>
            <a:endParaRPr/>
          </a:p>
        </p:txBody>
      </p:sp>
      <p:sp>
        <p:nvSpPr>
          <p:cNvPr id="1218" name="Google Shape;1218;p20"/>
          <p:cNvSpPr txBox="1"/>
          <p:nvPr/>
        </p:nvSpPr>
        <p:spPr>
          <a:xfrm>
            <a:off x="5399091" y="6322661"/>
            <a:ext cx="13404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10      2       8</a:t>
            </a:r>
            <a:endParaRPr/>
          </a:p>
        </p:txBody>
      </p:sp>
      <p:pic>
        <p:nvPicPr>
          <p:cNvPr id="1219" name="Google Shape;121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718" y="8085777"/>
            <a:ext cx="1526501" cy="1621908"/>
          </a:xfrm>
          <a:prstGeom prst="rect">
            <a:avLst/>
          </a:prstGeom>
          <a:noFill/>
          <a:ln>
            <a:noFill/>
          </a:ln>
        </p:spPr>
      </p:pic>
      <p:sp>
        <p:nvSpPr>
          <p:cNvPr id="1220" name="Google Shape;1220;p20"/>
          <p:cNvSpPr txBox="1"/>
          <p:nvPr/>
        </p:nvSpPr>
        <p:spPr>
          <a:xfrm>
            <a:off x="236171" y="7993207"/>
            <a:ext cx="12763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3        4      7</a:t>
            </a:r>
            <a:endParaRPr/>
          </a:p>
        </p:txBody>
      </p:sp>
      <p:sp>
        <p:nvSpPr>
          <p:cNvPr id="1221" name="Google Shape;1221;p20"/>
          <p:cNvSpPr txBox="1"/>
          <p:nvPr/>
        </p:nvSpPr>
        <p:spPr>
          <a:xfrm>
            <a:off x="238668" y="8445761"/>
            <a:ext cx="12763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4        3      7</a:t>
            </a:r>
            <a:endParaRPr/>
          </a:p>
        </p:txBody>
      </p:sp>
      <p:sp>
        <p:nvSpPr>
          <p:cNvPr id="1222" name="Google Shape;1222;p20"/>
          <p:cNvSpPr txBox="1"/>
          <p:nvPr/>
        </p:nvSpPr>
        <p:spPr>
          <a:xfrm>
            <a:off x="225989" y="8841981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7        3       4</a:t>
            </a:r>
            <a:endParaRPr/>
          </a:p>
        </p:txBody>
      </p:sp>
      <p:sp>
        <p:nvSpPr>
          <p:cNvPr id="1223" name="Google Shape;1223;p20"/>
          <p:cNvSpPr txBox="1"/>
          <p:nvPr/>
        </p:nvSpPr>
        <p:spPr>
          <a:xfrm>
            <a:off x="225989" y="9264351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7        4       3</a:t>
            </a:r>
            <a:endParaRPr/>
          </a:p>
        </p:txBody>
      </p:sp>
      <p:pic>
        <p:nvPicPr>
          <p:cNvPr id="1224" name="Google Shape;122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0471" y="8116372"/>
            <a:ext cx="1526501" cy="1621908"/>
          </a:xfrm>
          <a:prstGeom prst="rect">
            <a:avLst/>
          </a:prstGeom>
          <a:noFill/>
          <a:ln>
            <a:noFill/>
          </a:ln>
        </p:spPr>
      </p:pic>
      <p:sp>
        <p:nvSpPr>
          <p:cNvPr id="1225" name="Google Shape;1225;p20"/>
          <p:cNvSpPr txBox="1"/>
          <p:nvPr/>
        </p:nvSpPr>
        <p:spPr>
          <a:xfrm>
            <a:off x="1960924" y="8023802"/>
            <a:ext cx="12763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4        4      8</a:t>
            </a:r>
            <a:endParaRPr/>
          </a:p>
        </p:txBody>
      </p:sp>
      <p:sp>
        <p:nvSpPr>
          <p:cNvPr id="1226" name="Google Shape;1226;p20"/>
          <p:cNvSpPr txBox="1"/>
          <p:nvPr/>
        </p:nvSpPr>
        <p:spPr>
          <a:xfrm>
            <a:off x="1963421" y="8476356"/>
            <a:ext cx="12763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4        4      8</a:t>
            </a:r>
            <a:endParaRPr/>
          </a:p>
        </p:txBody>
      </p:sp>
      <p:sp>
        <p:nvSpPr>
          <p:cNvPr id="1227" name="Google Shape;1227;p20"/>
          <p:cNvSpPr txBox="1"/>
          <p:nvPr/>
        </p:nvSpPr>
        <p:spPr>
          <a:xfrm>
            <a:off x="1950742" y="8872576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8        4       4</a:t>
            </a:r>
            <a:endParaRPr/>
          </a:p>
        </p:txBody>
      </p:sp>
      <p:sp>
        <p:nvSpPr>
          <p:cNvPr id="1228" name="Google Shape;1228;p20"/>
          <p:cNvSpPr txBox="1"/>
          <p:nvPr/>
        </p:nvSpPr>
        <p:spPr>
          <a:xfrm>
            <a:off x="1950742" y="9294946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8        4       4</a:t>
            </a:r>
            <a:endParaRPr/>
          </a:p>
        </p:txBody>
      </p:sp>
      <p:pic>
        <p:nvPicPr>
          <p:cNvPr id="1229" name="Google Shape;122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7092" y="8088899"/>
            <a:ext cx="1526501" cy="1621908"/>
          </a:xfrm>
          <a:prstGeom prst="rect">
            <a:avLst/>
          </a:prstGeom>
          <a:noFill/>
          <a:ln>
            <a:noFill/>
          </a:ln>
        </p:spPr>
      </p:pic>
      <p:sp>
        <p:nvSpPr>
          <p:cNvPr id="1230" name="Google Shape;1230;p20"/>
          <p:cNvSpPr txBox="1"/>
          <p:nvPr/>
        </p:nvSpPr>
        <p:spPr>
          <a:xfrm>
            <a:off x="3677545" y="7996329"/>
            <a:ext cx="12763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4        2      6</a:t>
            </a:r>
            <a:endParaRPr/>
          </a:p>
        </p:txBody>
      </p:sp>
      <p:sp>
        <p:nvSpPr>
          <p:cNvPr id="1231" name="Google Shape;1231;p20"/>
          <p:cNvSpPr txBox="1"/>
          <p:nvPr/>
        </p:nvSpPr>
        <p:spPr>
          <a:xfrm>
            <a:off x="3680042" y="8448883"/>
            <a:ext cx="12763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2        4      6</a:t>
            </a:r>
            <a:endParaRPr/>
          </a:p>
        </p:txBody>
      </p:sp>
      <p:sp>
        <p:nvSpPr>
          <p:cNvPr id="1232" name="Google Shape;1232;p20"/>
          <p:cNvSpPr txBox="1"/>
          <p:nvPr/>
        </p:nvSpPr>
        <p:spPr>
          <a:xfrm>
            <a:off x="3667363" y="8845103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6        4       2</a:t>
            </a:r>
            <a:endParaRPr/>
          </a:p>
        </p:txBody>
      </p:sp>
      <p:sp>
        <p:nvSpPr>
          <p:cNvPr id="1233" name="Google Shape;1233;p20"/>
          <p:cNvSpPr txBox="1"/>
          <p:nvPr/>
        </p:nvSpPr>
        <p:spPr>
          <a:xfrm>
            <a:off x="3667363" y="9267473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6        2       4</a:t>
            </a:r>
            <a:endParaRPr/>
          </a:p>
        </p:txBody>
      </p:sp>
      <p:pic>
        <p:nvPicPr>
          <p:cNvPr id="1234" name="Google Shape;123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8820" y="8085777"/>
            <a:ext cx="1526501" cy="1621908"/>
          </a:xfrm>
          <a:prstGeom prst="rect">
            <a:avLst/>
          </a:prstGeom>
          <a:noFill/>
          <a:ln>
            <a:noFill/>
          </a:ln>
        </p:spPr>
      </p:pic>
      <p:sp>
        <p:nvSpPr>
          <p:cNvPr id="1235" name="Google Shape;1235;p20"/>
          <p:cNvSpPr txBox="1"/>
          <p:nvPr/>
        </p:nvSpPr>
        <p:spPr>
          <a:xfrm>
            <a:off x="5409273" y="7993207"/>
            <a:ext cx="12763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4        5      9</a:t>
            </a:r>
            <a:endParaRPr/>
          </a:p>
        </p:txBody>
      </p:sp>
      <p:sp>
        <p:nvSpPr>
          <p:cNvPr id="1236" name="Google Shape;1236;p20"/>
          <p:cNvSpPr txBox="1"/>
          <p:nvPr/>
        </p:nvSpPr>
        <p:spPr>
          <a:xfrm>
            <a:off x="5411770" y="8445761"/>
            <a:ext cx="12763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5        4      9</a:t>
            </a:r>
            <a:endParaRPr/>
          </a:p>
        </p:txBody>
      </p:sp>
      <p:sp>
        <p:nvSpPr>
          <p:cNvPr id="1237" name="Google Shape;1237;p20"/>
          <p:cNvSpPr txBox="1"/>
          <p:nvPr/>
        </p:nvSpPr>
        <p:spPr>
          <a:xfrm>
            <a:off x="5399091" y="8841981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9        4       5</a:t>
            </a:r>
            <a:endParaRPr/>
          </a:p>
        </p:txBody>
      </p:sp>
      <p:sp>
        <p:nvSpPr>
          <p:cNvPr id="1238" name="Google Shape;1238;p20"/>
          <p:cNvSpPr txBox="1"/>
          <p:nvPr/>
        </p:nvSpPr>
        <p:spPr>
          <a:xfrm>
            <a:off x="5399091" y="9264351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9        5       4</a:t>
            </a:r>
            <a:endParaRPr/>
          </a:p>
        </p:txBody>
      </p:sp>
      <p:sp>
        <p:nvSpPr>
          <p:cNvPr id="1239" name="Google Shape;1239;p20"/>
          <p:cNvSpPr txBox="1"/>
          <p:nvPr/>
        </p:nvSpPr>
        <p:spPr>
          <a:xfrm>
            <a:off x="106955" y="64913"/>
            <a:ext cx="2331735" cy="27699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Fact families from bar models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5" name="Google Shape;1245;p21"/>
          <p:cNvGrpSpPr/>
          <p:nvPr/>
        </p:nvGrpSpPr>
        <p:grpSpPr>
          <a:xfrm>
            <a:off x="175824" y="386824"/>
            <a:ext cx="1406607" cy="764171"/>
            <a:chOff x="60434" y="4991469"/>
            <a:chExt cx="2147856" cy="585005"/>
          </a:xfrm>
        </p:grpSpPr>
        <p:sp>
          <p:nvSpPr>
            <p:cNvPr id="1246" name="Google Shape;1246;p21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7" name="Google Shape;1247;p21"/>
            <p:cNvSpPr/>
            <p:nvPr/>
          </p:nvSpPr>
          <p:spPr>
            <a:xfrm>
              <a:off x="60434" y="5280836"/>
              <a:ext cx="1610055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8" name="Google Shape;1248;p21"/>
            <p:cNvSpPr/>
            <p:nvPr/>
          </p:nvSpPr>
          <p:spPr>
            <a:xfrm>
              <a:off x="1670489" y="5281001"/>
              <a:ext cx="537801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9" name="Google Shape;1249;p21"/>
          <p:cNvGrpSpPr/>
          <p:nvPr/>
        </p:nvGrpSpPr>
        <p:grpSpPr>
          <a:xfrm>
            <a:off x="1909405" y="374536"/>
            <a:ext cx="1406607" cy="764171"/>
            <a:chOff x="60434" y="4991469"/>
            <a:chExt cx="2147856" cy="585005"/>
          </a:xfrm>
        </p:grpSpPr>
        <p:sp>
          <p:nvSpPr>
            <p:cNvPr id="1250" name="Google Shape;1250;p21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1" name="Google Shape;1251;p21"/>
            <p:cNvSpPr/>
            <p:nvPr/>
          </p:nvSpPr>
          <p:spPr>
            <a:xfrm>
              <a:off x="60434" y="5280836"/>
              <a:ext cx="934586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2" name="Google Shape;1252;p21"/>
            <p:cNvSpPr/>
            <p:nvPr/>
          </p:nvSpPr>
          <p:spPr>
            <a:xfrm>
              <a:off x="995022" y="5281001"/>
              <a:ext cx="121326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3" name="Google Shape;1253;p21"/>
          <p:cNvGrpSpPr/>
          <p:nvPr/>
        </p:nvGrpSpPr>
        <p:grpSpPr>
          <a:xfrm>
            <a:off x="3613864" y="386824"/>
            <a:ext cx="1406607" cy="764171"/>
            <a:chOff x="60434" y="4991469"/>
            <a:chExt cx="2147856" cy="585005"/>
          </a:xfrm>
        </p:grpSpPr>
        <p:sp>
          <p:nvSpPr>
            <p:cNvPr id="1254" name="Google Shape;1254;p21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5" name="Google Shape;1255;p21"/>
            <p:cNvSpPr/>
            <p:nvPr/>
          </p:nvSpPr>
          <p:spPr>
            <a:xfrm>
              <a:off x="60434" y="5280836"/>
              <a:ext cx="479775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6" name="Google Shape;1256;p21"/>
            <p:cNvSpPr/>
            <p:nvPr/>
          </p:nvSpPr>
          <p:spPr>
            <a:xfrm>
              <a:off x="540209" y="5281001"/>
              <a:ext cx="1668081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7" name="Google Shape;1257;p21"/>
          <p:cNvGrpSpPr/>
          <p:nvPr/>
        </p:nvGrpSpPr>
        <p:grpSpPr>
          <a:xfrm>
            <a:off x="5318323" y="386824"/>
            <a:ext cx="1406607" cy="764171"/>
            <a:chOff x="60434" y="4991469"/>
            <a:chExt cx="2147856" cy="585005"/>
          </a:xfrm>
        </p:grpSpPr>
        <p:sp>
          <p:nvSpPr>
            <p:cNvPr id="1258" name="Google Shape;1258;p21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9" name="Google Shape;1259;p21"/>
            <p:cNvSpPr/>
            <p:nvPr/>
          </p:nvSpPr>
          <p:spPr>
            <a:xfrm>
              <a:off x="60434" y="5280836"/>
              <a:ext cx="1415187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0" name="Google Shape;1260;p21"/>
            <p:cNvSpPr/>
            <p:nvPr/>
          </p:nvSpPr>
          <p:spPr>
            <a:xfrm>
              <a:off x="1475622" y="5281001"/>
              <a:ext cx="732666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1" name="Google Shape;1261;p21"/>
          <p:cNvSpPr txBox="1"/>
          <p:nvPr/>
        </p:nvSpPr>
        <p:spPr>
          <a:xfrm>
            <a:off x="8707" y="74142"/>
            <a:ext cx="2664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p21"/>
          <p:cNvSpPr txBox="1"/>
          <p:nvPr/>
        </p:nvSpPr>
        <p:spPr>
          <a:xfrm>
            <a:off x="1717409" y="74142"/>
            <a:ext cx="26802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3" name="Google Shape;1263;p21"/>
          <p:cNvSpPr txBox="1"/>
          <p:nvPr/>
        </p:nvSpPr>
        <p:spPr>
          <a:xfrm>
            <a:off x="3419158" y="86955"/>
            <a:ext cx="3016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4" name="Google Shape;1264;p21"/>
          <p:cNvSpPr txBox="1"/>
          <p:nvPr/>
        </p:nvSpPr>
        <p:spPr>
          <a:xfrm>
            <a:off x="5150446" y="86955"/>
            <a:ext cx="2664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65" name="Google Shape;1265;p21"/>
          <p:cNvGrpSpPr/>
          <p:nvPr/>
        </p:nvGrpSpPr>
        <p:grpSpPr>
          <a:xfrm>
            <a:off x="210038" y="3658401"/>
            <a:ext cx="1406607" cy="764171"/>
            <a:chOff x="60434" y="4991469"/>
            <a:chExt cx="2147856" cy="585005"/>
          </a:xfrm>
        </p:grpSpPr>
        <p:sp>
          <p:nvSpPr>
            <p:cNvPr id="1266" name="Google Shape;1266;p21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" name="Google Shape;1267;p21"/>
            <p:cNvSpPr/>
            <p:nvPr/>
          </p:nvSpPr>
          <p:spPr>
            <a:xfrm>
              <a:off x="60434" y="5280836"/>
              <a:ext cx="1313774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8" name="Google Shape;1268;p21"/>
            <p:cNvSpPr/>
            <p:nvPr/>
          </p:nvSpPr>
          <p:spPr>
            <a:xfrm>
              <a:off x="1374210" y="5281001"/>
              <a:ext cx="834079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69" name="Google Shape;1269;p21"/>
          <p:cNvGrpSpPr/>
          <p:nvPr/>
        </p:nvGrpSpPr>
        <p:grpSpPr>
          <a:xfrm>
            <a:off x="1943619" y="3646113"/>
            <a:ext cx="1406607" cy="764171"/>
            <a:chOff x="60434" y="4991469"/>
            <a:chExt cx="2147856" cy="585005"/>
          </a:xfrm>
        </p:grpSpPr>
        <p:sp>
          <p:nvSpPr>
            <p:cNvPr id="1270" name="Google Shape;1270;p21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1" name="Google Shape;1271;p21"/>
            <p:cNvSpPr/>
            <p:nvPr/>
          </p:nvSpPr>
          <p:spPr>
            <a:xfrm>
              <a:off x="60434" y="5280836"/>
              <a:ext cx="1465809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15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2" name="Google Shape;1272;p21"/>
            <p:cNvSpPr/>
            <p:nvPr/>
          </p:nvSpPr>
          <p:spPr>
            <a:xfrm>
              <a:off x="1526245" y="5281001"/>
              <a:ext cx="682044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3" name="Google Shape;1273;p21"/>
          <p:cNvGrpSpPr/>
          <p:nvPr/>
        </p:nvGrpSpPr>
        <p:grpSpPr>
          <a:xfrm>
            <a:off x="3648078" y="3658401"/>
            <a:ext cx="1406607" cy="764171"/>
            <a:chOff x="60434" y="4991469"/>
            <a:chExt cx="2147856" cy="585005"/>
          </a:xfrm>
        </p:grpSpPr>
        <p:sp>
          <p:nvSpPr>
            <p:cNvPr id="1274" name="Google Shape;1274;p21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5" name="Google Shape;1275;p21"/>
            <p:cNvSpPr/>
            <p:nvPr/>
          </p:nvSpPr>
          <p:spPr>
            <a:xfrm>
              <a:off x="60434" y="5280836"/>
              <a:ext cx="637574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6" name="Google Shape;1276;p21"/>
            <p:cNvSpPr/>
            <p:nvPr/>
          </p:nvSpPr>
          <p:spPr>
            <a:xfrm>
              <a:off x="698009" y="5281001"/>
              <a:ext cx="1510279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7" name="Google Shape;1277;p21"/>
          <p:cNvGrpSpPr/>
          <p:nvPr/>
        </p:nvGrpSpPr>
        <p:grpSpPr>
          <a:xfrm>
            <a:off x="5352537" y="3658401"/>
            <a:ext cx="1406607" cy="764171"/>
            <a:chOff x="60434" y="4991469"/>
            <a:chExt cx="2147856" cy="585005"/>
          </a:xfrm>
        </p:grpSpPr>
        <p:sp>
          <p:nvSpPr>
            <p:cNvPr id="1278" name="Google Shape;1278;p21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9" name="Google Shape;1279;p21"/>
            <p:cNvSpPr/>
            <p:nvPr/>
          </p:nvSpPr>
          <p:spPr>
            <a:xfrm>
              <a:off x="60434" y="5280836"/>
              <a:ext cx="87854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0" name="Google Shape;1280;p21"/>
            <p:cNvSpPr/>
            <p:nvPr/>
          </p:nvSpPr>
          <p:spPr>
            <a:xfrm>
              <a:off x="938982" y="5281001"/>
              <a:ext cx="126930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13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1" name="Google Shape;1281;p21"/>
          <p:cNvSpPr txBox="1"/>
          <p:nvPr/>
        </p:nvSpPr>
        <p:spPr>
          <a:xfrm>
            <a:off x="42921" y="3345719"/>
            <a:ext cx="3545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2" name="Google Shape;1282;p21"/>
          <p:cNvSpPr txBox="1"/>
          <p:nvPr/>
        </p:nvSpPr>
        <p:spPr>
          <a:xfrm>
            <a:off x="1751623" y="3345719"/>
            <a:ext cx="3113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3" name="Google Shape;1283;p21"/>
          <p:cNvSpPr txBox="1"/>
          <p:nvPr/>
        </p:nvSpPr>
        <p:spPr>
          <a:xfrm>
            <a:off x="3453372" y="3358532"/>
            <a:ext cx="31290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4" name="Google Shape;1284;p21"/>
          <p:cNvSpPr txBox="1"/>
          <p:nvPr/>
        </p:nvSpPr>
        <p:spPr>
          <a:xfrm>
            <a:off x="5184660" y="3358532"/>
            <a:ext cx="3113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85" name="Google Shape;1285;p21"/>
          <p:cNvGrpSpPr/>
          <p:nvPr/>
        </p:nvGrpSpPr>
        <p:grpSpPr>
          <a:xfrm>
            <a:off x="221498" y="6787595"/>
            <a:ext cx="1406607" cy="764171"/>
            <a:chOff x="60434" y="4991469"/>
            <a:chExt cx="2147856" cy="585005"/>
          </a:xfrm>
        </p:grpSpPr>
        <p:sp>
          <p:nvSpPr>
            <p:cNvPr id="1286" name="Google Shape;1286;p21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22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7" name="Google Shape;1287;p21"/>
            <p:cNvSpPr/>
            <p:nvPr/>
          </p:nvSpPr>
          <p:spPr>
            <a:xfrm>
              <a:off x="60436" y="5280836"/>
              <a:ext cx="56413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8" name="Google Shape;1288;p21"/>
            <p:cNvSpPr/>
            <p:nvPr/>
          </p:nvSpPr>
          <p:spPr>
            <a:xfrm>
              <a:off x="624572" y="5281001"/>
              <a:ext cx="158371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18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9" name="Google Shape;1289;p21"/>
          <p:cNvGrpSpPr/>
          <p:nvPr/>
        </p:nvGrpSpPr>
        <p:grpSpPr>
          <a:xfrm>
            <a:off x="1955079" y="6775307"/>
            <a:ext cx="1406607" cy="764171"/>
            <a:chOff x="60434" y="4991469"/>
            <a:chExt cx="2147856" cy="585005"/>
          </a:xfrm>
        </p:grpSpPr>
        <p:sp>
          <p:nvSpPr>
            <p:cNvPr id="1290" name="Google Shape;1290;p21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18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1" name="Google Shape;1291;p21"/>
            <p:cNvSpPr/>
            <p:nvPr/>
          </p:nvSpPr>
          <p:spPr>
            <a:xfrm>
              <a:off x="60436" y="5280836"/>
              <a:ext cx="964530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2" name="Google Shape;1292;p21"/>
            <p:cNvSpPr/>
            <p:nvPr/>
          </p:nvSpPr>
          <p:spPr>
            <a:xfrm>
              <a:off x="1024966" y="5281001"/>
              <a:ext cx="1183324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93" name="Google Shape;1293;p21"/>
          <p:cNvGrpSpPr/>
          <p:nvPr/>
        </p:nvGrpSpPr>
        <p:grpSpPr>
          <a:xfrm>
            <a:off x="3659538" y="6787595"/>
            <a:ext cx="1406608" cy="764171"/>
            <a:chOff x="60434" y="4991469"/>
            <a:chExt cx="2147857" cy="585005"/>
          </a:xfrm>
        </p:grpSpPr>
        <p:sp>
          <p:nvSpPr>
            <p:cNvPr id="1294" name="Google Shape;1294;p21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25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5" name="Google Shape;1295;p21"/>
            <p:cNvSpPr/>
            <p:nvPr/>
          </p:nvSpPr>
          <p:spPr>
            <a:xfrm>
              <a:off x="60434" y="5280836"/>
              <a:ext cx="948920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13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6" name="Google Shape;1296;p21"/>
            <p:cNvSpPr/>
            <p:nvPr/>
          </p:nvSpPr>
          <p:spPr>
            <a:xfrm>
              <a:off x="1009355" y="5281001"/>
              <a:ext cx="1198936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97" name="Google Shape;1297;p21"/>
          <p:cNvGrpSpPr/>
          <p:nvPr/>
        </p:nvGrpSpPr>
        <p:grpSpPr>
          <a:xfrm>
            <a:off x="5363997" y="6787595"/>
            <a:ext cx="1406607" cy="764171"/>
            <a:chOff x="60434" y="4991469"/>
            <a:chExt cx="2147856" cy="585005"/>
          </a:xfrm>
        </p:grpSpPr>
        <p:sp>
          <p:nvSpPr>
            <p:cNvPr id="1298" name="Google Shape;1298;p21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9" name="Google Shape;1299;p21"/>
            <p:cNvSpPr/>
            <p:nvPr/>
          </p:nvSpPr>
          <p:spPr>
            <a:xfrm>
              <a:off x="60436" y="5280836"/>
              <a:ext cx="442151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0" name="Google Shape;1300;p21"/>
            <p:cNvSpPr/>
            <p:nvPr/>
          </p:nvSpPr>
          <p:spPr>
            <a:xfrm>
              <a:off x="502585" y="5281001"/>
              <a:ext cx="1705705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22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1" name="Google Shape;1301;p21"/>
          <p:cNvSpPr txBox="1"/>
          <p:nvPr/>
        </p:nvSpPr>
        <p:spPr>
          <a:xfrm>
            <a:off x="1161" y="6580345"/>
            <a:ext cx="3113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2" name="Google Shape;1302;p21"/>
          <p:cNvSpPr txBox="1"/>
          <p:nvPr/>
        </p:nvSpPr>
        <p:spPr>
          <a:xfrm>
            <a:off x="1709863" y="6580345"/>
            <a:ext cx="28405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3" name="Google Shape;1303;p21"/>
          <p:cNvSpPr txBox="1"/>
          <p:nvPr/>
        </p:nvSpPr>
        <p:spPr>
          <a:xfrm>
            <a:off x="3411612" y="6593158"/>
            <a:ext cx="2920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4" name="Google Shape;1304;p21"/>
          <p:cNvSpPr txBox="1"/>
          <p:nvPr/>
        </p:nvSpPr>
        <p:spPr>
          <a:xfrm>
            <a:off x="5142900" y="6593158"/>
            <a:ext cx="2824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5" name="Google Shape;1305;p21"/>
          <p:cNvSpPr txBox="1"/>
          <p:nvPr>
            <p:ph idx="12" type="sldNum"/>
          </p:nvPr>
        </p:nvSpPr>
        <p:spPr>
          <a:xfrm>
            <a:off x="5389829" y="9502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306" name="Google Shape;130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61" y="1281707"/>
            <a:ext cx="1526501" cy="1621908"/>
          </a:xfrm>
          <a:prstGeom prst="rect">
            <a:avLst/>
          </a:prstGeom>
          <a:noFill/>
          <a:ln>
            <a:noFill/>
          </a:ln>
        </p:spPr>
      </p:pic>
      <p:sp>
        <p:nvSpPr>
          <p:cNvPr id="1307" name="Google Shape;1307;p21"/>
          <p:cNvSpPr txBox="1"/>
          <p:nvPr/>
        </p:nvSpPr>
        <p:spPr>
          <a:xfrm>
            <a:off x="170414" y="1189137"/>
            <a:ext cx="14045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10      2      12</a:t>
            </a:r>
            <a:endParaRPr/>
          </a:p>
        </p:txBody>
      </p:sp>
      <p:sp>
        <p:nvSpPr>
          <p:cNvPr id="1308" name="Google Shape;1308;p21"/>
          <p:cNvSpPr txBox="1"/>
          <p:nvPr/>
        </p:nvSpPr>
        <p:spPr>
          <a:xfrm>
            <a:off x="172911" y="1641691"/>
            <a:ext cx="14045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2       10     12</a:t>
            </a:r>
            <a:endParaRPr/>
          </a:p>
        </p:txBody>
      </p:sp>
      <p:sp>
        <p:nvSpPr>
          <p:cNvPr id="1309" name="Google Shape;1309;p21"/>
          <p:cNvSpPr txBox="1"/>
          <p:nvPr/>
        </p:nvSpPr>
        <p:spPr>
          <a:xfrm>
            <a:off x="160232" y="2037911"/>
            <a:ext cx="13516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12     10      2</a:t>
            </a:r>
            <a:endParaRPr/>
          </a:p>
        </p:txBody>
      </p:sp>
      <p:sp>
        <p:nvSpPr>
          <p:cNvPr id="1310" name="Google Shape;1310;p21"/>
          <p:cNvSpPr txBox="1"/>
          <p:nvPr/>
        </p:nvSpPr>
        <p:spPr>
          <a:xfrm>
            <a:off x="160232" y="2460281"/>
            <a:ext cx="14574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12      2      10</a:t>
            </a:r>
            <a:endParaRPr/>
          </a:p>
        </p:txBody>
      </p:sp>
      <p:pic>
        <p:nvPicPr>
          <p:cNvPr id="1311" name="Google Shape;131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4714" y="1312302"/>
            <a:ext cx="1526501" cy="1621908"/>
          </a:xfrm>
          <a:prstGeom prst="rect">
            <a:avLst/>
          </a:prstGeom>
          <a:noFill/>
          <a:ln>
            <a:noFill/>
          </a:ln>
        </p:spPr>
      </p:pic>
      <p:sp>
        <p:nvSpPr>
          <p:cNvPr id="1312" name="Google Shape;1312;p21"/>
          <p:cNvSpPr txBox="1"/>
          <p:nvPr/>
        </p:nvSpPr>
        <p:spPr>
          <a:xfrm>
            <a:off x="1895167" y="1219732"/>
            <a:ext cx="13933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5        7      12</a:t>
            </a:r>
            <a:endParaRPr/>
          </a:p>
        </p:txBody>
      </p:sp>
      <p:sp>
        <p:nvSpPr>
          <p:cNvPr id="1313" name="Google Shape;1313;p21"/>
          <p:cNvSpPr txBox="1"/>
          <p:nvPr/>
        </p:nvSpPr>
        <p:spPr>
          <a:xfrm>
            <a:off x="1897664" y="1672286"/>
            <a:ext cx="13933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7        5      12</a:t>
            </a:r>
            <a:endParaRPr/>
          </a:p>
        </p:txBody>
      </p:sp>
      <p:sp>
        <p:nvSpPr>
          <p:cNvPr id="1314" name="Google Shape;1314;p21"/>
          <p:cNvSpPr txBox="1"/>
          <p:nvPr/>
        </p:nvSpPr>
        <p:spPr>
          <a:xfrm>
            <a:off x="1884985" y="2068506"/>
            <a:ext cx="13404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12      5       7</a:t>
            </a:r>
            <a:endParaRPr/>
          </a:p>
        </p:txBody>
      </p:sp>
      <p:sp>
        <p:nvSpPr>
          <p:cNvPr id="1315" name="Google Shape;1315;p21"/>
          <p:cNvSpPr txBox="1"/>
          <p:nvPr/>
        </p:nvSpPr>
        <p:spPr>
          <a:xfrm>
            <a:off x="1884985" y="2490876"/>
            <a:ext cx="13404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12      7       5</a:t>
            </a:r>
            <a:endParaRPr/>
          </a:p>
        </p:txBody>
      </p:sp>
      <p:pic>
        <p:nvPicPr>
          <p:cNvPr id="1316" name="Google Shape;131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1335" y="1284829"/>
            <a:ext cx="1526501" cy="1621908"/>
          </a:xfrm>
          <a:prstGeom prst="rect">
            <a:avLst/>
          </a:prstGeom>
          <a:noFill/>
          <a:ln>
            <a:noFill/>
          </a:ln>
        </p:spPr>
      </p:pic>
      <p:sp>
        <p:nvSpPr>
          <p:cNvPr id="1317" name="Google Shape;1317;p21"/>
          <p:cNvSpPr txBox="1"/>
          <p:nvPr/>
        </p:nvSpPr>
        <p:spPr>
          <a:xfrm>
            <a:off x="3611788" y="1192259"/>
            <a:ext cx="13933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3        8      11</a:t>
            </a:r>
            <a:endParaRPr/>
          </a:p>
        </p:txBody>
      </p:sp>
      <p:sp>
        <p:nvSpPr>
          <p:cNvPr id="1318" name="Google Shape;1318;p21"/>
          <p:cNvSpPr txBox="1"/>
          <p:nvPr/>
        </p:nvSpPr>
        <p:spPr>
          <a:xfrm>
            <a:off x="3614285" y="1644813"/>
            <a:ext cx="13933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8        3      11</a:t>
            </a:r>
            <a:endParaRPr/>
          </a:p>
        </p:txBody>
      </p:sp>
      <p:sp>
        <p:nvSpPr>
          <p:cNvPr id="1319" name="Google Shape;1319;p21"/>
          <p:cNvSpPr txBox="1"/>
          <p:nvPr/>
        </p:nvSpPr>
        <p:spPr>
          <a:xfrm>
            <a:off x="3601606" y="2041033"/>
            <a:ext cx="13404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11      3       8</a:t>
            </a:r>
            <a:endParaRPr/>
          </a:p>
        </p:txBody>
      </p:sp>
      <p:sp>
        <p:nvSpPr>
          <p:cNvPr id="1320" name="Google Shape;1320;p21"/>
          <p:cNvSpPr txBox="1"/>
          <p:nvPr/>
        </p:nvSpPr>
        <p:spPr>
          <a:xfrm>
            <a:off x="3601606" y="2463403"/>
            <a:ext cx="13404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11      8       3</a:t>
            </a:r>
            <a:endParaRPr/>
          </a:p>
        </p:txBody>
      </p:sp>
      <p:pic>
        <p:nvPicPr>
          <p:cNvPr id="1321" name="Google Shape;132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53063" y="1281707"/>
            <a:ext cx="1526501" cy="1621908"/>
          </a:xfrm>
          <a:prstGeom prst="rect">
            <a:avLst/>
          </a:prstGeom>
          <a:noFill/>
          <a:ln>
            <a:noFill/>
          </a:ln>
        </p:spPr>
      </p:pic>
      <p:sp>
        <p:nvSpPr>
          <p:cNvPr id="1322" name="Google Shape;1322;p21"/>
          <p:cNvSpPr txBox="1"/>
          <p:nvPr/>
        </p:nvSpPr>
        <p:spPr>
          <a:xfrm>
            <a:off x="5343516" y="1189137"/>
            <a:ext cx="14045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10      6      16</a:t>
            </a:r>
            <a:endParaRPr/>
          </a:p>
        </p:txBody>
      </p:sp>
      <p:sp>
        <p:nvSpPr>
          <p:cNvPr id="1323" name="Google Shape;1323;p21"/>
          <p:cNvSpPr txBox="1"/>
          <p:nvPr/>
        </p:nvSpPr>
        <p:spPr>
          <a:xfrm>
            <a:off x="5346013" y="1641691"/>
            <a:ext cx="14574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6       10     16</a:t>
            </a:r>
            <a:endParaRPr/>
          </a:p>
        </p:txBody>
      </p:sp>
      <p:sp>
        <p:nvSpPr>
          <p:cNvPr id="1324" name="Google Shape;1324;p21"/>
          <p:cNvSpPr txBox="1"/>
          <p:nvPr/>
        </p:nvSpPr>
        <p:spPr>
          <a:xfrm>
            <a:off x="5333334" y="2037911"/>
            <a:ext cx="14574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16     10       6</a:t>
            </a:r>
            <a:endParaRPr/>
          </a:p>
        </p:txBody>
      </p:sp>
      <p:sp>
        <p:nvSpPr>
          <p:cNvPr id="1325" name="Google Shape;1325;p21"/>
          <p:cNvSpPr txBox="1"/>
          <p:nvPr/>
        </p:nvSpPr>
        <p:spPr>
          <a:xfrm>
            <a:off x="5333334" y="2460281"/>
            <a:ext cx="14574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16      6       10</a:t>
            </a:r>
            <a:endParaRPr/>
          </a:p>
        </p:txBody>
      </p:sp>
      <p:grpSp>
        <p:nvGrpSpPr>
          <p:cNvPr id="1326" name="Google Shape;1326;p21"/>
          <p:cNvGrpSpPr/>
          <p:nvPr/>
        </p:nvGrpSpPr>
        <p:grpSpPr>
          <a:xfrm>
            <a:off x="141917" y="4529284"/>
            <a:ext cx="6710823" cy="1745073"/>
            <a:chOff x="105821" y="4859012"/>
            <a:chExt cx="6710823" cy="1745073"/>
          </a:xfrm>
        </p:grpSpPr>
        <p:pic>
          <p:nvPicPr>
            <p:cNvPr id="1327" name="Google Shape;1327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5821" y="4951582"/>
              <a:ext cx="1526501" cy="16219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8" name="Google Shape;1328;p21"/>
            <p:cNvSpPr txBox="1"/>
            <p:nvPr/>
          </p:nvSpPr>
          <p:spPr>
            <a:xfrm>
              <a:off x="196274" y="4859012"/>
              <a:ext cx="140455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12      8      20</a:t>
              </a:r>
              <a:endParaRPr/>
            </a:p>
          </p:txBody>
        </p:sp>
        <p:sp>
          <p:nvSpPr>
            <p:cNvPr id="1329" name="Google Shape;1329;p21"/>
            <p:cNvSpPr txBox="1"/>
            <p:nvPr/>
          </p:nvSpPr>
          <p:spPr>
            <a:xfrm>
              <a:off x="198771" y="5311566"/>
              <a:ext cx="140455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8       12     20</a:t>
              </a:r>
              <a:endParaRPr/>
            </a:p>
          </p:txBody>
        </p:sp>
        <p:sp>
          <p:nvSpPr>
            <p:cNvPr id="1330" name="Google Shape;1330;p21"/>
            <p:cNvSpPr txBox="1"/>
            <p:nvPr/>
          </p:nvSpPr>
          <p:spPr>
            <a:xfrm>
              <a:off x="186092" y="5707786"/>
              <a:ext cx="135165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20     12      8</a:t>
              </a:r>
              <a:endParaRPr/>
            </a:p>
          </p:txBody>
        </p:sp>
        <p:sp>
          <p:nvSpPr>
            <p:cNvPr id="1331" name="Google Shape;1331;p21"/>
            <p:cNvSpPr txBox="1"/>
            <p:nvPr/>
          </p:nvSpPr>
          <p:spPr>
            <a:xfrm>
              <a:off x="186092" y="6130156"/>
              <a:ext cx="140455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20      8      12</a:t>
              </a:r>
              <a:endParaRPr/>
            </a:p>
          </p:txBody>
        </p:sp>
        <p:pic>
          <p:nvPicPr>
            <p:cNvPr id="1332" name="Google Shape;1332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30574" y="4982177"/>
              <a:ext cx="1526501" cy="16219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3" name="Google Shape;1333;p21"/>
            <p:cNvSpPr txBox="1"/>
            <p:nvPr/>
          </p:nvSpPr>
          <p:spPr>
            <a:xfrm>
              <a:off x="1921027" y="4889607"/>
              <a:ext cx="140455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15      5      20</a:t>
              </a:r>
              <a:endParaRPr/>
            </a:p>
          </p:txBody>
        </p:sp>
        <p:sp>
          <p:nvSpPr>
            <p:cNvPr id="1334" name="Google Shape;1334;p21"/>
            <p:cNvSpPr txBox="1"/>
            <p:nvPr/>
          </p:nvSpPr>
          <p:spPr>
            <a:xfrm>
              <a:off x="1923524" y="5342161"/>
              <a:ext cx="140455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5       15     20</a:t>
              </a:r>
              <a:endParaRPr/>
            </a:p>
          </p:txBody>
        </p:sp>
        <p:sp>
          <p:nvSpPr>
            <p:cNvPr id="1335" name="Google Shape;1335;p21"/>
            <p:cNvSpPr txBox="1"/>
            <p:nvPr/>
          </p:nvSpPr>
          <p:spPr>
            <a:xfrm>
              <a:off x="1910845" y="5738381"/>
              <a:ext cx="129875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20     15     5</a:t>
              </a:r>
              <a:endParaRPr/>
            </a:p>
          </p:txBody>
        </p:sp>
        <p:sp>
          <p:nvSpPr>
            <p:cNvPr id="1336" name="Google Shape;1336;p21"/>
            <p:cNvSpPr txBox="1"/>
            <p:nvPr/>
          </p:nvSpPr>
          <p:spPr>
            <a:xfrm>
              <a:off x="1910845" y="6160751"/>
              <a:ext cx="145745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20      5       15</a:t>
              </a:r>
              <a:endParaRPr/>
            </a:p>
          </p:txBody>
        </p:sp>
        <p:pic>
          <p:nvPicPr>
            <p:cNvPr id="1337" name="Google Shape;1337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547195" y="4954704"/>
              <a:ext cx="1526501" cy="16219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8" name="Google Shape;1338;p21"/>
            <p:cNvSpPr txBox="1"/>
            <p:nvPr/>
          </p:nvSpPr>
          <p:spPr>
            <a:xfrm>
              <a:off x="3637648" y="4862134"/>
              <a:ext cx="140455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4       16     20</a:t>
              </a:r>
              <a:endParaRPr/>
            </a:p>
          </p:txBody>
        </p:sp>
        <p:sp>
          <p:nvSpPr>
            <p:cNvPr id="1339" name="Google Shape;1339;p21"/>
            <p:cNvSpPr txBox="1"/>
            <p:nvPr/>
          </p:nvSpPr>
          <p:spPr>
            <a:xfrm>
              <a:off x="3640145" y="5314688"/>
              <a:ext cx="135165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16     4      20</a:t>
              </a:r>
              <a:endParaRPr/>
            </a:p>
          </p:txBody>
        </p:sp>
        <p:sp>
          <p:nvSpPr>
            <p:cNvPr id="1340" name="Google Shape;1340;p21"/>
            <p:cNvSpPr txBox="1"/>
            <p:nvPr/>
          </p:nvSpPr>
          <p:spPr>
            <a:xfrm>
              <a:off x="3627466" y="5710908"/>
              <a:ext cx="145745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20      4      16</a:t>
              </a:r>
              <a:endParaRPr/>
            </a:p>
          </p:txBody>
        </p:sp>
        <p:sp>
          <p:nvSpPr>
            <p:cNvPr id="1341" name="Google Shape;1341;p21"/>
            <p:cNvSpPr txBox="1"/>
            <p:nvPr/>
          </p:nvSpPr>
          <p:spPr>
            <a:xfrm>
              <a:off x="3600170" y="6133278"/>
              <a:ext cx="135165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20     16      4</a:t>
              </a:r>
              <a:endParaRPr/>
            </a:p>
          </p:txBody>
        </p:sp>
        <p:pic>
          <p:nvPicPr>
            <p:cNvPr id="1342" name="Google Shape;1342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78923" y="4951582"/>
              <a:ext cx="1526501" cy="16219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3" name="Google Shape;1343;p21"/>
            <p:cNvSpPr txBox="1"/>
            <p:nvPr/>
          </p:nvSpPr>
          <p:spPr>
            <a:xfrm>
              <a:off x="5369376" y="4859012"/>
              <a:ext cx="140455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7       13     20</a:t>
              </a:r>
              <a:endParaRPr/>
            </a:p>
          </p:txBody>
        </p:sp>
        <p:sp>
          <p:nvSpPr>
            <p:cNvPr id="1344" name="Google Shape;1344;p21"/>
            <p:cNvSpPr txBox="1"/>
            <p:nvPr/>
          </p:nvSpPr>
          <p:spPr>
            <a:xfrm>
              <a:off x="5371873" y="5311566"/>
              <a:ext cx="140455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13      7      20</a:t>
              </a:r>
              <a:endParaRPr/>
            </a:p>
          </p:txBody>
        </p:sp>
        <p:sp>
          <p:nvSpPr>
            <p:cNvPr id="1345" name="Google Shape;1345;p21"/>
            <p:cNvSpPr txBox="1"/>
            <p:nvPr/>
          </p:nvSpPr>
          <p:spPr>
            <a:xfrm>
              <a:off x="5359194" y="5707786"/>
              <a:ext cx="145745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20      7      13</a:t>
              </a:r>
              <a:endParaRPr/>
            </a:p>
          </p:txBody>
        </p:sp>
        <p:sp>
          <p:nvSpPr>
            <p:cNvPr id="1346" name="Google Shape;1346;p21"/>
            <p:cNvSpPr txBox="1"/>
            <p:nvPr/>
          </p:nvSpPr>
          <p:spPr>
            <a:xfrm>
              <a:off x="5359194" y="6130156"/>
              <a:ext cx="135165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20     13      7</a:t>
              </a:r>
              <a:endParaRPr/>
            </a:p>
          </p:txBody>
        </p:sp>
      </p:grpSp>
      <p:pic>
        <p:nvPicPr>
          <p:cNvPr id="1347" name="Google Shape;134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882" y="7788563"/>
            <a:ext cx="1526501" cy="1621908"/>
          </a:xfrm>
          <a:prstGeom prst="rect">
            <a:avLst/>
          </a:prstGeom>
          <a:noFill/>
          <a:ln>
            <a:noFill/>
          </a:ln>
        </p:spPr>
      </p:pic>
      <p:sp>
        <p:nvSpPr>
          <p:cNvPr id="1348" name="Google Shape;1348;p21"/>
          <p:cNvSpPr txBox="1"/>
          <p:nvPr/>
        </p:nvSpPr>
        <p:spPr>
          <a:xfrm>
            <a:off x="227335" y="7695993"/>
            <a:ext cx="14574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4       18      22</a:t>
            </a:r>
            <a:endParaRPr/>
          </a:p>
        </p:txBody>
      </p:sp>
      <p:sp>
        <p:nvSpPr>
          <p:cNvPr id="1349" name="Google Shape;1349;p21"/>
          <p:cNvSpPr txBox="1"/>
          <p:nvPr/>
        </p:nvSpPr>
        <p:spPr>
          <a:xfrm>
            <a:off x="229832" y="8148547"/>
            <a:ext cx="14045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18      4      22</a:t>
            </a:r>
            <a:endParaRPr/>
          </a:p>
        </p:txBody>
      </p:sp>
      <p:sp>
        <p:nvSpPr>
          <p:cNvPr id="1350" name="Google Shape;1350;p21"/>
          <p:cNvSpPr txBox="1"/>
          <p:nvPr/>
        </p:nvSpPr>
        <p:spPr>
          <a:xfrm>
            <a:off x="217153" y="8544767"/>
            <a:ext cx="14574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22      4      18</a:t>
            </a:r>
            <a:endParaRPr/>
          </a:p>
        </p:txBody>
      </p:sp>
      <p:sp>
        <p:nvSpPr>
          <p:cNvPr id="1351" name="Google Shape;1351;p21"/>
          <p:cNvSpPr txBox="1"/>
          <p:nvPr/>
        </p:nvSpPr>
        <p:spPr>
          <a:xfrm>
            <a:off x="217153" y="8967137"/>
            <a:ext cx="14045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22     18      4</a:t>
            </a:r>
            <a:endParaRPr/>
          </a:p>
        </p:txBody>
      </p:sp>
      <p:pic>
        <p:nvPicPr>
          <p:cNvPr id="1352" name="Google Shape;135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1635" y="7819158"/>
            <a:ext cx="1526501" cy="1621908"/>
          </a:xfrm>
          <a:prstGeom prst="rect">
            <a:avLst/>
          </a:prstGeom>
          <a:noFill/>
          <a:ln>
            <a:noFill/>
          </a:ln>
        </p:spPr>
      </p:pic>
      <p:sp>
        <p:nvSpPr>
          <p:cNvPr id="1353" name="Google Shape;1353;p21"/>
          <p:cNvSpPr txBox="1"/>
          <p:nvPr/>
        </p:nvSpPr>
        <p:spPr>
          <a:xfrm>
            <a:off x="1952088" y="7726588"/>
            <a:ext cx="14574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6       12      18</a:t>
            </a:r>
            <a:endParaRPr/>
          </a:p>
        </p:txBody>
      </p:sp>
      <p:sp>
        <p:nvSpPr>
          <p:cNvPr id="1354" name="Google Shape;1354;p21"/>
          <p:cNvSpPr txBox="1"/>
          <p:nvPr/>
        </p:nvSpPr>
        <p:spPr>
          <a:xfrm>
            <a:off x="1954585" y="8179142"/>
            <a:ext cx="14045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12      6      18</a:t>
            </a:r>
            <a:endParaRPr/>
          </a:p>
        </p:txBody>
      </p:sp>
      <p:sp>
        <p:nvSpPr>
          <p:cNvPr id="1355" name="Google Shape;1355;p21"/>
          <p:cNvSpPr txBox="1"/>
          <p:nvPr/>
        </p:nvSpPr>
        <p:spPr>
          <a:xfrm>
            <a:off x="1941906" y="8575362"/>
            <a:ext cx="14574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18      6       12</a:t>
            </a:r>
            <a:endParaRPr/>
          </a:p>
        </p:txBody>
      </p:sp>
      <p:sp>
        <p:nvSpPr>
          <p:cNvPr id="1356" name="Google Shape;1356;p21"/>
          <p:cNvSpPr txBox="1"/>
          <p:nvPr/>
        </p:nvSpPr>
        <p:spPr>
          <a:xfrm>
            <a:off x="1941906" y="8997732"/>
            <a:ext cx="14574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18     12       6</a:t>
            </a:r>
            <a:endParaRPr/>
          </a:p>
        </p:txBody>
      </p:sp>
      <p:pic>
        <p:nvPicPr>
          <p:cNvPr id="1357" name="Google Shape;135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8256" y="7791685"/>
            <a:ext cx="1526501" cy="1621908"/>
          </a:xfrm>
          <a:prstGeom prst="rect">
            <a:avLst/>
          </a:prstGeom>
          <a:noFill/>
          <a:ln>
            <a:noFill/>
          </a:ln>
        </p:spPr>
      </p:pic>
      <p:sp>
        <p:nvSpPr>
          <p:cNvPr id="1358" name="Google Shape;1358;p21"/>
          <p:cNvSpPr txBox="1"/>
          <p:nvPr/>
        </p:nvSpPr>
        <p:spPr>
          <a:xfrm>
            <a:off x="3668709" y="7699115"/>
            <a:ext cx="14686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13     12     25</a:t>
            </a:r>
            <a:endParaRPr/>
          </a:p>
        </p:txBody>
      </p:sp>
      <p:sp>
        <p:nvSpPr>
          <p:cNvPr id="1359" name="Google Shape;1359;p21"/>
          <p:cNvSpPr txBox="1"/>
          <p:nvPr/>
        </p:nvSpPr>
        <p:spPr>
          <a:xfrm>
            <a:off x="3671206" y="8151669"/>
            <a:ext cx="14686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12     13     25</a:t>
            </a:r>
            <a:endParaRPr/>
          </a:p>
        </p:txBody>
      </p:sp>
      <p:sp>
        <p:nvSpPr>
          <p:cNvPr id="1360" name="Google Shape;1360;p21"/>
          <p:cNvSpPr txBox="1"/>
          <p:nvPr/>
        </p:nvSpPr>
        <p:spPr>
          <a:xfrm>
            <a:off x="3658527" y="8547889"/>
            <a:ext cx="14686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25     13      12</a:t>
            </a:r>
            <a:endParaRPr/>
          </a:p>
        </p:txBody>
      </p:sp>
      <p:sp>
        <p:nvSpPr>
          <p:cNvPr id="1361" name="Google Shape;1361;p21"/>
          <p:cNvSpPr txBox="1"/>
          <p:nvPr/>
        </p:nvSpPr>
        <p:spPr>
          <a:xfrm>
            <a:off x="3658527" y="8970259"/>
            <a:ext cx="14686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25     12      13</a:t>
            </a:r>
            <a:endParaRPr/>
          </a:p>
        </p:txBody>
      </p:sp>
      <p:pic>
        <p:nvPicPr>
          <p:cNvPr id="1362" name="Google Shape;136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9984" y="7788563"/>
            <a:ext cx="1526501" cy="1621908"/>
          </a:xfrm>
          <a:prstGeom prst="rect">
            <a:avLst/>
          </a:prstGeom>
          <a:noFill/>
          <a:ln>
            <a:noFill/>
          </a:ln>
        </p:spPr>
      </p:pic>
      <p:sp>
        <p:nvSpPr>
          <p:cNvPr id="1363" name="Google Shape;1363;p21"/>
          <p:cNvSpPr txBox="1"/>
          <p:nvPr/>
        </p:nvSpPr>
        <p:spPr>
          <a:xfrm>
            <a:off x="5400437" y="7695993"/>
            <a:ext cx="14574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8       22      30</a:t>
            </a:r>
            <a:endParaRPr/>
          </a:p>
        </p:txBody>
      </p:sp>
      <p:sp>
        <p:nvSpPr>
          <p:cNvPr id="1364" name="Google Shape;1364;p21"/>
          <p:cNvSpPr txBox="1"/>
          <p:nvPr/>
        </p:nvSpPr>
        <p:spPr>
          <a:xfrm>
            <a:off x="5402934" y="8148547"/>
            <a:ext cx="14045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22      8      30</a:t>
            </a:r>
            <a:endParaRPr/>
          </a:p>
        </p:txBody>
      </p:sp>
      <p:sp>
        <p:nvSpPr>
          <p:cNvPr id="1365" name="Google Shape;1365;p21"/>
          <p:cNvSpPr txBox="1"/>
          <p:nvPr/>
        </p:nvSpPr>
        <p:spPr>
          <a:xfrm>
            <a:off x="5390255" y="8544767"/>
            <a:ext cx="14574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30      8       22</a:t>
            </a:r>
            <a:endParaRPr/>
          </a:p>
        </p:txBody>
      </p:sp>
      <p:sp>
        <p:nvSpPr>
          <p:cNvPr id="1366" name="Google Shape;1366;p21"/>
          <p:cNvSpPr txBox="1"/>
          <p:nvPr/>
        </p:nvSpPr>
        <p:spPr>
          <a:xfrm>
            <a:off x="5390255" y="8967137"/>
            <a:ext cx="14574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30      22      8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1" name="Google Shape;1371;p22"/>
          <p:cNvGrpSpPr/>
          <p:nvPr/>
        </p:nvGrpSpPr>
        <p:grpSpPr>
          <a:xfrm>
            <a:off x="159068" y="5268889"/>
            <a:ext cx="6539865" cy="4411980"/>
            <a:chOff x="159068" y="5268889"/>
            <a:chExt cx="6539865" cy="4411980"/>
          </a:xfrm>
        </p:grpSpPr>
        <p:grpSp>
          <p:nvGrpSpPr>
            <p:cNvPr id="1372" name="Google Shape;1372;p22"/>
            <p:cNvGrpSpPr/>
            <p:nvPr/>
          </p:nvGrpSpPr>
          <p:grpSpPr>
            <a:xfrm>
              <a:off x="159068" y="5299369"/>
              <a:ext cx="6539864" cy="4381500"/>
              <a:chOff x="159068" y="5311167"/>
              <a:chExt cx="6539864" cy="4381500"/>
            </a:xfrm>
          </p:grpSpPr>
          <p:pic>
            <p:nvPicPr>
              <p:cNvPr id="1373" name="Google Shape;1373;p2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59068" y="5311167"/>
                <a:ext cx="5514975" cy="43815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74" name="Google Shape;1374;p22"/>
              <p:cNvPicPr preferRelativeResize="0"/>
              <p:nvPr/>
            </p:nvPicPr>
            <p:blipFill rotWithShape="1">
              <a:blip r:embed="rId3">
                <a:alphaModFix/>
              </a:blip>
              <a:srcRect b="0" l="69735" r="3662" t="0"/>
              <a:stretch/>
            </p:blipFill>
            <p:spPr>
              <a:xfrm>
                <a:off x="5231750" y="5311167"/>
                <a:ext cx="1467182" cy="43815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75" name="Google Shape;1375;p22"/>
              <p:cNvPicPr preferRelativeResize="0"/>
              <p:nvPr/>
            </p:nvPicPr>
            <p:blipFill rotWithShape="1">
              <a:blip r:embed="rId3">
                <a:alphaModFix/>
              </a:blip>
              <a:srcRect b="0" l="6619" r="0" t="0"/>
              <a:stretch/>
            </p:blipFill>
            <p:spPr>
              <a:xfrm>
                <a:off x="936852" y="5311167"/>
                <a:ext cx="5149954" cy="4381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76" name="Google Shape;1376;p22"/>
            <p:cNvSpPr/>
            <p:nvPr/>
          </p:nvSpPr>
          <p:spPr>
            <a:xfrm>
              <a:off x="159069" y="5268889"/>
              <a:ext cx="6539864" cy="1273416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77" name="Google Shape;1377;p22"/>
          <p:cNvSpPr txBox="1"/>
          <p:nvPr/>
        </p:nvSpPr>
        <p:spPr>
          <a:xfrm>
            <a:off x="69859" y="145731"/>
            <a:ext cx="6736200" cy="338554"/>
          </a:xfrm>
          <a:prstGeom prst="rect">
            <a:avLst/>
          </a:prstGeom>
          <a:solidFill>
            <a:srgbClr val="7E234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GB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Skills Check</a:t>
            </a:r>
            <a:endParaRPr b="1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agnostic Question 146318 Thumbnail" id="1378" name="Google Shape;1378;p22"/>
          <p:cNvPicPr preferRelativeResize="0"/>
          <p:nvPr/>
        </p:nvPicPr>
        <p:blipFill rotWithShape="1">
          <a:blip r:embed="rId4">
            <a:alphaModFix/>
          </a:blip>
          <a:srcRect b="7347" l="0" r="0" t="11097"/>
          <a:stretch/>
        </p:blipFill>
        <p:spPr>
          <a:xfrm>
            <a:off x="3612661" y="3759155"/>
            <a:ext cx="3245339" cy="19850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79" name="Google Shape;1379;p22"/>
          <p:cNvCxnSpPr/>
          <p:nvPr/>
        </p:nvCxnSpPr>
        <p:spPr>
          <a:xfrm>
            <a:off x="74730" y="3393382"/>
            <a:ext cx="67362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80" name="Google Shape;1380;p22"/>
          <p:cNvCxnSpPr>
            <a:stCxn id="1377" idx="2"/>
            <a:endCxn id="1381" idx="2"/>
          </p:cNvCxnSpPr>
          <p:nvPr/>
        </p:nvCxnSpPr>
        <p:spPr>
          <a:xfrm>
            <a:off x="3437959" y="484285"/>
            <a:ext cx="0" cy="5749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82" name="Google Shape;1382;p22"/>
          <p:cNvSpPr txBox="1"/>
          <p:nvPr/>
        </p:nvSpPr>
        <p:spPr>
          <a:xfrm>
            <a:off x="21731" y="496643"/>
            <a:ext cx="3016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3" name="Google Shape;1383;p22"/>
          <p:cNvSpPr txBox="1"/>
          <p:nvPr/>
        </p:nvSpPr>
        <p:spPr>
          <a:xfrm>
            <a:off x="3547631" y="496643"/>
            <a:ext cx="3016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4" name="Google Shape;1384;p22"/>
          <p:cNvSpPr txBox="1"/>
          <p:nvPr/>
        </p:nvSpPr>
        <p:spPr>
          <a:xfrm>
            <a:off x="21731" y="3393382"/>
            <a:ext cx="319792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Which calculation is missing from the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family?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5" name="Google Shape;1385;p22"/>
          <p:cNvSpPr txBox="1"/>
          <p:nvPr/>
        </p:nvSpPr>
        <p:spPr>
          <a:xfrm>
            <a:off x="3547631" y="3393382"/>
            <a:ext cx="3016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6" name="Google Shape;1386;p22"/>
          <p:cNvSpPr txBox="1"/>
          <p:nvPr/>
        </p:nvSpPr>
        <p:spPr>
          <a:xfrm>
            <a:off x="199711" y="1825049"/>
            <a:ext cx="305359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 both addition facts from this bar model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7" name="Google Shape;1387;p22"/>
          <p:cNvSpPr txBox="1"/>
          <p:nvPr/>
        </p:nvSpPr>
        <p:spPr>
          <a:xfrm>
            <a:off x="1082309" y="3832821"/>
            <a:ext cx="109517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+ 6 = 11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 + 5 = 11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 – 6 = 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8" name="Google Shape;1388;p22"/>
          <p:cNvSpPr txBox="1"/>
          <p:nvPr/>
        </p:nvSpPr>
        <p:spPr>
          <a:xfrm>
            <a:off x="185429" y="5174056"/>
            <a:ext cx="120097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lphaLcParenR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 – 5 = 6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    6 – 11 = 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9" name="Google Shape;1389;p22"/>
          <p:cNvSpPr txBox="1"/>
          <p:nvPr/>
        </p:nvSpPr>
        <p:spPr>
          <a:xfrm>
            <a:off x="1965871" y="5174549"/>
            <a:ext cx="118814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   5 – 6 = 11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   5 – 11 = 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90" name="Google Shape;1390;p22"/>
          <p:cNvGrpSpPr/>
          <p:nvPr/>
        </p:nvGrpSpPr>
        <p:grpSpPr>
          <a:xfrm>
            <a:off x="965290" y="838782"/>
            <a:ext cx="1406607" cy="764171"/>
            <a:chOff x="60434" y="4991469"/>
            <a:chExt cx="2147856" cy="585005"/>
          </a:xfrm>
        </p:grpSpPr>
        <p:sp>
          <p:nvSpPr>
            <p:cNvPr id="1391" name="Google Shape;1391;p22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2" name="Google Shape;1392;p22"/>
            <p:cNvSpPr/>
            <p:nvPr/>
          </p:nvSpPr>
          <p:spPr>
            <a:xfrm>
              <a:off x="60434" y="5280836"/>
              <a:ext cx="87854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3" name="Google Shape;1393;p22"/>
            <p:cNvSpPr/>
            <p:nvPr/>
          </p:nvSpPr>
          <p:spPr>
            <a:xfrm>
              <a:off x="938982" y="5281001"/>
              <a:ext cx="126930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4" name="Google Shape;1394;p22"/>
          <p:cNvGrpSpPr/>
          <p:nvPr/>
        </p:nvGrpSpPr>
        <p:grpSpPr>
          <a:xfrm>
            <a:off x="4425864" y="862765"/>
            <a:ext cx="1406607" cy="764171"/>
            <a:chOff x="60434" y="4991469"/>
            <a:chExt cx="2147856" cy="585005"/>
          </a:xfrm>
        </p:grpSpPr>
        <p:sp>
          <p:nvSpPr>
            <p:cNvPr id="1395" name="Google Shape;1395;p22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6" name="Google Shape;1396;p22"/>
            <p:cNvSpPr/>
            <p:nvPr/>
          </p:nvSpPr>
          <p:spPr>
            <a:xfrm>
              <a:off x="60434" y="5280836"/>
              <a:ext cx="87854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7" name="Google Shape;1397;p22"/>
            <p:cNvSpPr/>
            <p:nvPr/>
          </p:nvSpPr>
          <p:spPr>
            <a:xfrm>
              <a:off x="938982" y="5281001"/>
              <a:ext cx="126930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98" name="Google Shape;1398;p22"/>
          <p:cNvSpPr txBox="1"/>
          <p:nvPr/>
        </p:nvSpPr>
        <p:spPr>
          <a:xfrm>
            <a:off x="3664337" y="1836084"/>
            <a:ext cx="32453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 both subtraction facts from this bar model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9" name="Google Shape;1399;p22"/>
          <p:cNvSpPr txBox="1"/>
          <p:nvPr>
            <p:ph idx="12" type="sldNum"/>
          </p:nvPr>
        </p:nvSpPr>
        <p:spPr>
          <a:xfrm>
            <a:off x="5389829" y="9502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1" name="Google Shape;1381;p22"/>
          <p:cNvSpPr/>
          <p:nvPr/>
        </p:nvSpPr>
        <p:spPr>
          <a:xfrm>
            <a:off x="69859" y="145731"/>
            <a:ext cx="6736200" cy="60885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00" name="Google Shape;1400;p22"/>
          <p:cNvGrpSpPr/>
          <p:nvPr/>
        </p:nvGrpSpPr>
        <p:grpSpPr>
          <a:xfrm>
            <a:off x="738595" y="2184135"/>
            <a:ext cx="1940329" cy="388212"/>
            <a:chOff x="258320" y="1806520"/>
            <a:chExt cx="2923791" cy="388212"/>
          </a:xfrm>
        </p:grpSpPr>
        <p:sp>
          <p:nvSpPr>
            <p:cNvPr id="1401" name="Google Shape;1401;p22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1402" name="Google Shape;1402;p22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1403" name="Google Shape;1403;p22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/>
            </a:p>
          </p:txBody>
        </p:sp>
        <p:sp>
          <p:nvSpPr>
            <p:cNvPr id="1404" name="Google Shape;1404;p22"/>
            <p:cNvSpPr txBox="1"/>
            <p:nvPr/>
          </p:nvSpPr>
          <p:spPr>
            <a:xfrm>
              <a:off x="783942" y="1806520"/>
              <a:ext cx="590446" cy="307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405" name="Google Shape;1405;p22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406" name="Google Shape;1406;p22"/>
          <p:cNvGrpSpPr/>
          <p:nvPr/>
        </p:nvGrpSpPr>
        <p:grpSpPr>
          <a:xfrm>
            <a:off x="738595" y="2606984"/>
            <a:ext cx="1940329" cy="388212"/>
            <a:chOff x="258320" y="1806520"/>
            <a:chExt cx="2923791" cy="388212"/>
          </a:xfrm>
        </p:grpSpPr>
        <p:sp>
          <p:nvSpPr>
            <p:cNvPr id="1407" name="Google Shape;1407;p22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1408" name="Google Shape;1408;p22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1409" name="Google Shape;1409;p22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/>
            </a:p>
          </p:txBody>
        </p:sp>
        <p:sp>
          <p:nvSpPr>
            <p:cNvPr id="1410" name="Google Shape;1410;p22"/>
            <p:cNvSpPr txBox="1"/>
            <p:nvPr/>
          </p:nvSpPr>
          <p:spPr>
            <a:xfrm>
              <a:off x="783942" y="1806520"/>
              <a:ext cx="590446" cy="307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411" name="Google Shape;1411;p22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412" name="Google Shape;1412;p22"/>
          <p:cNvGrpSpPr/>
          <p:nvPr/>
        </p:nvGrpSpPr>
        <p:grpSpPr>
          <a:xfrm>
            <a:off x="4151845" y="2222876"/>
            <a:ext cx="1940329" cy="388212"/>
            <a:chOff x="258320" y="1806520"/>
            <a:chExt cx="2923791" cy="388212"/>
          </a:xfrm>
        </p:grpSpPr>
        <p:sp>
          <p:nvSpPr>
            <p:cNvPr id="1413" name="Google Shape;1413;p22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/>
            </a:p>
          </p:txBody>
        </p:sp>
        <p:sp>
          <p:nvSpPr>
            <p:cNvPr id="1414" name="Google Shape;1414;p22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1415" name="Google Shape;1415;p22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1416" name="Google Shape;1416;p22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417" name="Google Shape;1417;p22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418" name="Google Shape;1418;p22"/>
          <p:cNvGrpSpPr/>
          <p:nvPr/>
        </p:nvGrpSpPr>
        <p:grpSpPr>
          <a:xfrm>
            <a:off x="4151845" y="2645725"/>
            <a:ext cx="1940329" cy="388212"/>
            <a:chOff x="258320" y="1806520"/>
            <a:chExt cx="2923791" cy="388212"/>
          </a:xfrm>
        </p:grpSpPr>
        <p:sp>
          <p:nvSpPr>
            <p:cNvPr id="1419" name="Google Shape;1419;p22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/>
            </a:p>
          </p:txBody>
        </p:sp>
        <p:sp>
          <p:nvSpPr>
            <p:cNvPr id="1420" name="Google Shape;1420;p22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1421" name="Google Shape;1421;p22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1422" name="Google Shape;1422;p22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423" name="Google Shape;1423;p22"/>
            <p:cNvSpPr txBox="1"/>
            <p:nvPr/>
          </p:nvSpPr>
          <p:spPr>
            <a:xfrm>
              <a:off x="1809753" y="1825400"/>
              <a:ext cx="590445" cy="307777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sp>
        <p:nvSpPr>
          <p:cNvPr id="1424" name="Google Shape;1424;p22"/>
          <p:cNvSpPr/>
          <p:nvPr/>
        </p:nvSpPr>
        <p:spPr>
          <a:xfrm>
            <a:off x="69859" y="5033150"/>
            <a:ext cx="1200969" cy="501351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5" name="Google Shape;1425;p22"/>
          <p:cNvSpPr/>
          <p:nvPr/>
        </p:nvSpPr>
        <p:spPr>
          <a:xfrm>
            <a:off x="4492927" y="5021794"/>
            <a:ext cx="728333" cy="811201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