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A570E1-551D-4697-B887-133A37AC7CF7}">
  <a:tblStyle styleId="{B0A570E1-551D-4697-B887-133A37AC7CF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22800" y="921528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106852" y="3841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1163950"/>
                <a:gridCol w="1826775"/>
                <a:gridCol w="1826775"/>
                <a:gridCol w="18267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1" name="Google Shape;91;p13"/>
          <p:cNvGrpSpPr/>
          <p:nvPr/>
        </p:nvGrpSpPr>
        <p:grpSpPr>
          <a:xfrm>
            <a:off x="1317958" y="4228561"/>
            <a:ext cx="5418378" cy="1197252"/>
            <a:chOff x="280324" y="4331428"/>
            <a:chExt cx="5886113" cy="1197252"/>
          </a:xfrm>
        </p:grpSpPr>
        <p:pic>
          <p:nvPicPr>
            <p:cNvPr descr="A screenshot of a computer&#10;&#10;Description automatically generated" id="92" name="Google Shape;92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93" name="Google Shape;93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329894" y="4333711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94" name="Google Shape;94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364648" y="433142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3"/>
          <p:cNvGrpSpPr/>
          <p:nvPr/>
        </p:nvGrpSpPr>
        <p:grpSpPr>
          <a:xfrm>
            <a:off x="1372025" y="5999314"/>
            <a:ext cx="5323881" cy="1203422"/>
            <a:chOff x="280324" y="4331428"/>
            <a:chExt cx="5783459" cy="1203422"/>
          </a:xfrm>
        </p:grpSpPr>
        <p:pic>
          <p:nvPicPr>
            <p:cNvPr descr="A screenshot of a computer&#10;&#10;Description automatically generated" id="96" name="Google Shape;96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97" name="Google Shape;97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302015" y="433142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98" name="Google Shape;98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261994" y="4339881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3"/>
          <p:cNvGrpSpPr/>
          <p:nvPr/>
        </p:nvGrpSpPr>
        <p:grpSpPr>
          <a:xfrm>
            <a:off x="1351540" y="7767784"/>
            <a:ext cx="5344366" cy="1194970"/>
            <a:chOff x="567670" y="4371729"/>
            <a:chExt cx="5805712" cy="1194970"/>
          </a:xfrm>
        </p:grpSpPr>
        <p:pic>
          <p:nvPicPr>
            <p:cNvPr descr="A screenshot of a computer&#10;&#10;Description automatically generated" id="100" name="Google Shape;100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567670" y="4371730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01" name="Google Shape;101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611615" y="4371730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02" name="Google Shape;102;p13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571593" y="43717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3"/>
          <p:cNvSpPr/>
          <p:nvPr/>
        </p:nvSpPr>
        <p:spPr>
          <a:xfrm>
            <a:off x="86108" y="325988"/>
            <a:ext cx="6679742" cy="12526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N3.16 -</a:t>
            </a:r>
            <a:r>
              <a:rPr b="0" i="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Decimal Multiplication: Decimal by a Decimal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86108" y="3249311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two ‘zero point’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941" y="696592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5991" y="936341"/>
            <a:ext cx="54174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formal methods of multiplication.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apply formal methods of multiplication to decimals.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the knowledge of multiplication to solve problems in context.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763432" y="690712"/>
            <a:ext cx="875561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964844" y="362940"/>
            <a:ext cx="4871848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multiply decimals by decimals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456709" y="356206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5092931" y="356316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233064" y="355797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5228289" y="626792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0.021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3330299" y="625780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0.048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5228289" y="783226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0.0021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3330299" y="78221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0.0048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147596" y="475529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0.21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249606" y="474517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0.48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534532" y="632551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534532" y="788985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1453839" y="48128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91618" y="1652679"/>
            <a:ext cx="6689472" cy="14364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23707" y="1616035"/>
            <a:ext cx="27782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 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106852" y="1834077"/>
            <a:ext cx="6768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multiply a decimal by another decimal, it works just like multiplying whole numbers—you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need to place the decimal point correctly. You will use your knowledge of multiplying by 10, 100,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1,000 to make the numbers easier to work with. Correct place value is key to getting accurate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14"/>
          <p:cNvGraphicFramePr/>
          <p:nvPr/>
        </p:nvGraphicFramePr>
        <p:xfrm>
          <a:off x="166051" y="17977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" name="Google Shape;130;p14"/>
          <p:cNvSpPr txBox="1"/>
          <p:nvPr>
            <p:ph idx="12" type="sldNum"/>
          </p:nvPr>
        </p:nvSpPr>
        <p:spPr>
          <a:xfrm>
            <a:off x="5314950" y="95634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147001" y="31297"/>
            <a:ext cx="1137954" cy="4068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32" name="Google Shape;132;p14"/>
          <p:cNvGraphicFramePr/>
          <p:nvPr/>
        </p:nvGraphicFramePr>
        <p:xfrm>
          <a:off x="166051" y="4763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33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3" name="Google Shape;133;p14"/>
          <p:cNvGrpSpPr/>
          <p:nvPr/>
        </p:nvGrpSpPr>
        <p:grpSpPr>
          <a:xfrm>
            <a:off x="368928" y="838707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34" name="Google Shape;134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35" name="Google Shape;13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36" name="Google Shape;13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4"/>
          <p:cNvSpPr txBox="1"/>
          <p:nvPr/>
        </p:nvSpPr>
        <p:spPr>
          <a:xfrm>
            <a:off x="1284955" y="179628"/>
            <a:ext cx="34330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Work out the following: </a:t>
            </a:r>
            <a:endParaRPr/>
          </a:p>
        </p:txBody>
      </p:sp>
      <p:grpSp>
        <p:nvGrpSpPr>
          <p:cNvPr id="138" name="Google Shape;138;p14"/>
          <p:cNvGrpSpPr/>
          <p:nvPr/>
        </p:nvGrpSpPr>
        <p:grpSpPr>
          <a:xfrm>
            <a:off x="381019" y="390824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39" name="Google Shape;139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0" name="Google Shape;140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1" name="Google Shape;141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4"/>
          <p:cNvGrpSpPr/>
          <p:nvPr/>
        </p:nvGrpSpPr>
        <p:grpSpPr>
          <a:xfrm>
            <a:off x="381019" y="544289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43" name="Google Shape;143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4" name="Google Shape;144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5" name="Google Shape;14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14"/>
          <p:cNvGrpSpPr/>
          <p:nvPr/>
        </p:nvGrpSpPr>
        <p:grpSpPr>
          <a:xfrm>
            <a:off x="381019" y="699048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8" name="Google Shape;148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9" name="Google Shape;149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14"/>
          <p:cNvGrpSpPr/>
          <p:nvPr/>
        </p:nvGrpSpPr>
        <p:grpSpPr>
          <a:xfrm>
            <a:off x="381019" y="8509407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51" name="Google Shape;151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2" name="Google Shape;152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3" name="Google Shape;153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4" name="Google Shape;154;p14"/>
          <p:cNvGraphicFramePr/>
          <p:nvPr/>
        </p:nvGraphicFramePr>
        <p:xfrm>
          <a:off x="166051" y="6656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5" name="Google Shape;155;p14"/>
          <p:cNvGrpSpPr/>
          <p:nvPr/>
        </p:nvGrpSpPr>
        <p:grpSpPr>
          <a:xfrm>
            <a:off x="357729" y="2377579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56" name="Google Shape;15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7" name="Google Shape;157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8" name="Google Shape;158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4"/>
          <p:cNvSpPr txBox="1"/>
          <p:nvPr/>
        </p:nvSpPr>
        <p:spPr>
          <a:xfrm>
            <a:off x="586951" y="124449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0.06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4973329" y="124449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0.36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2781626" y="124449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0.14</a:t>
            </a:r>
            <a:endParaRPr/>
          </a:p>
        </p:txBody>
      </p:sp>
      <p:grpSp>
        <p:nvGrpSpPr>
          <p:cNvPr id="162" name="Google Shape;162;p14"/>
          <p:cNvGrpSpPr/>
          <p:nvPr/>
        </p:nvGrpSpPr>
        <p:grpSpPr>
          <a:xfrm>
            <a:off x="381019" y="237378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63" name="Google Shape;163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64" name="Google Shape;164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65" name="Google Shape;16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14"/>
          <p:cNvGrpSpPr/>
          <p:nvPr/>
        </p:nvGrpSpPr>
        <p:grpSpPr>
          <a:xfrm>
            <a:off x="381019" y="390824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67" name="Google Shape;167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68" name="Google Shape;168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69" name="Google Shape;169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14"/>
          <p:cNvGrpSpPr/>
          <p:nvPr/>
        </p:nvGrpSpPr>
        <p:grpSpPr>
          <a:xfrm>
            <a:off x="381019" y="544289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71" name="Google Shape;171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72" name="Google Shape;172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73" name="Google Shape;173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14"/>
          <p:cNvGrpSpPr/>
          <p:nvPr/>
        </p:nvGrpSpPr>
        <p:grpSpPr>
          <a:xfrm>
            <a:off x="381019" y="699048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75" name="Google Shape;17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76" name="Google Shape;17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77" name="Google Shape;177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14"/>
          <p:cNvSpPr txBox="1"/>
          <p:nvPr/>
        </p:nvSpPr>
        <p:spPr>
          <a:xfrm>
            <a:off x="588813" y="272877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0.48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4917314" y="277121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2746938" y="272877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588813" y="436435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4917314" y="44067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0.08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2746938" y="436435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588813" y="59030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0.035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4917314" y="594548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0.056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2746938" y="590304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0.008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588813" y="737999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0.054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4917314" y="742243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0.0024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2746938" y="737999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0.0024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534369" y="895298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0.0006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4862870" y="89954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0.0018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2692494" y="895298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0.0018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15"/>
          <p:cNvGraphicFramePr/>
          <p:nvPr/>
        </p:nvGraphicFramePr>
        <p:xfrm>
          <a:off x="142761" y="1309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4680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9" name="Google Shape;199;p15"/>
          <p:cNvGrpSpPr/>
          <p:nvPr/>
        </p:nvGrpSpPr>
        <p:grpSpPr>
          <a:xfrm>
            <a:off x="328451" y="207789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00" name="Google Shape;200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1" name="Google Shape;201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2" name="Google Shape;202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5284470" y="93483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04" name="Google Shape;204;p15"/>
          <p:cNvGraphicFramePr/>
          <p:nvPr/>
        </p:nvGraphicFramePr>
        <p:xfrm>
          <a:off x="142761" y="2407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5" name="Google Shape;205;p15"/>
          <p:cNvGrpSpPr/>
          <p:nvPr/>
        </p:nvGrpSpPr>
        <p:grpSpPr>
          <a:xfrm>
            <a:off x="358345" y="557632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06" name="Google Shape;206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7" name="Google Shape;207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8" name="Google Shape;208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15"/>
          <p:cNvSpPr txBox="1"/>
          <p:nvPr/>
        </p:nvSpPr>
        <p:spPr>
          <a:xfrm>
            <a:off x="1486981" y="375930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– I do…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5048226" y="376113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3216662" y="375624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137332" y="3428923"/>
            <a:ext cx="6014442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any two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15"/>
          <p:cNvGraphicFramePr/>
          <p:nvPr/>
        </p:nvGraphicFramePr>
        <p:xfrm>
          <a:off x="106852" y="40484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1163950"/>
                <a:gridCol w="1826775"/>
                <a:gridCol w="1826775"/>
                <a:gridCol w="18267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14" name="Google Shape;214;p15"/>
          <p:cNvGrpSpPr/>
          <p:nvPr/>
        </p:nvGrpSpPr>
        <p:grpSpPr>
          <a:xfrm>
            <a:off x="1310878" y="4441984"/>
            <a:ext cx="5418378" cy="1197252"/>
            <a:chOff x="280324" y="4331428"/>
            <a:chExt cx="5886113" cy="1197252"/>
          </a:xfrm>
        </p:grpSpPr>
        <p:pic>
          <p:nvPicPr>
            <p:cNvPr descr="A screenshot of a computer&#10;&#10;Description automatically generated" id="215" name="Google Shape;215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16" name="Google Shape;216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329894" y="4333711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17" name="Google Shape;217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364648" y="433142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15"/>
          <p:cNvGrpSpPr/>
          <p:nvPr/>
        </p:nvGrpSpPr>
        <p:grpSpPr>
          <a:xfrm>
            <a:off x="1349524" y="6207060"/>
            <a:ext cx="5323881" cy="1203422"/>
            <a:chOff x="280324" y="4331428"/>
            <a:chExt cx="5783459" cy="1203422"/>
          </a:xfrm>
        </p:grpSpPr>
        <p:pic>
          <p:nvPicPr>
            <p:cNvPr descr="A screenshot of a computer&#10;&#10;Description automatically generated" id="219" name="Google Shape;219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0" name="Google Shape;220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302015" y="4331428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1" name="Google Shape;221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261994" y="4339881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" name="Google Shape;222;p15"/>
          <p:cNvGrpSpPr/>
          <p:nvPr/>
        </p:nvGrpSpPr>
        <p:grpSpPr>
          <a:xfrm>
            <a:off x="1329039" y="8014207"/>
            <a:ext cx="5344366" cy="1194970"/>
            <a:chOff x="567670" y="4371729"/>
            <a:chExt cx="5805712" cy="1194970"/>
          </a:xfrm>
        </p:grpSpPr>
        <p:pic>
          <p:nvPicPr>
            <p:cNvPr descr="A screenshot of a computer&#10;&#10;Description automatically generated" id="223" name="Google Shape;223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567670" y="4371730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4" name="Google Shape;224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611615" y="4371730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5" name="Google Shape;225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571593" y="43717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15"/>
          <p:cNvGrpSpPr/>
          <p:nvPr/>
        </p:nvGrpSpPr>
        <p:grpSpPr>
          <a:xfrm>
            <a:off x="328451" y="207789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27" name="Google Shape;227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8" name="Google Shape;228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9" name="Google Shape;229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" name="Google Shape;230;p15"/>
          <p:cNvSpPr txBox="1"/>
          <p:nvPr/>
        </p:nvSpPr>
        <p:spPr>
          <a:xfrm>
            <a:off x="535629" y="24480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0.00072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4864130" y="249050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0.000015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2693754" y="24480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0.00016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566139" y="94787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0.0048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4894640" y="99031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0.00014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2724264" y="94787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0.002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1486981" y="49266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5099199" y="495295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3289798" y="49266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0.68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1499332" y="65130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8.4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5111550" y="653937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3.91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3302149" y="65130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24.48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1591616" y="812256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74.9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5203834" y="814885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2.691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3394433" y="812256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23.328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16"/>
          <p:cNvGrpSpPr/>
          <p:nvPr/>
        </p:nvGrpSpPr>
        <p:grpSpPr>
          <a:xfrm>
            <a:off x="321153" y="66261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50" name="Google Shape;250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51" name="Google Shape;251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52" name="Google Shape;25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53" name="Google Shape;253;p16"/>
          <p:cNvGraphicFramePr/>
          <p:nvPr/>
        </p:nvGraphicFramePr>
        <p:xfrm>
          <a:off x="106185" y="64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274325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16"/>
          <p:cNvSpPr/>
          <p:nvPr/>
        </p:nvSpPr>
        <p:spPr>
          <a:xfrm>
            <a:off x="98473" y="54443"/>
            <a:ext cx="1858730" cy="25467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55" name="Google Shape;255;p16"/>
          <p:cNvSpPr txBox="1"/>
          <p:nvPr>
            <p:ph idx="12" type="sldNum"/>
          </p:nvPr>
        </p:nvSpPr>
        <p:spPr>
          <a:xfrm>
            <a:off x="5375770" y="942577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1964915" y="63859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Work out: </a:t>
            </a:r>
            <a:endParaRPr/>
          </a:p>
        </p:txBody>
      </p:sp>
      <p:graphicFrame>
        <p:nvGraphicFramePr>
          <p:cNvPr id="257" name="Google Shape;257;p16"/>
          <p:cNvGraphicFramePr/>
          <p:nvPr/>
        </p:nvGraphicFramePr>
        <p:xfrm>
          <a:off x="98473" y="18791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8" name="Google Shape;258;p16"/>
          <p:cNvGrpSpPr/>
          <p:nvPr/>
        </p:nvGrpSpPr>
        <p:grpSpPr>
          <a:xfrm>
            <a:off x="313441" y="222772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59" name="Google Shape;259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0" name="Google Shape;260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1" name="Google Shape;261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2" name="Google Shape;262;p16"/>
          <p:cNvGrpSpPr/>
          <p:nvPr/>
        </p:nvGrpSpPr>
        <p:grpSpPr>
          <a:xfrm>
            <a:off x="313441" y="377274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63" name="Google Shape;263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4" name="Google Shape;26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5" name="Google Shape;265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" name="Google Shape;266;p16"/>
          <p:cNvGrpSpPr/>
          <p:nvPr/>
        </p:nvGrpSpPr>
        <p:grpSpPr>
          <a:xfrm>
            <a:off x="313441" y="531776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67" name="Google Shape;267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8" name="Google Shape;268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9" name="Google Shape;269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" name="Google Shape;270;p16"/>
          <p:cNvGrpSpPr/>
          <p:nvPr/>
        </p:nvGrpSpPr>
        <p:grpSpPr>
          <a:xfrm>
            <a:off x="342250" y="6902552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71" name="Google Shape;271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2" name="Google Shape;27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3" name="Google Shape;273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4" name="Google Shape;274;p16"/>
          <p:cNvGrpSpPr/>
          <p:nvPr/>
        </p:nvGrpSpPr>
        <p:grpSpPr>
          <a:xfrm>
            <a:off x="313441" y="848734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75" name="Google Shape;275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6" name="Google Shape;27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7" name="Google Shape;277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16"/>
          <p:cNvSpPr txBox="1"/>
          <p:nvPr/>
        </p:nvSpPr>
        <p:spPr>
          <a:xfrm>
            <a:off x="540107" y="102766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1.55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4913032" y="106426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3.78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2756089" y="105394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1.89</a:t>
            </a:r>
            <a:endParaRPr/>
          </a:p>
        </p:txBody>
      </p:sp>
      <p:grpSp>
        <p:nvGrpSpPr>
          <p:cNvPr id="281" name="Google Shape;281;p16"/>
          <p:cNvGrpSpPr/>
          <p:nvPr/>
        </p:nvGrpSpPr>
        <p:grpSpPr>
          <a:xfrm>
            <a:off x="313441" y="222772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82" name="Google Shape;28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3" name="Google Shape;283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4" name="Google Shape;28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16"/>
          <p:cNvGrpSpPr/>
          <p:nvPr/>
        </p:nvGrpSpPr>
        <p:grpSpPr>
          <a:xfrm>
            <a:off x="313441" y="377274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86" name="Google Shape;28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7" name="Google Shape;287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8" name="Google Shape;288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" name="Google Shape;289;p16"/>
          <p:cNvGrpSpPr/>
          <p:nvPr/>
        </p:nvGrpSpPr>
        <p:grpSpPr>
          <a:xfrm>
            <a:off x="313441" y="531776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90" name="Google Shape;290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1" name="Google Shape;291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2" name="Google Shape;29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16"/>
          <p:cNvGrpSpPr/>
          <p:nvPr/>
        </p:nvGrpSpPr>
        <p:grpSpPr>
          <a:xfrm>
            <a:off x="342250" y="6902552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94" name="Google Shape;29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5" name="Google Shape;295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96" name="Google Shape;29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16"/>
          <p:cNvSpPr txBox="1"/>
          <p:nvPr/>
        </p:nvSpPr>
        <p:spPr>
          <a:xfrm>
            <a:off x="517690" y="264182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5.52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4890615" y="26784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7.68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2733672" y="266810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4.32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511420" y="418421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11.83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4884345" y="422082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7.31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2727402" y="421050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42.35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511420" y="573972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46.06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4884345" y="577633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0.144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2727402" y="576601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0.091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540229" y="727154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0.486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4913154" y="730815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3.071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2756211" y="729783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0.0846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527978" y="883739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2.59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4900903" y="887399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0.0228</a:t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2743960" y="886368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0.188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7"/>
          <p:cNvGrpSpPr/>
          <p:nvPr/>
        </p:nvGrpSpPr>
        <p:grpSpPr>
          <a:xfrm>
            <a:off x="377867" y="706579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18" name="Google Shape;318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19" name="Google Shape;319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0" name="Google Shape;320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17"/>
          <p:cNvGrpSpPr/>
          <p:nvPr/>
        </p:nvGrpSpPr>
        <p:grpSpPr>
          <a:xfrm>
            <a:off x="327249" y="296755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22" name="Google Shape;322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3" name="Google Shape;323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4" name="Google Shape;324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5" name="Google Shape;325;p17"/>
          <p:cNvGrpSpPr/>
          <p:nvPr/>
        </p:nvGrpSpPr>
        <p:grpSpPr>
          <a:xfrm>
            <a:off x="377867" y="478439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26" name="Google Shape;326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7" name="Google Shape;327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8" name="Google Shape;328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9" name="Google Shape;329;p17"/>
          <p:cNvGrpSpPr/>
          <p:nvPr/>
        </p:nvGrpSpPr>
        <p:grpSpPr>
          <a:xfrm>
            <a:off x="377867" y="660122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30" name="Google Shape;330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31" name="Google Shape;331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32" name="Google Shape;332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33" name="Google Shape;333;p17"/>
          <p:cNvGraphicFramePr/>
          <p:nvPr/>
        </p:nvGraphicFramePr>
        <p:xfrm>
          <a:off x="162899" y="217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2190825"/>
                <a:gridCol w="2190825"/>
                <a:gridCol w="2190825"/>
              </a:tblGrid>
              <a:tr h="33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3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17"/>
          <p:cNvSpPr txBox="1"/>
          <p:nvPr>
            <p:ph idx="12" type="sldNum"/>
          </p:nvPr>
        </p:nvSpPr>
        <p:spPr>
          <a:xfrm>
            <a:off x="5222807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559953" y="111001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0.0273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4932878" y="114661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0.405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2775935" y="113630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0.1008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538613" y="326669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1.806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4911538" y="330330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1.666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2754595" y="329298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8.448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589231" y="509402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2.3548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4962156" y="513062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65.78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2805213" y="512030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15.498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589231" y="685788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1.6017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4962156" y="68944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31.518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2805213" y="688416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1.4796</a:t>
            </a:r>
            <a:endParaRPr/>
          </a:p>
        </p:txBody>
      </p:sp>
      <p:pic>
        <p:nvPicPr>
          <p:cNvPr descr="A picture containing chart&#10;&#10;Description automatically generated" id="347" name="Google Shape;347;p17"/>
          <p:cNvPicPr preferRelativeResize="0"/>
          <p:nvPr/>
        </p:nvPicPr>
        <p:blipFill rotWithShape="1">
          <a:blip r:embed="rId4">
            <a:alphaModFix/>
          </a:blip>
          <a:srcRect b="4701" l="0" r="0" t="59872"/>
          <a:stretch/>
        </p:blipFill>
        <p:spPr>
          <a:xfrm>
            <a:off x="164101" y="8125676"/>
            <a:ext cx="6572477" cy="1478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" name="Google Shape;352;p18"/>
          <p:cNvGraphicFramePr/>
          <p:nvPr/>
        </p:nvGraphicFramePr>
        <p:xfrm>
          <a:off x="164101" y="632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{B0A570E1-551D-4697-B887-133A37AC7CF7}</a:tableStyleId>
              </a:tblPr>
              <a:tblGrid>
                <a:gridCol w="3286250"/>
                <a:gridCol w="3286250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Mr.Jenkins is building a fence for his garden.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fence costs £12.60 per metre to build.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fence is 5.3 metres long.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Work out the total cost of building the fence.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Joanne is baking some cupcakes for a party. The recipe states she needs 84.5g sugar to make 6 cupcakes. She wants to multiply each ingredient by 4.5 to make 27 cupcakes. How much sugar does she need?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Here are the prices of some fruit in a shop.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Find the total cost of 1.2kg of apples, 3.5kg of oranges and 1.9kg of bananas.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area of a field is 94.8m</a:t>
                      </a:r>
                      <a:r>
                        <a:rPr baseline="30000" lang="en-GB" sz="1200"/>
                        <a:t>2</a:t>
                      </a:r>
                      <a:r>
                        <a:rPr lang="en-GB" sz="1200"/>
                        <a:t>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Grass seed costs £2.50 per m</a:t>
                      </a:r>
                      <a:r>
                        <a:rPr baseline="30000" lang="en-GB" sz="1200"/>
                        <a:t>2</a:t>
                      </a:r>
                      <a:r>
                        <a:rPr lang="en-GB" sz="1200"/>
                        <a:t>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How much is the total cost?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18"/>
          <p:cNvSpPr/>
          <p:nvPr/>
        </p:nvSpPr>
        <p:spPr>
          <a:xfrm>
            <a:off x="164101" y="16258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54" name="Google Shape;354;p18"/>
          <p:cNvSpPr txBox="1"/>
          <p:nvPr>
            <p:ph idx="12" type="sldNum"/>
          </p:nvPr>
        </p:nvSpPr>
        <p:spPr>
          <a:xfrm>
            <a:off x="5317040" y="94841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2139588" y="3857453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5436599" y="3857452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2136279" y="9069158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436599" y="9069158"/>
            <a:ext cx="1257300" cy="466725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374" y="5009728"/>
            <a:ext cx="1936705" cy="106833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8"/>
          <p:cNvSpPr txBox="1"/>
          <p:nvPr/>
        </p:nvSpPr>
        <p:spPr>
          <a:xfrm>
            <a:off x="1302055" y="5073479"/>
            <a:ext cx="399423" cy="97120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1106443" y="5083704"/>
            <a:ext cx="5950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£0.90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£1.70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£1.40</a:t>
            </a:r>
            <a:endParaRPr/>
          </a:p>
        </p:txBody>
      </p:sp>
      <p:sp>
        <p:nvSpPr>
          <p:cNvPr id="362" name="Google Shape;362;p18"/>
          <p:cNvSpPr txBox="1"/>
          <p:nvPr/>
        </p:nvSpPr>
        <p:spPr>
          <a:xfrm>
            <a:off x="1982875" y="385745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£66.78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5369066" y="3910118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380.25g</a:t>
            </a:r>
            <a:endParaRPr/>
          </a:p>
        </p:txBody>
      </p:sp>
      <p:sp>
        <p:nvSpPr>
          <p:cNvPr id="364" name="Google Shape;364;p18"/>
          <p:cNvSpPr txBox="1"/>
          <p:nvPr/>
        </p:nvSpPr>
        <p:spPr>
          <a:xfrm>
            <a:off x="2039636" y="910246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£9.69</a:t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5354256" y="91060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£237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