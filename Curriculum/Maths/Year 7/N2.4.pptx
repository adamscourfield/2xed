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</p:sldIdLst>
  <p:sldSz cy="9906000" cx="6858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B1698552-7BC1-484D-9047-C41039C6CE85}">
  <a:tblStyle styleId="{B1698552-7BC1-484D-9047-C41039C6CE85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9EFF7"/>
          </a:solidFill>
        </a:fill>
      </a:tcStyle>
    </a:wholeTbl>
    <a:band1H>
      <a:tcTxStyle/>
      <a:tcStyle>
        <a:fill>
          <a:solidFill>
            <a:srgbClr val="D0DEEF"/>
          </a:solidFill>
        </a:fill>
      </a:tcStyle>
    </a:band1H>
    <a:band2H>
      <a:tcTxStyle/>
    </a:band2H>
    <a:band1V>
      <a:tcTxStyle/>
      <a:tcStyle>
        <a:fill>
          <a:solidFill>
            <a:srgbClr val="D0DEEF"/>
          </a:solidFill>
        </a:fill>
      </a:tcStyle>
    </a:band1V>
    <a:band2V>
      <a:tcTxStyle/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/>
    </a:seCell>
    <a:swCell>
      <a:tcTxStyle/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schemas.openxmlformats.org/officeDocument/2006/relationships/slide" Target="slides/slide14.xml"/><Relationship Id="rId6" Type="http://schemas.openxmlformats.org/officeDocument/2006/relationships/slide" Target="slides/slide1.xml"/><Relationship Id="rId18" Type="http://schemas.openxmlformats.org/officeDocument/2006/relationships/slide" Target="slides/slide13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2360613" y="1143000"/>
            <a:ext cx="2136775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GB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33:notes"/>
          <p:cNvSpPr/>
          <p:nvPr>
            <p:ph idx="2" type="sldImg"/>
          </p:nvPr>
        </p:nvSpPr>
        <p:spPr>
          <a:xfrm>
            <a:off x="2360613" y="1143000"/>
            <a:ext cx="2136775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6" name="Google Shape;86;p13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" name="Google Shape;87;p13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13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0" name="Google Shape;160;p134:notes"/>
          <p:cNvSpPr/>
          <p:nvPr>
            <p:ph idx="2" type="sldImg"/>
          </p:nvPr>
        </p:nvSpPr>
        <p:spPr>
          <a:xfrm>
            <a:off x="2360613" y="1143000"/>
            <a:ext cx="2136775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135:notes"/>
          <p:cNvSpPr/>
          <p:nvPr>
            <p:ph idx="2" type="sldImg"/>
          </p:nvPr>
        </p:nvSpPr>
        <p:spPr>
          <a:xfrm>
            <a:off x="2360613" y="1143000"/>
            <a:ext cx="2136775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0" name="Google Shape;220;p13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1" name="Google Shape;221;p13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7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p13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9" name="Google Shape;289;p136:notes"/>
          <p:cNvSpPr/>
          <p:nvPr>
            <p:ph idx="2" type="sldImg"/>
          </p:nvPr>
        </p:nvSpPr>
        <p:spPr>
          <a:xfrm>
            <a:off x="2360613" y="1143000"/>
            <a:ext cx="2136775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1" name="Shape 3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2" name="Google Shape;352;p13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3" name="Google Shape;353;p137:notes"/>
          <p:cNvSpPr/>
          <p:nvPr>
            <p:ph idx="2" type="sldImg"/>
          </p:nvPr>
        </p:nvSpPr>
        <p:spPr>
          <a:xfrm>
            <a:off x="2360613" y="1143000"/>
            <a:ext cx="2136775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8" name="Shape 4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" name="Google Shape;419;p13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0" name="Google Shape;420;p138:notes"/>
          <p:cNvSpPr/>
          <p:nvPr>
            <p:ph idx="2" type="sldImg"/>
          </p:nvPr>
        </p:nvSpPr>
        <p:spPr>
          <a:xfrm>
            <a:off x="2360613" y="1143000"/>
            <a:ext cx="2136775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3" name="Shape 4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4" name="Google Shape;474;p13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5" name="Google Shape;475;p139:notes"/>
          <p:cNvSpPr/>
          <p:nvPr>
            <p:ph idx="2" type="sldImg"/>
          </p:nvPr>
        </p:nvSpPr>
        <p:spPr>
          <a:xfrm>
            <a:off x="2360613" y="1143000"/>
            <a:ext cx="2136775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5" name="Shape 5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6" name="Google Shape;526;p14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7" name="Google Shape;527;p140:notes"/>
          <p:cNvSpPr/>
          <p:nvPr>
            <p:ph idx="2" type="sldImg"/>
          </p:nvPr>
        </p:nvSpPr>
        <p:spPr>
          <a:xfrm>
            <a:off x="2360613" y="1143000"/>
            <a:ext cx="2136775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5" name="Shape 6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6" name="Google Shape;636;p14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7" name="Google Shape;637;p141:notes"/>
          <p:cNvSpPr/>
          <p:nvPr>
            <p:ph idx="2" type="sldImg"/>
          </p:nvPr>
        </p:nvSpPr>
        <p:spPr>
          <a:xfrm>
            <a:off x="2360613" y="1143000"/>
            <a:ext cx="2136775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4" name="Shape 7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5" name="Google Shape;715;p14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6" name="Google Shape;716;p142:notes"/>
          <p:cNvSpPr/>
          <p:nvPr>
            <p:ph idx="2" type="sldImg"/>
          </p:nvPr>
        </p:nvSpPr>
        <p:spPr>
          <a:xfrm>
            <a:off x="2360613" y="1143000"/>
            <a:ext cx="2136775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1" name="Shape 7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2" name="Google Shape;762;p14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3" name="Google Shape;763;p143:notes"/>
          <p:cNvSpPr/>
          <p:nvPr>
            <p:ph idx="2" type="sldImg"/>
          </p:nvPr>
        </p:nvSpPr>
        <p:spPr>
          <a:xfrm>
            <a:off x="2360613" y="1143000"/>
            <a:ext cx="2136775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2" name="Shape 8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3" name="Google Shape;813;p14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4" name="Google Shape;814;p144:notes"/>
          <p:cNvSpPr/>
          <p:nvPr>
            <p:ph idx="2" type="sldImg"/>
          </p:nvPr>
        </p:nvSpPr>
        <p:spPr>
          <a:xfrm>
            <a:off x="2360613" y="1143000"/>
            <a:ext cx="2136775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4" name="Shape 8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5" name="Google Shape;865;p14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6" name="Google Shape;866;p145:notes"/>
          <p:cNvSpPr/>
          <p:nvPr>
            <p:ph idx="2" type="sldImg"/>
          </p:nvPr>
        </p:nvSpPr>
        <p:spPr>
          <a:xfrm>
            <a:off x="2360613" y="1143000"/>
            <a:ext cx="2136775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2" name="Shape 9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3" name="Google Shape;923;p146:notes"/>
          <p:cNvSpPr/>
          <p:nvPr>
            <p:ph idx="2" type="sldImg"/>
          </p:nvPr>
        </p:nvSpPr>
        <p:spPr>
          <a:xfrm>
            <a:off x="2360613" y="1143000"/>
            <a:ext cx="2136775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24" name="Google Shape;924;p14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5" name="Google Shape;925;p14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5" name="Shape 10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6" name="Google Shape;1056;p14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7" name="Google Shape;1057;p147:notes"/>
          <p:cNvSpPr/>
          <p:nvPr>
            <p:ph idx="2" type="sldImg"/>
          </p:nvPr>
        </p:nvSpPr>
        <p:spPr>
          <a:xfrm>
            <a:off x="2360613" y="1143000"/>
            <a:ext cx="2136775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"/>
          <p:cNvSpPr txBox="1"/>
          <p:nvPr>
            <p:ph type="ctrTitle"/>
          </p:nvPr>
        </p:nvSpPr>
        <p:spPr>
          <a:xfrm>
            <a:off x="514350" y="1621191"/>
            <a:ext cx="5829300" cy="3448756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2"/>
          <p:cNvSpPr txBox="1"/>
          <p:nvPr>
            <p:ph idx="1" type="subTitle"/>
          </p:nvPr>
        </p:nvSpPr>
        <p:spPr>
          <a:xfrm>
            <a:off x="857250" y="5202944"/>
            <a:ext cx="5143500" cy="239165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/>
            </a:lvl3pPr>
            <a:lvl4pPr lvl="3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18" name="Google Shape;18;p2"/>
          <p:cNvSpPr txBox="1"/>
          <p:nvPr>
            <p:ph idx="10" type="dt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2"/>
          <p:cNvSpPr txBox="1"/>
          <p:nvPr>
            <p:ph idx="11" type="ftr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2"/>
          <p:cNvSpPr txBox="1"/>
          <p:nvPr>
            <p:ph idx="12" type="sldNum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3"/>
          <p:cNvSpPr txBox="1"/>
          <p:nvPr>
            <p:ph type="title"/>
          </p:nvPr>
        </p:nvSpPr>
        <p:spPr>
          <a:xfrm>
            <a:off x="471488" y="527405"/>
            <a:ext cx="5915025" cy="191470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3"/>
          <p:cNvSpPr txBox="1"/>
          <p:nvPr>
            <p:ph idx="10" type="dt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3"/>
          <p:cNvSpPr txBox="1"/>
          <p:nvPr>
            <p:ph idx="11" type="ftr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3"/>
          <p:cNvSpPr txBox="1"/>
          <p:nvPr>
            <p:ph idx="12" type="sldNum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4"/>
          <p:cNvSpPr txBox="1"/>
          <p:nvPr>
            <p:ph type="title"/>
          </p:nvPr>
        </p:nvSpPr>
        <p:spPr>
          <a:xfrm>
            <a:off x="471488" y="527405"/>
            <a:ext cx="5915025" cy="191470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4"/>
          <p:cNvSpPr txBox="1"/>
          <p:nvPr>
            <p:ph idx="1" type="body"/>
          </p:nvPr>
        </p:nvSpPr>
        <p:spPr>
          <a:xfrm>
            <a:off x="471488" y="2637014"/>
            <a:ext cx="5915025" cy="628526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9" name="Google Shape;29;p4"/>
          <p:cNvSpPr txBox="1"/>
          <p:nvPr>
            <p:ph idx="10" type="dt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4"/>
          <p:cNvSpPr txBox="1"/>
          <p:nvPr>
            <p:ph idx="11" type="ftr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4"/>
          <p:cNvSpPr txBox="1"/>
          <p:nvPr>
            <p:ph idx="12" type="sldNum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5"/>
          <p:cNvSpPr txBox="1"/>
          <p:nvPr>
            <p:ph idx="10" type="dt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5"/>
          <p:cNvSpPr txBox="1"/>
          <p:nvPr>
            <p:ph idx="11" type="ftr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5"/>
          <p:cNvSpPr txBox="1"/>
          <p:nvPr>
            <p:ph idx="12" type="sldNum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6"/>
          <p:cNvSpPr txBox="1"/>
          <p:nvPr>
            <p:ph type="title"/>
          </p:nvPr>
        </p:nvSpPr>
        <p:spPr>
          <a:xfrm>
            <a:off x="467916" y="2469624"/>
            <a:ext cx="5915025" cy="412062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" type="body"/>
          </p:nvPr>
        </p:nvSpPr>
        <p:spPr>
          <a:xfrm>
            <a:off x="467916" y="6629226"/>
            <a:ext cx="5915025" cy="21669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350"/>
              <a:buNone/>
              <a:defRPr sz="135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9" name="Google Shape;39;p6"/>
          <p:cNvSpPr txBox="1"/>
          <p:nvPr>
            <p:ph idx="10" type="dt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6"/>
          <p:cNvSpPr txBox="1"/>
          <p:nvPr>
            <p:ph idx="11" type="ftr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p6"/>
          <p:cNvSpPr txBox="1"/>
          <p:nvPr>
            <p:ph idx="12" type="sldNum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7"/>
          <p:cNvSpPr txBox="1"/>
          <p:nvPr>
            <p:ph type="title"/>
          </p:nvPr>
        </p:nvSpPr>
        <p:spPr>
          <a:xfrm>
            <a:off x="471488" y="527405"/>
            <a:ext cx="5915025" cy="191470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7"/>
          <p:cNvSpPr txBox="1"/>
          <p:nvPr>
            <p:ph idx="1" type="body"/>
          </p:nvPr>
        </p:nvSpPr>
        <p:spPr>
          <a:xfrm>
            <a:off x="471488" y="2637014"/>
            <a:ext cx="2914650" cy="628526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5" name="Google Shape;45;p7"/>
          <p:cNvSpPr txBox="1"/>
          <p:nvPr>
            <p:ph idx="2" type="body"/>
          </p:nvPr>
        </p:nvSpPr>
        <p:spPr>
          <a:xfrm>
            <a:off x="3471863" y="2637014"/>
            <a:ext cx="2914650" cy="628526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72381" y="527405"/>
            <a:ext cx="5915025" cy="191470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" type="body"/>
          </p:nvPr>
        </p:nvSpPr>
        <p:spPr>
          <a:xfrm>
            <a:off x="472381" y="2428347"/>
            <a:ext cx="2901255" cy="119009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b="1" sz="1350"/>
            </a:lvl3pPr>
            <a:lvl4pPr indent="-2286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52" name="Google Shape;52;p8"/>
          <p:cNvSpPr txBox="1"/>
          <p:nvPr>
            <p:ph idx="2" type="body"/>
          </p:nvPr>
        </p:nvSpPr>
        <p:spPr>
          <a:xfrm>
            <a:off x="472381" y="3618442"/>
            <a:ext cx="2901255" cy="532218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3" type="body"/>
          </p:nvPr>
        </p:nvSpPr>
        <p:spPr>
          <a:xfrm>
            <a:off x="3471863" y="2428347"/>
            <a:ext cx="2915543" cy="119009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b="1" sz="1350"/>
            </a:lvl3pPr>
            <a:lvl4pPr indent="-2286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54" name="Google Shape;54;p8"/>
          <p:cNvSpPr txBox="1"/>
          <p:nvPr>
            <p:ph idx="4" type="body"/>
          </p:nvPr>
        </p:nvSpPr>
        <p:spPr>
          <a:xfrm>
            <a:off x="3471863" y="3618442"/>
            <a:ext cx="2915543" cy="532218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5" name="Google Shape;55;p8"/>
          <p:cNvSpPr txBox="1"/>
          <p:nvPr>
            <p:ph idx="10" type="dt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8"/>
          <p:cNvSpPr txBox="1"/>
          <p:nvPr>
            <p:ph idx="11" type="ftr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8"/>
          <p:cNvSpPr txBox="1"/>
          <p:nvPr>
            <p:ph idx="12" type="sldNum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9"/>
          <p:cNvSpPr txBox="1"/>
          <p:nvPr>
            <p:ph type="title"/>
          </p:nvPr>
        </p:nvSpPr>
        <p:spPr>
          <a:xfrm>
            <a:off x="472381" y="660400"/>
            <a:ext cx="2211884" cy="2311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" type="body"/>
          </p:nvPr>
        </p:nvSpPr>
        <p:spPr>
          <a:xfrm>
            <a:off x="2915543" y="1426283"/>
            <a:ext cx="3471863" cy="703968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6195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2385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indent="-32385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indent="-32385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indent="-32385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indent="-32385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indent="-32385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/>
        </p:txBody>
      </p:sp>
      <p:sp>
        <p:nvSpPr>
          <p:cNvPr id="61" name="Google Shape;61;p9"/>
          <p:cNvSpPr txBox="1"/>
          <p:nvPr>
            <p:ph idx="2" type="body"/>
          </p:nvPr>
        </p:nvSpPr>
        <p:spPr>
          <a:xfrm>
            <a:off x="472381" y="2971800"/>
            <a:ext cx="2211884" cy="550562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050"/>
              <a:buNone/>
              <a:defRPr sz="1050"/>
            </a:lvl2pPr>
            <a:lvl3pPr indent="-2286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indent="-2286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4pPr>
            <a:lvl5pPr indent="-2286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5pPr>
            <a:lvl6pPr indent="-2286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6pPr>
            <a:lvl7pPr indent="-2286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7pPr>
            <a:lvl8pPr indent="-2286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8pPr>
            <a:lvl9pPr indent="-2286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9pPr>
          </a:lstStyle>
          <a:p/>
        </p:txBody>
      </p:sp>
      <p:sp>
        <p:nvSpPr>
          <p:cNvPr id="62" name="Google Shape;62;p9"/>
          <p:cNvSpPr txBox="1"/>
          <p:nvPr>
            <p:ph idx="10" type="dt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9"/>
          <p:cNvSpPr txBox="1"/>
          <p:nvPr>
            <p:ph idx="11" type="ftr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9"/>
          <p:cNvSpPr txBox="1"/>
          <p:nvPr>
            <p:ph idx="12" type="sldNum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0"/>
          <p:cNvSpPr txBox="1"/>
          <p:nvPr>
            <p:ph type="title"/>
          </p:nvPr>
        </p:nvSpPr>
        <p:spPr>
          <a:xfrm>
            <a:off x="472381" y="660400"/>
            <a:ext cx="2211884" cy="2311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/>
          <p:nvPr>
            <p:ph idx="2" type="pic"/>
          </p:nvPr>
        </p:nvSpPr>
        <p:spPr>
          <a:xfrm>
            <a:off x="2915543" y="1426283"/>
            <a:ext cx="3471863" cy="7039681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10"/>
          <p:cNvSpPr txBox="1"/>
          <p:nvPr>
            <p:ph idx="1" type="body"/>
          </p:nvPr>
        </p:nvSpPr>
        <p:spPr>
          <a:xfrm>
            <a:off x="472381" y="2971800"/>
            <a:ext cx="2211884" cy="550562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050"/>
              <a:buNone/>
              <a:defRPr sz="1050"/>
            </a:lvl2pPr>
            <a:lvl3pPr indent="-2286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indent="-2286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4pPr>
            <a:lvl5pPr indent="-2286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5pPr>
            <a:lvl6pPr indent="-2286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6pPr>
            <a:lvl7pPr indent="-2286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7pPr>
            <a:lvl8pPr indent="-2286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8pPr>
            <a:lvl9pPr indent="-2286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9pPr>
          </a:lstStyle>
          <a:p/>
        </p:txBody>
      </p:sp>
      <p:sp>
        <p:nvSpPr>
          <p:cNvPr id="69" name="Google Shape;69;p10"/>
          <p:cNvSpPr txBox="1"/>
          <p:nvPr>
            <p:ph idx="10" type="dt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0"/>
          <p:cNvSpPr txBox="1"/>
          <p:nvPr>
            <p:ph idx="11" type="ftr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10"/>
          <p:cNvSpPr txBox="1"/>
          <p:nvPr>
            <p:ph idx="12" type="sldNum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1"/>
          <p:cNvSpPr txBox="1"/>
          <p:nvPr>
            <p:ph type="title"/>
          </p:nvPr>
        </p:nvSpPr>
        <p:spPr>
          <a:xfrm>
            <a:off x="471488" y="527405"/>
            <a:ext cx="5915025" cy="191470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11"/>
          <p:cNvSpPr txBox="1"/>
          <p:nvPr>
            <p:ph idx="1" type="body"/>
          </p:nvPr>
        </p:nvSpPr>
        <p:spPr>
          <a:xfrm rot="5400000">
            <a:off x="286367" y="2822135"/>
            <a:ext cx="6285266" cy="59150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5" name="Google Shape;75;p11"/>
          <p:cNvSpPr txBox="1"/>
          <p:nvPr>
            <p:ph idx="10" type="dt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1"/>
          <p:cNvSpPr txBox="1"/>
          <p:nvPr>
            <p:ph idx="11" type="ftr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11"/>
          <p:cNvSpPr txBox="1"/>
          <p:nvPr>
            <p:ph idx="12" type="sldNum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2"/>
          <p:cNvSpPr txBox="1"/>
          <p:nvPr>
            <p:ph type="title"/>
          </p:nvPr>
        </p:nvSpPr>
        <p:spPr>
          <a:xfrm rot="5400000">
            <a:off x="1449696" y="3985464"/>
            <a:ext cx="8394877" cy="147875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12"/>
          <p:cNvSpPr txBox="1"/>
          <p:nvPr>
            <p:ph idx="1" type="body"/>
          </p:nvPr>
        </p:nvSpPr>
        <p:spPr>
          <a:xfrm rot="5400000">
            <a:off x="-1550679" y="2549570"/>
            <a:ext cx="8394877" cy="43505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1" name="Google Shape;81;p12"/>
          <p:cNvSpPr txBox="1"/>
          <p:nvPr>
            <p:ph idx="10" type="dt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12"/>
          <p:cNvSpPr txBox="1"/>
          <p:nvPr>
            <p:ph idx="11" type="ftr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12"/>
          <p:cNvSpPr txBox="1"/>
          <p:nvPr>
            <p:ph idx="12" type="sldNum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/>
          <p:nvPr>
            <p:ph type="title"/>
          </p:nvPr>
        </p:nvSpPr>
        <p:spPr>
          <a:xfrm>
            <a:off x="471488" y="527405"/>
            <a:ext cx="5915025" cy="191470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  <a:defRPr b="0" i="0" sz="3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1" name="Google Shape;11;p1"/>
          <p:cNvSpPr txBox="1"/>
          <p:nvPr>
            <p:ph idx="1" type="body"/>
          </p:nvPr>
        </p:nvSpPr>
        <p:spPr>
          <a:xfrm>
            <a:off x="471488" y="2637014"/>
            <a:ext cx="5915025" cy="628526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6195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" name="Google Shape;12;p1"/>
          <p:cNvSpPr txBox="1"/>
          <p:nvPr>
            <p:ph idx="10" type="dt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" name="Google Shape;13;p1"/>
          <p:cNvSpPr txBox="1"/>
          <p:nvPr>
            <p:ph idx="11" type="ftr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" name="Google Shape;14;p1"/>
          <p:cNvSpPr txBox="1"/>
          <p:nvPr>
            <p:ph idx="12" type="sldNum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6.png"/><Relationship Id="rId4" Type="http://schemas.openxmlformats.org/officeDocument/2006/relationships/image" Target="../media/image3.png"/><Relationship Id="rId11" Type="http://schemas.openxmlformats.org/officeDocument/2006/relationships/image" Target="../media/image1.png"/><Relationship Id="rId10" Type="http://schemas.openxmlformats.org/officeDocument/2006/relationships/image" Target="../media/image8.png"/><Relationship Id="rId12" Type="http://schemas.openxmlformats.org/officeDocument/2006/relationships/image" Target="../media/image5.png"/><Relationship Id="rId9" Type="http://schemas.openxmlformats.org/officeDocument/2006/relationships/image" Target="../media/image15.png"/><Relationship Id="rId5" Type="http://schemas.openxmlformats.org/officeDocument/2006/relationships/image" Target="../media/image6.png"/><Relationship Id="rId6" Type="http://schemas.openxmlformats.org/officeDocument/2006/relationships/image" Target="../media/image10.png"/><Relationship Id="rId7" Type="http://schemas.openxmlformats.org/officeDocument/2006/relationships/image" Target="../media/image2.png"/><Relationship Id="rId8" Type="http://schemas.openxmlformats.org/officeDocument/2006/relationships/image" Target="../media/image4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2.png"/><Relationship Id="rId4" Type="http://schemas.openxmlformats.org/officeDocument/2006/relationships/image" Target="../media/image9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9.png"/><Relationship Id="rId4" Type="http://schemas.openxmlformats.org/officeDocument/2006/relationships/image" Target="../media/image20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1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7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7.png"/><Relationship Id="rId4" Type="http://schemas.openxmlformats.org/officeDocument/2006/relationships/image" Target="../media/image19.png"/><Relationship Id="rId5" Type="http://schemas.openxmlformats.org/officeDocument/2006/relationships/image" Target="../media/image29.png"/><Relationship Id="rId6" Type="http://schemas.openxmlformats.org/officeDocument/2006/relationships/image" Target="../media/image18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30.png"/><Relationship Id="rId4" Type="http://schemas.openxmlformats.org/officeDocument/2006/relationships/image" Target="../media/image22.png"/><Relationship Id="rId5" Type="http://schemas.openxmlformats.org/officeDocument/2006/relationships/image" Target="../media/image21.png"/><Relationship Id="rId6" Type="http://schemas.openxmlformats.org/officeDocument/2006/relationships/image" Target="../media/image24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28.png"/><Relationship Id="rId4" Type="http://schemas.openxmlformats.org/officeDocument/2006/relationships/image" Target="../media/image27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23.png"/><Relationship Id="rId4" Type="http://schemas.openxmlformats.org/officeDocument/2006/relationships/image" Target="../media/image26.png"/><Relationship Id="rId5" Type="http://schemas.openxmlformats.org/officeDocument/2006/relationships/image" Target="../media/image33.png"/><Relationship Id="rId6" Type="http://schemas.openxmlformats.org/officeDocument/2006/relationships/image" Target="../media/image31.png"/><Relationship Id="rId7" Type="http://schemas.openxmlformats.org/officeDocument/2006/relationships/image" Target="../media/image32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3"/>
          <p:cNvSpPr txBox="1"/>
          <p:nvPr>
            <p:ph idx="12" type="sldNum"/>
          </p:nvPr>
        </p:nvSpPr>
        <p:spPr>
          <a:xfrm>
            <a:off x="5262129" y="9546408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>
                <a:solidFill>
                  <a:schemeClr val="dk1"/>
                </a:solidFill>
              </a:rPr>
              <a:t>‹#›</a:t>
            </a:fld>
            <a:endParaRPr>
              <a:solidFill>
                <a:schemeClr val="dk1"/>
              </a:solidFill>
            </a:endParaRPr>
          </a:p>
        </p:txBody>
      </p:sp>
      <p:sp>
        <p:nvSpPr>
          <p:cNvPr id="90" name="Google Shape;90;p13"/>
          <p:cNvSpPr/>
          <p:nvPr/>
        </p:nvSpPr>
        <p:spPr>
          <a:xfrm>
            <a:off x="89884" y="301564"/>
            <a:ext cx="6691395" cy="1620000"/>
          </a:xfrm>
          <a:prstGeom prst="rect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" name="Google Shape;91;p13"/>
          <p:cNvSpPr/>
          <p:nvPr/>
        </p:nvSpPr>
        <p:spPr>
          <a:xfrm>
            <a:off x="0" y="0"/>
            <a:ext cx="6858000" cy="291917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Subtopic N2.4 - Use Formal Methods for Addition of Integers</a:t>
            </a:r>
            <a:endParaRPr sz="18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13"/>
          <p:cNvSpPr txBox="1"/>
          <p:nvPr/>
        </p:nvSpPr>
        <p:spPr>
          <a:xfrm>
            <a:off x="152637" y="641774"/>
            <a:ext cx="1399768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Objectives:</a:t>
            </a:r>
            <a:endParaRPr/>
          </a:p>
        </p:txBody>
      </p:sp>
      <p:sp>
        <p:nvSpPr>
          <p:cNvPr id="93" name="Google Shape;93;p13"/>
          <p:cNvSpPr txBox="1"/>
          <p:nvPr/>
        </p:nvSpPr>
        <p:spPr>
          <a:xfrm>
            <a:off x="167030" y="891553"/>
            <a:ext cx="4667990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 To add integers using column addition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2. To accurately use exchanges in column addition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3. To add integers up to the thousands column</a:t>
            </a:r>
            <a:endParaRPr/>
          </a:p>
        </p:txBody>
      </p:sp>
      <p:sp>
        <p:nvSpPr>
          <p:cNvPr id="94" name="Google Shape;94;p13"/>
          <p:cNvSpPr txBox="1"/>
          <p:nvPr/>
        </p:nvSpPr>
        <p:spPr>
          <a:xfrm>
            <a:off x="209445" y="335973"/>
            <a:ext cx="6393391" cy="276999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LEARNING OUTCOME: </a:t>
            </a: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To add integers formally using the column method</a:t>
            </a:r>
            <a:endParaRPr sz="12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13"/>
          <p:cNvSpPr txBox="1"/>
          <p:nvPr/>
        </p:nvSpPr>
        <p:spPr>
          <a:xfrm>
            <a:off x="5660480" y="647202"/>
            <a:ext cx="946983" cy="1200329"/>
          </a:xfrm>
          <a:prstGeom prst="rect">
            <a:avLst/>
          </a:prstGeom>
          <a:noFill/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 u="sng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Keywords: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Integer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Addition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Sum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Exchange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Place value</a:t>
            </a:r>
            <a:endParaRPr/>
          </a:p>
        </p:txBody>
      </p:sp>
      <p:graphicFrame>
        <p:nvGraphicFramePr>
          <p:cNvPr id="96" name="Google Shape;96;p13"/>
          <p:cNvGraphicFramePr/>
          <p:nvPr/>
        </p:nvGraphicFramePr>
        <p:xfrm>
          <a:off x="119170" y="5303285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{B1698552-7BC1-484D-9047-C41039C6CE85}</a:tableStyleId>
              </a:tblPr>
              <a:tblGrid>
                <a:gridCol w="1070500"/>
                <a:gridCol w="1876250"/>
                <a:gridCol w="1828800"/>
                <a:gridCol w="1796925"/>
              </a:tblGrid>
              <a:tr h="3203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100">
                          <a:solidFill>
                            <a:schemeClr val="dk1"/>
                          </a:solidFill>
                        </a:rPr>
                        <a:t>Steps</a:t>
                      </a:r>
                      <a:endParaRPr b="1" sz="11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Calculate 15 + 30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Calibri"/>
                        <a:buNone/>
                      </a:pPr>
                      <a:r>
                        <a:rPr b="0" lang="en-GB" sz="1100">
                          <a:solidFill>
                            <a:schemeClr val="dk1"/>
                          </a:solidFill>
                        </a:rPr>
                        <a:t>Calculate 30 + 22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Calibri"/>
                        <a:buNone/>
                      </a:pPr>
                      <a:r>
                        <a:rPr b="0" lang="en-GB" sz="1100">
                          <a:solidFill>
                            <a:schemeClr val="dk1"/>
                          </a:solidFill>
                        </a:rPr>
                        <a:t>Calculate 22 + 50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8238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Calibri"/>
                        <a:buNone/>
                      </a:pPr>
                      <a:r>
                        <a:rPr lang="en-GB" sz="1100">
                          <a:solidFill>
                            <a:schemeClr val="dk1"/>
                          </a:solidFill>
                        </a:rPr>
                        <a:t>1. Line up both numbers in the correct columns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 rowSpan="2"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 rowSpan="2"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 rowSpan="2"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8899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>
                          <a:solidFill>
                            <a:schemeClr val="dk1"/>
                          </a:solidFill>
                        </a:rPr>
                        <a:t>2. Add each column starting with the ones column</a:t>
                      </a:r>
                      <a:endParaRPr sz="11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 vMerge="1"/>
                <a:tc vMerge="1"/>
                <a:tc vMerge="1"/>
              </a:tr>
            </a:tbl>
          </a:graphicData>
        </a:graphic>
      </p:graphicFrame>
      <p:sp>
        <p:nvSpPr>
          <p:cNvPr id="97" name="Google Shape;97;p13"/>
          <p:cNvSpPr/>
          <p:nvPr/>
        </p:nvSpPr>
        <p:spPr>
          <a:xfrm>
            <a:off x="89884" y="4750429"/>
            <a:ext cx="4922380" cy="241723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Placing and adding two-digit integers using column method, no exchanging</a:t>
            </a:r>
            <a:endParaRPr sz="12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98" name="Google Shape;98;p13"/>
          <p:cNvGraphicFramePr/>
          <p:nvPr/>
        </p:nvGraphicFramePr>
        <p:xfrm>
          <a:off x="3383488" y="5674537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{B1698552-7BC1-484D-9047-C41039C6CE85}</a:tableStyleId>
              </a:tblPr>
              <a:tblGrid>
                <a:gridCol w="404675"/>
                <a:gridCol w="404675"/>
                <a:gridCol w="404675"/>
              </a:tblGrid>
              <a:tr h="2129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50">
                        <a:solidFill>
                          <a:srgbClr val="000000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50">
                          <a:solidFill>
                            <a:srgbClr val="000000"/>
                          </a:solidFill>
                        </a:rPr>
                        <a:t>T</a:t>
                      </a:r>
                      <a:endParaRPr sz="1050">
                        <a:solidFill>
                          <a:srgbClr val="000000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50">
                          <a:solidFill>
                            <a:srgbClr val="000000"/>
                          </a:solidFill>
                        </a:rPr>
                        <a:t>O</a:t>
                      </a:r>
                      <a:endParaRPr sz="1050">
                        <a:solidFill>
                          <a:srgbClr val="000000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129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50">
                        <a:solidFill>
                          <a:srgbClr val="000000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50">
                        <a:solidFill>
                          <a:srgbClr val="000000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50">
                        <a:solidFill>
                          <a:srgbClr val="000000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129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50">
                          <a:solidFill>
                            <a:srgbClr val="000000"/>
                          </a:solidFill>
                        </a:rPr>
                        <a:t>+</a:t>
                      </a:r>
                      <a:endParaRPr sz="1050">
                        <a:solidFill>
                          <a:srgbClr val="000000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50">
                        <a:solidFill>
                          <a:srgbClr val="000000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50">
                        <a:solidFill>
                          <a:srgbClr val="000000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129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50">
                        <a:solidFill>
                          <a:srgbClr val="000000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50">
                        <a:solidFill>
                          <a:srgbClr val="000000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DEDED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99" name="Google Shape;99;p13"/>
          <p:cNvGraphicFramePr/>
          <p:nvPr/>
        </p:nvGraphicFramePr>
        <p:xfrm>
          <a:off x="5198009" y="5685877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{B1698552-7BC1-484D-9047-C41039C6CE85}</a:tableStyleId>
              </a:tblPr>
              <a:tblGrid>
                <a:gridCol w="404675"/>
                <a:gridCol w="404675"/>
                <a:gridCol w="404675"/>
              </a:tblGrid>
              <a:tr h="2129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50">
                        <a:solidFill>
                          <a:srgbClr val="000000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50">
                          <a:solidFill>
                            <a:srgbClr val="000000"/>
                          </a:solidFill>
                        </a:rPr>
                        <a:t>T</a:t>
                      </a:r>
                      <a:endParaRPr sz="1050">
                        <a:solidFill>
                          <a:srgbClr val="000000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50">
                          <a:solidFill>
                            <a:srgbClr val="000000"/>
                          </a:solidFill>
                        </a:rPr>
                        <a:t>O</a:t>
                      </a:r>
                      <a:endParaRPr sz="1050">
                        <a:solidFill>
                          <a:srgbClr val="000000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129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50">
                        <a:solidFill>
                          <a:srgbClr val="000000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50">
                        <a:solidFill>
                          <a:srgbClr val="000000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50">
                        <a:solidFill>
                          <a:srgbClr val="000000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129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50">
                          <a:solidFill>
                            <a:srgbClr val="000000"/>
                          </a:solidFill>
                        </a:rPr>
                        <a:t>+</a:t>
                      </a:r>
                      <a:endParaRPr sz="1050">
                        <a:solidFill>
                          <a:srgbClr val="000000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50">
                        <a:solidFill>
                          <a:srgbClr val="000000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50">
                        <a:solidFill>
                          <a:srgbClr val="000000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129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50">
                        <a:solidFill>
                          <a:srgbClr val="000000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50">
                        <a:solidFill>
                          <a:srgbClr val="000000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DEDED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00" name="Google Shape;100;p13"/>
          <p:cNvGraphicFramePr/>
          <p:nvPr/>
        </p:nvGraphicFramePr>
        <p:xfrm>
          <a:off x="1524567" y="568666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{B1698552-7BC1-484D-9047-C41039C6CE85}</a:tableStyleId>
              </a:tblPr>
              <a:tblGrid>
                <a:gridCol w="404675"/>
                <a:gridCol w="404675"/>
                <a:gridCol w="404675"/>
              </a:tblGrid>
              <a:tr h="2129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50">
                        <a:solidFill>
                          <a:srgbClr val="000000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50">
                          <a:solidFill>
                            <a:srgbClr val="000000"/>
                          </a:solidFill>
                        </a:rPr>
                        <a:t>T</a:t>
                      </a:r>
                      <a:endParaRPr sz="1050">
                        <a:solidFill>
                          <a:srgbClr val="000000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50">
                          <a:solidFill>
                            <a:srgbClr val="000000"/>
                          </a:solidFill>
                        </a:rPr>
                        <a:t>O</a:t>
                      </a:r>
                      <a:endParaRPr sz="1050">
                        <a:solidFill>
                          <a:srgbClr val="000000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129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50">
                        <a:solidFill>
                          <a:srgbClr val="000000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50">
                        <a:solidFill>
                          <a:srgbClr val="000000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50">
                        <a:solidFill>
                          <a:srgbClr val="000000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129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50">
                          <a:solidFill>
                            <a:srgbClr val="000000"/>
                          </a:solidFill>
                        </a:rPr>
                        <a:t>+</a:t>
                      </a:r>
                      <a:endParaRPr sz="1050">
                        <a:solidFill>
                          <a:srgbClr val="000000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50">
                        <a:solidFill>
                          <a:srgbClr val="000000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50">
                        <a:solidFill>
                          <a:srgbClr val="000000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129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50">
                        <a:solidFill>
                          <a:srgbClr val="000000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50">
                        <a:solidFill>
                          <a:srgbClr val="000000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DEDED"/>
                    </a:solidFill>
                  </a:tcPr>
                </a:tc>
              </a:tr>
            </a:tbl>
          </a:graphicData>
        </a:graphic>
      </p:graphicFrame>
      <p:sp>
        <p:nvSpPr>
          <p:cNvPr id="101" name="Google Shape;101;p13"/>
          <p:cNvSpPr txBox="1"/>
          <p:nvPr/>
        </p:nvSpPr>
        <p:spPr>
          <a:xfrm>
            <a:off x="5100732" y="4985519"/>
            <a:ext cx="1498808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GB" sz="1200">
                <a:solidFill>
                  <a:srgbClr val="00B050"/>
                </a:solidFill>
                <a:latin typeface="Calibri"/>
                <a:ea typeface="Calibri"/>
                <a:cs typeface="Calibri"/>
                <a:sym typeface="Calibri"/>
              </a:rPr>
              <a:t>Example 3 - You do…</a:t>
            </a:r>
            <a:endParaRPr/>
          </a:p>
        </p:txBody>
      </p:sp>
      <p:sp>
        <p:nvSpPr>
          <p:cNvPr id="102" name="Google Shape;102;p13"/>
          <p:cNvSpPr txBox="1"/>
          <p:nvPr/>
        </p:nvSpPr>
        <p:spPr>
          <a:xfrm>
            <a:off x="3302149" y="4988494"/>
            <a:ext cx="1475789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GB" sz="120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Example 2 - We do…</a:t>
            </a:r>
            <a:endParaRPr/>
          </a:p>
        </p:txBody>
      </p:sp>
      <p:sp>
        <p:nvSpPr>
          <p:cNvPr id="103" name="Google Shape;103;p13"/>
          <p:cNvSpPr txBox="1"/>
          <p:nvPr/>
        </p:nvSpPr>
        <p:spPr>
          <a:xfrm>
            <a:off x="1482448" y="5016224"/>
            <a:ext cx="1308500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GB" sz="1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Example 1 - I do…</a:t>
            </a:r>
            <a:endParaRPr/>
          </a:p>
        </p:txBody>
      </p:sp>
      <p:sp>
        <p:nvSpPr>
          <p:cNvPr id="104" name="Google Shape;104;p13"/>
          <p:cNvSpPr/>
          <p:nvPr/>
        </p:nvSpPr>
        <p:spPr>
          <a:xfrm>
            <a:off x="99757" y="7392858"/>
            <a:ext cx="1137954" cy="340453"/>
          </a:xfrm>
          <a:prstGeom prst="rect">
            <a:avLst/>
          </a:prstGeom>
          <a:solidFill>
            <a:srgbClr val="0070C0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Independent Practice</a:t>
            </a:r>
            <a:endParaRPr/>
          </a:p>
        </p:txBody>
      </p:sp>
      <p:sp>
        <p:nvSpPr>
          <p:cNvPr id="105" name="Google Shape;105;p13"/>
          <p:cNvSpPr txBox="1"/>
          <p:nvPr/>
        </p:nvSpPr>
        <p:spPr>
          <a:xfrm>
            <a:off x="1298859" y="7439365"/>
            <a:ext cx="4942250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 Place the integers in the place value grids and them using column method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106" name="Google Shape;106;p13"/>
          <p:cNvGraphicFramePr/>
          <p:nvPr/>
        </p:nvGraphicFramePr>
        <p:xfrm>
          <a:off x="213432" y="808300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{B1698552-7BC1-484D-9047-C41039C6CE85}</a:tableStyleId>
              </a:tblPr>
              <a:tblGrid>
                <a:gridCol w="404675"/>
                <a:gridCol w="404675"/>
                <a:gridCol w="404675"/>
              </a:tblGrid>
              <a:tr h="2000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50">
                        <a:solidFill>
                          <a:srgbClr val="000000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50">
                          <a:solidFill>
                            <a:srgbClr val="000000"/>
                          </a:solidFill>
                        </a:rPr>
                        <a:t>T</a:t>
                      </a:r>
                      <a:endParaRPr sz="1050">
                        <a:solidFill>
                          <a:srgbClr val="000000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50">
                          <a:solidFill>
                            <a:srgbClr val="000000"/>
                          </a:solidFill>
                        </a:rPr>
                        <a:t>O</a:t>
                      </a:r>
                      <a:endParaRPr sz="1050">
                        <a:solidFill>
                          <a:srgbClr val="000000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00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50">
                        <a:solidFill>
                          <a:srgbClr val="000000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50">
                        <a:solidFill>
                          <a:srgbClr val="000000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50">
                        <a:solidFill>
                          <a:srgbClr val="000000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00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50">
                          <a:solidFill>
                            <a:srgbClr val="000000"/>
                          </a:solidFill>
                        </a:rPr>
                        <a:t>+</a:t>
                      </a:r>
                      <a:endParaRPr sz="1050">
                        <a:solidFill>
                          <a:srgbClr val="000000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50">
                        <a:solidFill>
                          <a:srgbClr val="000000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50">
                        <a:solidFill>
                          <a:srgbClr val="000000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364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50">
                        <a:solidFill>
                          <a:srgbClr val="000000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50">
                        <a:solidFill>
                          <a:srgbClr val="000000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DEDED"/>
                    </a:solidFill>
                  </a:tcPr>
                </a:tc>
              </a:tr>
            </a:tbl>
          </a:graphicData>
        </a:graphic>
      </p:graphicFrame>
      <p:sp>
        <p:nvSpPr>
          <p:cNvPr id="107" name="Google Shape;107;p13"/>
          <p:cNvSpPr txBox="1"/>
          <p:nvPr/>
        </p:nvSpPr>
        <p:spPr>
          <a:xfrm>
            <a:off x="119170" y="7751599"/>
            <a:ext cx="1407886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a) Calculate 14 + 13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108" name="Google Shape;108;p13"/>
          <p:cNvGraphicFramePr/>
          <p:nvPr/>
        </p:nvGraphicFramePr>
        <p:xfrm>
          <a:off x="1838911" y="8082447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{B1698552-7BC1-484D-9047-C41039C6CE85}</a:tableStyleId>
              </a:tblPr>
              <a:tblGrid>
                <a:gridCol w="404675"/>
                <a:gridCol w="404675"/>
                <a:gridCol w="404675"/>
              </a:tblGrid>
              <a:tr h="2000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50">
                        <a:solidFill>
                          <a:srgbClr val="000000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50">
                          <a:solidFill>
                            <a:srgbClr val="000000"/>
                          </a:solidFill>
                        </a:rPr>
                        <a:t>T</a:t>
                      </a:r>
                      <a:endParaRPr sz="1050">
                        <a:solidFill>
                          <a:srgbClr val="000000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50">
                          <a:solidFill>
                            <a:srgbClr val="000000"/>
                          </a:solidFill>
                        </a:rPr>
                        <a:t>O</a:t>
                      </a:r>
                      <a:endParaRPr sz="1050">
                        <a:solidFill>
                          <a:srgbClr val="000000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00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50">
                        <a:solidFill>
                          <a:srgbClr val="000000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50">
                        <a:solidFill>
                          <a:srgbClr val="000000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50">
                        <a:solidFill>
                          <a:srgbClr val="000000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00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50">
                          <a:solidFill>
                            <a:srgbClr val="000000"/>
                          </a:solidFill>
                        </a:rPr>
                        <a:t>+</a:t>
                      </a:r>
                      <a:endParaRPr sz="1050">
                        <a:solidFill>
                          <a:srgbClr val="000000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50">
                        <a:solidFill>
                          <a:srgbClr val="000000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50">
                        <a:solidFill>
                          <a:srgbClr val="000000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364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50">
                        <a:solidFill>
                          <a:srgbClr val="000000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50">
                        <a:solidFill>
                          <a:srgbClr val="000000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DEDED"/>
                    </a:solidFill>
                  </a:tcPr>
                </a:tc>
              </a:tr>
            </a:tbl>
          </a:graphicData>
        </a:graphic>
      </p:graphicFrame>
      <p:sp>
        <p:nvSpPr>
          <p:cNvPr id="109" name="Google Shape;109;p13"/>
          <p:cNvSpPr txBox="1"/>
          <p:nvPr/>
        </p:nvSpPr>
        <p:spPr>
          <a:xfrm>
            <a:off x="1744649" y="7751046"/>
            <a:ext cx="1414298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b) Calculate 15 + 12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110" name="Google Shape;110;p13"/>
          <p:cNvGraphicFramePr/>
          <p:nvPr/>
        </p:nvGraphicFramePr>
        <p:xfrm>
          <a:off x="3558654" y="8082447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{B1698552-7BC1-484D-9047-C41039C6CE85}</a:tableStyleId>
              </a:tblPr>
              <a:tblGrid>
                <a:gridCol w="404675"/>
                <a:gridCol w="404675"/>
                <a:gridCol w="404675"/>
              </a:tblGrid>
              <a:tr h="2000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50">
                        <a:solidFill>
                          <a:srgbClr val="000000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50">
                          <a:solidFill>
                            <a:srgbClr val="000000"/>
                          </a:solidFill>
                        </a:rPr>
                        <a:t>T</a:t>
                      </a:r>
                      <a:endParaRPr sz="1050">
                        <a:solidFill>
                          <a:srgbClr val="000000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50">
                          <a:solidFill>
                            <a:srgbClr val="000000"/>
                          </a:solidFill>
                        </a:rPr>
                        <a:t>O</a:t>
                      </a:r>
                      <a:endParaRPr sz="1050">
                        <a:solidFill>
                          <a:srgbClr val="000000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00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50">
                        <a:solidFill>
                          <a:srgbClr val="000000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50">
                        <a:solidFill>
                          <a:srgbClr val="000000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50">
                        <a:solidFill>
                          <a:srgbClr val="000000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00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50">
                          <a:solidFill>
                            <a:srgbClr val="000000"/>
                          </a:solidFill>
                        </a:rPr>
                        <a:t>+</a:t>
                      </a:r>
                      <a:endParaRPr sz="1050">
                        <a:solidFill>
                          <a:srgbClr val="000000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50">
                        <a:solidFill>
                          <a:srgbClr val="000000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50">
                        <a:solidFill>
                          <a:srgbClr val="000000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364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50">
                        <a:solidFill>
                          <a:srgbClr val="000000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50">
                        <a:solidFill>
                          <a:srgbClr val="000000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DEDED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11" name="Google Shape;111;p13"/>
          <p:cNvGraphicFramePr/>
          <p:nvPr/>
        </p:nvGraphicFramePr>
        <p:xfrm>
          <a:off x="5396411" y="8069048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{B1698552-7BC1-484D-9047-C41039C6CE85}</a:tableStyleId>
              </a:tblPr>
              <a:tblGrid>
                <a:gridCol w="404675"/>
                <a:gridCol w="404675"/>
                <a:gridCol w="404675"/>
              </a:tblGrid>
              <a:tr h="2000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50">
                        <a:solidFill>
                          <a:srgbClr val="000000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50">
                          <a:solidFill>
                            <a:srgbClr val="000000"/>
                          </a:solidFill>
                        </a:rPr>
                        <a:t>T</a:t>
                      </a:r>
                      <a:endParaRPr sz="1050">
                        <a:solidFill>
                          <a:srgbClr val="000000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50">
                          <a:solidFill>
                            <a:srgbClr val="000000"/>
                          </a:solidFill>
                        </a:rPr>
                        <a:t>O</a:t>
                      </a:r>
                      <a:endParaRPr sz="1050">
                        <a:solidFill>
                          <a:srgbClr val="000000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00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50">
                        <a:solidFill>
                          <a:srgbClr val="000000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50">
                        <a:solidFill>
                          <a:srgbClr val="000000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50">
                        <a:solidFill>
                          <a:srgbClr val="000000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00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50">
                          <a:solidFill>
                            <a:srgbClr val="000000"/>
                          </a:solidFill>
                        </a:rPr>
                        <a:t>+</a:t>
                      </a:r>
                      <a:endParaRPr sz="1050">
                        <a:solidFill>
                          <a:srgbClr val="000000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50">
                        <a:solidFill>
                          <a:srgbClr val="000000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50">
                        <a:solidFill>
                          <a:srgbClr val="000000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364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50">
                        <a:solidFill>
                          <a:srgbClr val="000000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50">
                        <a:solidFill>
                          <a:srgbClr val="000000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DEDED"/>
                    </a:solidFill>
                  </a:tcPr>
                </a:tc>
              </a:tr>
            </a:tbl>
          </a:graphicData>
        </a:graphic>
      </p:graphicFrame>
      <p:sp>
        <p:nvSpPr>
          <p:cNvPr id="112" name="Google Shape;112;p13"/>
          <p:cNvSpPr txBox="1"/>
          <p:nvPr/>
        </p:nvSpPr>
        <p:spPr>
          <a:xfrm>
            <a:off x="5302149" y="7766785"/>
            <a:ext cx="1414298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d) Calculate 21 + 13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p13"/>
          <p:cNvSpPr txBox="1"/>
          <p:nvPr/>
        </p:nvSpPr>
        <p:spPr>
          <a:xfrm>
            <a:off x="3515859" y="7733311"/>
            <a:ext cx="1399870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c) Calculate 13 + 15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14" name="Google Shape;114;p13"/>
          <p:cNvGrpSpPr/>
          <p:nvPr/>
        </p:nvGrpSpPr>
        <p:grpSpPr>
          <a:xfrm>
            <a:off x="82060" y="2991666"/>
            <a:ext cx="6751305" cy="1706622"/>
            <a:chOff x="59782" y="2276673"/>
            <a:chExt cx="6751305" cy="2046788"/>
          </a:xfrm>
        </p:grpSpPr>
        <p:cxnSp>
          <p:nvCxnSpPr>
            <p:cNvPr id="115" name="Google Shape;115;p13"/>
            <p:cNvCxnSpPr/>
            <p:nvPr/>
          </p:nvCxnSpPr>
          <p:spPr>
            <a:xfrm flipH="1" rot="10800000">
              <a:off x="951826" y="3974185"/>
              <a:ext cx="5541513" cy="22822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sp>
          <p:nvSpPr>
            <p:cNvPr id="116" name="Google Shape;116;p13"/>
            <p:cNvSpPr/>
            <p:nvPr/>
          </p:nvSpPr>
          <p:spPr>
            <a:xfrm>
              <a:off x="59782" y="2297490"/>
              <a:ext cx="6679742" cy="2025971"/>
            </a:xfrm>
            <a:prstGeom prst="rect">
              <a:avLst/>
            </a:prstGeom>
            <a:solidFill>
              <a:schemeClr val="lt1"/>
            </a:solidFill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117" name="Google Shape;117;p13"/>
            <p:cNvCxnSpPr/>
            <p:nvPr/>
          </p:nvCxnSpPr>
          <p:spPr>
            <a:xfrm>
              <a:off x="59782" y="3302639"/>
              <a:ext cx="6699219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18" name="Google Shape;118;p13"/>
            <p:cNvCxnSpPr>
              <a:stCxn id="116" idx="2"/>
              <a:endCxn id="116" idx="0"/>
            </p:cNvCxnSpPr>
            <p:nvPr/>
          </p:nvCxnSpPr>
          <p:spPr>
            <a:xfrm rot="10800000">
              <a:off x="3399653" y="2297561"/>
              <a:ext cx="0" cy="20259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sp>
          <p:nvSpPr>
            <p:cNvPr id="119" name="Google Shape;119;p13"/>
            <p:cNvSpPr txBox="1"/>
            <p:nvPr/>
          </p:nvSpPr>
          <p:spPr>
            <a:xfrm>
              <a:off x="114900" y="2309059"/>
              <a:ext cx="824713" cy="46166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2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Definition</a:t>
              </a:r>
              <a:endParaRPr/>
            </a:p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0" name="Google Shape;120;p13"/>
            <p:cNvSpPr txBox="1"/>
            <p:nvPr/>
          </p:nvSpPr>
          <p:spPr>
            <a:xfrm>
              <a:off x="5638951" y="2276673"/>
              <a:ext cx="1112228" cy="27699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2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Characteristics</a:t>
              </a:r>
              <a:endParaRPr b="1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1" name="Google Shape;121;p13"/>
            <p:cNvSpPr txBox="1"/>
            <p:nvPr/>
          </p:nvSpPr>
          <p:spPr>
            <a:xfrm>
              <a:off x="130359" y="3348731"/>
              <a:ext cx="788164" cy="27699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2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Examples</a:t>
              </a:r>
              <a:endParaRPr b="1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2" name="Google Shape;122;p13"/>
            <p:cNvSpPr txBox="1"/>
            <p:nvPr/>
          </p:nvSpPr>
          <p:spPr>
            <a:xfrm>
              <a:off x="5638202" y="3348732"/>
              <a:ext cx="1172885" cy="27699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2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Non - Examples</a:t>
              </a:r>
              <a:endParaRPr b="1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3" name="Google Shape;123;p13"/>
            <p:cNvSpPr txBox="1"/>
            <p:nvPr/>
          </p:nvSpPr>
          <p:spPr>
            <a:xfrm>
              <a:off x="118476" y="2534065"/>
              <a:ext cx="3230335" cy="27699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2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A whole number. </a:t>
              </a:r>
              <a:endParaRPr/>
            </a:p>
          </p:txBody>
        </p:sp>
        <p:sp>
          <p:nvSpPr>
            <p:cNvPr id="124" name="Google Shape;124;p13"/>
            <p:cNvSpPr txBox="1"/>
            <p:nvPr/>
          </p:nvSpPr>
          <p:spPr>
            <a:xfrm>
              <a:off x="3425979" y="2315157"/>
              <a:ext cx="3230335" cy="6463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-95250" lvl="0" marL="17145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200"/>
                <a:buFont typeface="Arial"/>
                <a:buNone/>
              </a:pPr>
              <a:r>
                <a:t/>
              </a:r>
              <a:endParaRPr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-171450" lvl="0" marL="17145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200"/>
                <a:buFont typeface="Arial"/>
                <a:buChar char="•"/>
              </a:pPr>
              <a:r>
                <a:rPr lang="en-GB" sz="12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Can be positive or negative.</a:t>
              </a:r>
              <a:endParaRPr/>
            </a:p>
            <a:p>
              <a:pPr indent="-171450" lvl="0" marL="17145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200"/>
                <a:buFont typeface="Arial"/>
                <a:buChar char="•"/>
              </a:pPr>
              <a:r>
                <a:rPr lang="en-GB" sz="12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No decimal or fractional part when simplified.</a:t>
              </a:r>
              <a:endParaRPr/>
            </a:p>
          </p:txBody>
        </p:sp>
        <p:sp>
          <p:nvSpPr>
            <p:cNvPr id="125" name="Google Shape;125;p13"/>
            <p:cNvSpPr txBox="1"/>
            <p:nvPr/>
          </p:nvSpPr>
          <p:spPr>
            <a:xfrm>
              <a:off x="2997486" y="3093237"/>
              <a:ext cx="854593" cy="369332"/>
            </a:xfrm>
            <a:prstGeom prst="rect">
              <a:avLst/>
            </a:prstGeom>
            <a:solidFill>
              <a:schemeClr val="lt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Integer</a:t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6" name="Google Shape;126;p13"/>
            <p:cNvSpPr txBox="1"/>
            <p:nvPr/>
          </p:nvSpPr>
          <p:spPr>
            <a:xfrm>
              <a:off x="280391" y="3746521"/>
              <a:ext cx="419656" cy="27699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2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11</a:t>
              </a:r>
              <a:endParaRPr/>
            </a:p>
          </p:txBody>
        </p:sp>
        <p:sp>
          <p:nvSpPr>
            <p:cNvPr id="127" name="Google Shape;127;p13"/>
            <p:cNvSpPr txBox="1"/>
            <p:nvPr/>
          </p:nvSpPr>
          <p:spPr>
            <a:xfrm>
              <a:off x="1547436" y="3372258"/>
              <a:ext cx="419656" cy="33221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2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-42</a:t>
              </a:r>
              <a:endParaRPr/>
            </a:p>
          </p:txBody>
        </p:sp>
        <p:sp>
          <p:nvSpPr>
            <p:cNvPr id="128" name="Google Shape;128;p13"/>
            <p:cNvSpPr txBox="1"/>
            <p:nvPr/>
          </p:nvSpPr>
          <p:spPr>
            <a:xfrm>
              <a:off x="2059091" y="3360891"/>
              <a:ext cx="419656" cy="453970"/>
            </a:xfrm>
            <a:prstGeom prst="rect">
              <a:avLst/>
            </a:prstGeom>
            <a:blipFill rotWithShape="1">
              <a:blip r:embed="rId3">
                <a:alphaModFix/>
              </a:blip>
              <a:stretch>
                <a:fillRect b="-16129" l="0" r="0" t="0"/>
              </a:stretch>
            </a:blip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Calibri"/>
                  <a:ea typeface="Calibri"/>
                  <a:cs typeface="Calibri"/>
                  <a:sym typeface="Calibri"/>
                </a:rPr>
                <a:t> </a:t>
              </a:r>
              <a:endParaRPr/>
            </a:p>
          </p:txBody>
        </p:sp>
        <p:sp>
          <p:nvSpPr>
            <p:cNvPr id="129" name="Google Shape;129;p13"/>
            <p:cNvSpPr txBox="1"/>
            <p:nvPr/>
          </p:nvSpPr>
          <p:spPr>
            <a:xfrm>
              <a:off x="3846340" y="3392234"/>
              <a:ext cx="419656" cy="27699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2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1.1</a:t>
              </a:r>
              <a:endParaRPr/>
            </a:p>
          </p:txBody>
        </p:sp>
        <p:sp>
          <p:nvSpPr>
            <p:cNvPr id="130" name="Google Shape;130;p13"/>
            <p:cNvSpPr txBox="1"/>
            <p:nvPr/>
          </p:nvSpPr>
          <p:spPr>
            <a:xfrm>
              <a:off x="4418372" y="3446216"/>
              <a:ext cx="477697" cy="27699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2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-8.5</a:t>
              </a:r>
              <a:endParaRPr/>
            </a:p>
          </p:txBody>
        </p:sp>
        <p:sp>
          <p:nvSpPr>
            <p:cNvPr id="131" name="Google Shape;131;p13"/>
            <p:cNvSpPr txBox="1"/>
            <p:nvPr/>
          </p:nvSpPr>
          <p:spPr>
            <a:xfrm>
              <a:off x="4896069" y="3350205"/>
              <a:ext cx="419656" cy="453970"/>
            </a:xfrm>
            <a:prstGeom prst="rect">
              <a:avLst/>
            </a:prstGeom>
            <a:blipFill rotWithShape="1">
              <a:blip r:embed="rId4">
                <a:alphaModFix/>
              </a:blip>
              <a:stretch>
                <a:fillRect b="-19355" l="0" r="0" t="0"/>
              </a:stretch>
            </a:blip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Calibri"/>
                  <a:ea typeface="Calibri"/>
                  <a:cs typeface="Calibri"/>
                  <a:sym typeface="Calibri"/>
                </a:rPr>
                <a:t> </a:t>
              </a:r>
              <a:endParaRPr/>
            </a:p>
          </p:txBody>
        </p:sp>
        <p:sp>
          <p:nvSpPr>
            <p:cNvPr id="132" name="Google Shape;132;p13"/>
            <p:cNvSpPr txBox="1"/>
            <p:nvPr/>
          </p:nvSpPr>
          <p:spPr>
            <a:xfrm>
              <a:off x="5395998" y="3574805"/>
              <a:ext cx="419656" cy="298737"/>
            </a:xfrm>
            <a:prstGeom prst="rect">
              <a:avLst/>
            </a:prstGeom>
            <a:blipFill rotWithShape="1">
              <a:blip r:embed="rId5">
                <a:alphaModFix/>
              </a:blip>
              <a:stretch>
                <a:fillRect b="-7317" l="0" r="0" t="0"/>
              </a:stretch>
            </a:blip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Calibri"/>
                  <a:ea typeface="Calibri"/>
                  <a:cs typeface="Calibri"/>
                  <a:sym typeface="Calibri"/>
                </a:rPr>
                <a:t> </a:t>
              </a:r>
              <a:endParaRPr/>
            </a:p>
          </p:txBody>
        </p:sp>
        <p:sp>
          <p:nvSpPr>
            <p:cNvPr id="133" name="Google Shape;133;p13"/>
            <p:cNvSpPr txBox="1"/>
            <p:nvPr/>
          </p:nvSpPr>
          <p:spPr>
            <a:xfrm>
              <a:off x="2562074" y="3372980"/>
              <a:ext cx="419656" cy="276999"/>
            </a:xfrm>
            <a:prstGeom prst="rect">
              <a:avLst/>
            </a:prstGeom>
            <a:blipFill rotWithShape="1">
              <a:blip r:embed="rId6">
                <a:alphaModFix/>
              </a:blip>
              <a:stretch>
                <a:fillRect b="-5263" l="0" r="0" t="0"/>
              </a:stretch>
            </a:blip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Calibri"/>
                  <a:ea typeface="Calibri"/>
                  <a:cs typeface="Calibri"/>
                  <a:sym typeface="Calibri"/>
                </a:rPr>
                <a:t> </a:t>
              </a:r>
              <a:endParaRPr/>
            </a:p>
          </p:txBody>
        </p:sp>
        <p:sp>
          <p:nvSpPr>
            <p:cNvPr id="134" name="Google Shape;134;p13"/>
            <p:cNvSpPr txBox="1"/>
            <p:nvPr/>
          </p:nvSpPr>
          <p:spPr>
            <a:xfrm>
              <a:off x="883968" y="3778463"/>
              <a:ext cx="419656" cy="27699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2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-11</a:t>
              </a:r>
              <a:endParaRPr/>
            </a:p>
          </p:txBody>
        </p:sp>
        <p:sp>
          <p:nvSpPr>
            <p:cNvPr id="135" name="Google Shape;135;p13"/>
            <p:cNvSpPr txBox="1"/>
            <p:nvPr/>
          </p:nvSpPr>
          <p:spPr>
            <a:xfrm>
              <a:off x="1757264" y="3788164"/>
              <a:ext cx="419656" cy="453970"/>
            </a:xfrm>
            <a:prstGeom prst="rect">
              <a:avLst/>
            </a:prstGeom>
            <a:blipFill rotWithShape="1">
              <a:blip r:embed="rId7">
                <a:alphaModFix/>
              </a:blip>
              <a:stretch>
                <a:fillRect b="-17743" l="0" r="0" t="0"/>
              </a:stretch>
            </a:blip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Calibri"/>
                  <a:ea typeface="Calibri"/>
                  <a:cs typeface="Calibri"/>
                  <a:sym typeface="Calibri"/>
                </a:rPr>
                <a:t> </a:t>
              </a:r>
              <a:endParaRPr/>
            </a:p>
          </p:txBody>
        </p:sp>
        <p:sp>
          <p:nvSpPr>
            <p:cNvPr id="136" name="Google Shape;136;p13"/>
            <p:cNvSpPr txBox="1"/>
            <p:nvPr/>
          </p:nvSpPr>
          <p:spPr>
            <a:xfrm>
              <a:off x="2386817" y="3865854"/>
              <a:ext cx="350514" cy="332211"/>
            </a:xfrm>
            <a:prstGeom prst="rect">
              <a:avLst/>
            </a:prstGeom>
            <a:blipFill rotWithShape="1">
              <a:blip r:embed="rId8">
                <a:alphaModFix/>
              </a:blip>
              <a:stretch>
                <a:fillRect b="0" l="0" r="-15789" t="0"/>
              </a:stretch>
            </a:blip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Calibri"/>
                  <a:ea typeface="Calibri"/>
                  <a:cs typeface="Calibri"/>
                  <a:sym typeface="Calibri"/>
                </a:rPr>
                <a:t> </a:t>
              </a:r>
              <a:endParaRPr/>
            </a:p>
          </p:txBody>
        </p:sp>
        <p:sp>
          <p:nvSpPr>
            <p:cNvPr id="137" name="Google Shape;137;p13"/>
            <p:cNvSpPr txBox="1"/>
            <p:nvPr/>
          </p:nvSpPr>
          <p:spPr>
            <a:xfrm>
              <a:off x="2871440" y="3788164"/>
              <a:ext cx="419656" cy="276999"/>
            </a:xfrm>
            <a:prstGeom prst="rect">
              <a:avLst/>
            </a:prstGeom>
            <a:blipFill rotWithShape="1">
              <a:blip r:embed="rId9">
                <a:alphaModFix/>
              </a:blip>
              <a:stretch>
                <a:fillRect b="-5263" l="0" r="0" t="0"/>
              </a:stretch>
            </a:blip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Calibri"/>
                  <a:ea typeface="Calibri"/>
                  <a:cs typeface="Calibri"/>
                  <a:sym typeface="Calibri"/>
                </a:rPr>
                <a:t> </a:t>
              </a:r>
              <a:endParaRPr/>
            </a:p>
          </p:txBody>
        </p:sp>
        <p:sp>
          <p:nvSpPr>
            <p:cNvPr id="138" name="Google Shape;138;p13"/>
            <p:cNvSpPr txBox="1"/>
            <p:nvPr/>
          </p:nvSpPr>
          <p:spPr>
            <a:xfrm>
              <a:off x="1041562" y="3371596"/>
              <a:ext cx="419656" cy="276999"/>
            </a:xfrm>
            <a:prstGeom prst="rect">
              <a:avLst/>
            </a:prstGeom>
            <a:blipFill rotWithShape="1">
              <a:blip r:embed="rId10">
                <a:alphaModFix/>
              </a:blip>
              <a:stretch>
                <a:fillRect b="-5263" l="0" r="0" t="0"/>
              </a:stretch>
            </a:blip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Calibri"/>
                  <a:ea typeface="Calibri"/>
                  <a:cs typeface="Calibri"/>
                  <a:sym typeface="Calibri"/>
                </a:rPr>
                <a:t> </a:t>
              </a:r>
              <a:endParaRPr/>
            </a:p>
          </p:txBody>
        </p:sp>
        <p:sp>
          <p:nvSpPr>
            <p:cNvPr id="139" name="Google Shape;139;p13"/>
            <p:cNvSpPr txBox="1"/>
            <p:nvPr/>
          </p:nvSpPr>
          <p:spPr>
            <a:xfrm>
              <a:off x="3461224" y="3727355"/>
              <a:ext cx="477697" cy="27699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2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27.5</a:t>
              </a:r>
              <a:endParaRPr/>
            </a:p>
          </p:txBody>
        </p:sp>
        <p:sp>
          <p:nvSpPr>
            <p:cNvPr id="140" name="Google Shape;140;p13"/>
            <p:cNvSpPr txBox="1"/>
            <p:nvPr/>
          </p:nvSpPr>
          <p:spPr>
            <a:xfrm>
              <a:off x="4157657" y="3812624"/>
              <a:ext cx="477697" cy="27699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2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0.42</a:t>
              </a:r>
              <a:endParaRPr/>
            </a:p>
          </p:txBody>
        </p:sp>
        <p:sp>
          <p:nvSpPr>
            <p:cNvPr id="141" name="Google Shape;141;p13"/>
            <p:cNvSpPr txBox="1"/>
            <p:nvPr/>
          </p:nvSpPr>
          <p:spPr>
            <a:xfrm>
              <a:off x="5930471" y="3710245"/>
              <a:ext cx="419656" cy="439223"/>
            </a:xfrm>
            <a:prstGeom prst="rect">
              <a:avLst/>
            </a:prstGeom>
            <a:blipFill rotWithShape="1">
              <a:blip r:embed="rId11">
                <a:alphaModFix/>
              </a:blip>
              <a:stretch>
                <a:fillRect b="-21666" l="0" r="0" t="0"/>
              </a:stretch>
            </a:blip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Calibri"/>
                  <a:ea typeface="Calibri"/>
                  <a:cs typeface="Calibri"/>
                  <a:sym typeface="Calibri"/>
                </a:rPr>
                <a:t> </a:t>
              </a:r>
              <a:endParaRPr/>
            </a:p>
          </p:txBody>
        </p:sp>
        <p:sp>
          <p:nvSpPr>
            <p:cNvPr id="142" name="Google Shape;142;p13"/>
            <p:cNvSpPr txBox="1"/>
            <p:nvPr/>
          </p:nvSpPr>
          <p:spPr>
            <a:xfrm>
              <a:off x="4864213" y="3929856"/>
              <a:ext cx="419656" cy="302519"/>
            </a:xfrm>
            <a:prstGeom prst="rect">
              <a:avLst/>
            </a:prstGeom>
            <a:blipFill rotWithShape="1">
              <a:blip r:embed="rId12">
                <a:alphaModFix/>
              </a:blip>
              <a:stretch>
                <a:fillRect b="-9756" l="0" r="-20291" t="0"/>
              </a:stretch>
            </a:blip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Calibri"/>
                  <a:ea typeface="Calibri"/>
                  <a:cs typeface="Calibri"/>
                  <a:sym typeface="Calibri"/>
                </a:rPr>
                <a:t> </a:t>
              </a:r>
              <a:endParaRPr/>
            </a:p>
          </p:txBody>
        </p:sp>
      </p:grpSp>
      <p:sp>
        <p:nvSpPr>
          <p:cNvPr id="143" name="Google Shape;143;p13"/>
          <p:cNvSpPr/>
          <p:nvPr/>
        </p:nvSpPr>
        <p:spPr>
          <a:xfrm>
            <a:off x="89884" y="1950869"/>
            <a:ext cx="6679742" cy="976404"/>
          </a:xfrm>
          <a:prstGeom prst="rect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 u="sng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Introduction – Read and annotate:</a:t>
            </a:r>
            <a:endParaRPr/>
          </a:p>
          <a:p>
            <a:pPr indent="-228600" lvl="0" marL="22860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AutoNum type="arabicPeriod"/>
            </a:pPr>
            <a:r>
              <a:rPr lang="en-GB" sz="1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Column addition is a written method used to add numbers by lining them up according to place value</a:t>
            </a:r>
            <a:endParaRPr/>
          </a:p>
          <a:p>
            <a:pPr indent="-228600" lvl="0" marL="22860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AutoNum type="arabicPeriod"/>
            </a:pPr>
            <a:r>
              <a:rPr lang="en-GB" sz="1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(ones, tens, hundreds, etc.). It helps you add each column of digits step by step, starting from the</a:t>
            </a:r>
            <a:endParaRPr/>
          </a:p>
          <a:p>
            <a:pPr indent="-228600" lvl="0" marL="22860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AutoNum type="arabicPeriod"/>
            </a:pPr>
            <a:r>
              <a:rPr lang="en-GB" sz="1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right, and exchange any value that goes over ten into the next column. It is important to line up the</a:t>
            </a:r>
            <a:endParaRPr/>
          </a:p>
          <a:p>
            <a:pPr indent="-228600" lvl="0" marL="22860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AutoNum type="arabicPeriod"/>
            </a:pPr>
            <a:r>
              <a:rPr lang="en-GB" sz="1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digits correctly by place value to make sure you get the correct answer.</a:t>
            </a:r>
            <a:endParaRPr b="1" sz="1200" u="sng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" name="Google Shape;144;p13"/>
          <p:cNvSpPr/>
          <p:nvPr/>
        </p:nvSpPr>
        <p:spPr>
          <a:xfrm>
            <a:off x="1492978" y="6898342"/>
            <a:ext cx="1245632" cy="398914"/>
          </a:xfrm>
          <a:prstGeom prst="rect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" name="Google Shape;145;p13"/>
          <p:cNvSpPr/>
          <p:nvPr/>
        </p:nvSpPr>
        <p:spPr>
          <a:xfrm>
            <a:off x="3367309" y="6898342"/>
            <a:ext cx="1245632" cy="398914"/>
          </a:xfrm>
          <a:prstGeom prst="rect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p13"/>
          <p:cNvSpPr/>
          <p:nvPr/>
        </p:nvSpPr>
        <p:spPr>
          <a:xfrm>
            <a:off x="5166420" y="6898342"/>
            <a:ext cx="1245632" cy="398914"/>
          </a:xfrm>
          <a:prstGeom prst="rect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p13"/>
          <p:cNvSpPr txBox="1"/>
          <p:nvPr/>
        </p:nvSpPr>
        <p:spPr>
          <a:xfrm>
            <a:off x="1655352" y="6900049"/>
            <a:ext cx="956812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45</a:t>
            </a:r>
            <a:endParaRPr/>
          </a:p>
        </p:txBody>
      </p:sp>
      <p:sp>
        <p:nvSpPr>
          <p:cNvPr id="148" name="Google Shape;148;p13"/>
          <p:cNvSpPr txBox="1"/>
          <p:nvPr/>
        </p:nvSpPr>
        <p:spPr>
          <a:xfrm>
            <a:off x="3544675" y="6892125"/>
            <a:ext cx="956812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52</a:t>
            </a:r>
            <a:endParaRPr/>
          </a:p>
        </p:txBody>
      </p:sp>
      <p:sp>
        <p:nvSpPr>
          <p:cNvPr id="149" name="Google Shape;149;p13"/>
          <p:cNvSpPr txBox="1"/>
          <p:nvPr/>
        </p:nvSpPr>
        <p:spPr>
          <a:xfrm>
            <a:off x="5371730" y="6884603"/>
            <a:ext cx="956812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72</a:t>
            </a:r>
            <a:endParaRPr/>
          </a:p>
        </p:txBody>
      </p:sp>
      <p:sp>
        <p:nvSpPr>
          <p:cNvPr id="150" name="Google Shape;150;p13"/>
          <p:cNvSpPr/>
          <p:nvPr/>
        </p:nvSpPr>
        <p:spPr>
          <a:xfrm>
            <a:off x="213432" y="9347008"/>
            <a:ext cx="1235076" cy="525874"/>
          </a:xfrm>
          <a:prstGeom prst="rect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p13"/>
          <p:cNvSpPr/>
          <p:nvPr/>
        </p:nvSpPr>
        <p:spPr>
          <a:xfrm>
            <a:off x="1828394" y="9347008"/>
            <a:ext cx="1235076" cy="525874"/>
          </a:xfrm>
          <a:prstGeom prst="rect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" name="Google Shape;152;p13"/>
          <p:cNvSpPr/>
          <p:nvPr/>
        </p:nvSpPr>
        <p:spPr>
          <a:xfrm>
            <a:off x="3558654" y="9347008"/>
            <a:ext cx="1235076" cy="525874"/>
          </a:xfrm>
          <a:prstGeom prst="rect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" name="Google Shape;153;p13"/>
          <p:cNvSpPr/>
          <p:nvPr/>
        </p:nvSpPr>
        <p:spPr>
          <a:xfrm>
            <a:off x="5396411" y="9347008"/>
            <a:ext cx="1235076" cy="525874"/>
          </a:xfrm>
          <a:prstGeom prst="rect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p13"/>
          <p:cNvSpPr txBox="1"/>
          <p:nvPr/>
        </p:nvSpPr>
        <p:spPr>
          <a:xfrm>
            <a:off x="5525026" y="9372082"/>
            <a:ext cx="956812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34</a:t>
            </a:r>
            <a:endParaRPr/>
          </a:p>
        </p:txBody>
      </p:sp>
      <p:sp>
        <p:nvSpPr>
          <p:cNvPr id="155" name="Google Shape;155;p13"/>
          <p:cNvSpPr txBox="1"/>
          <p:nvPr/>
        </p:nvSpPr>
        <p:spPr>
          <a:xfrm>
            <a:off x="3718242" y="9343145"/>
            <a:ext cx="956812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28</a:t>
            </a:r>
            <a:endParaRPr/>
          </a:p>
        </p:txBody>
      </p:sp>
      <p:sp>
        <p:nvSpPr>
          <p:cNvPr id="156" name="Google Shape;156;p13"/>
          <p:cNvSpPr txBox="1"/>
          <p:nvPr/>
        </p:nvSpPr>
        <p:spPr>
          <a:xfrm>
            <a:off x="1948702" y="9361021"/>
            <a:ext cx="956812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27</a:t>
            </a:r>
            <a:endParaRPr/>
          </a:p>
        </p:txBody>
      </p:sp>
      <p:sp>
        <p:nvSpPr>
          <p:cNvPr id="157" name="Google Shape;157;p13"/>
          <p:cNvSpPr txBox="1"/>
          <p:nvPr/>
        </p:nvSpPr>
        <p:spPr>
          <a:xfrm>
            <a:off x="342047" y="9361849"/>
            <a:ext cx="956812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27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62" name="Google Shape;162;p14"/>
          <p:cNvGraphicFramePr/>
          <p:nvPr/>
        </p:nvGraphicFramePr>
        <p:xfrm>
          <a:off x="213938" y="6378628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{B1698552-7BC1-484D-9047-C41039C6CE85}</a:tableStyleId>
              </a:tblPr>
              <a:tblGrid>
                <a:gridCol w="1281250"/>
                <a:gridCol w="1281250"/>
                <a:gridCol w="1281250"/>
                <a:gridCol w="1281250"/>
                <a:gridCol w="1281250"/>
              </a:tblGrid>
              <a:tr h="15401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5401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163" name="Google Shape;163;p14"/>
          <p:cNvGraphicFramePr/>
          <p:nvPr/>
        </p:nvGraphicFramePr>
        <p:xfrm>
          <a:off x="242981" y="461006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{B1698552-7BC1-484D-9047-C41039C6CE85}</a:tableStyleId>
              </a:tblPr>
              <a:tblGrid>
                <a:gridCol w="404675"/>
                <a:gridCol w="404675"/>
                <a:gridCol w="404675"/>
              </a:tblGrid>
              <a:tr h="2000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50">
                        <a:solidFill>
                          <a:srgbClr val="000000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50">
                          <a:solidFill>
                            <a:srgbClr val="000000"/>
                          </a:solidFill>
                        </a:rPr>
                        <a:t>T</a:t>
                      </a:r>
                      <a:endParaRPr sz="1050">
                        <a:solidFill>
                          <a:srgbClr val="000000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50">
                          <a:solidFill>
                            <a:srgbClr val="000000"/>
                          </a:solidFill>
                        </a:rPr>
                        <a:t>O</a:t>
                      </a:r>
                      <a:endParaRPr sz="1050">
                        <a:solidFill>
                          <a:srgbClr val="000000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00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50">
                        <a:solidFill>
                          <a:srgbClr val="000000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50">
                        <a:solidFill>
                          <a:srgbClr val="000000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50">
                        <a:solidFill>
                          <a:srgbClr val="000000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00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50">
                          <a:solidFill>
                            <a:srgbClr val="000000"/>
                          </a:solidFill>
                        </a:rPr>
                        <a:t>+</a:t>
                      </a:r>
                      <a:endParaRPr sz="1050">
                        <a:solidFill>
                          <a:srgbClr val="000000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50">
                        <a:solidFill>
                          <a:srgbClr val="000000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50">
                        <a:solidFill>
                          <a:srgbClr val="000000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364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50">
                        <a:solidFill>
                          <a:srgbClr val="000000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50">
                        <a:solidFill>
                          <a:srgbClr val="000000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DEDED"/>
                    </a:solidFill>
                  </a:tcPr>
                </a:tc>
              </a:tr>
            </a:tbl>
          </a:graphicData>
        </a:graphic>
      </p:graphicFrame>
      <p:sp>
        <p:nvSpPr>
          <p:cNvPr id="164" name="Google Shape;164;p14"/>
          <p:cNvSpPr txBox="1"/>
          <p:nvPr/>
        </p:nvSpPr>
        <p:spPr>
          <a:xfrm>
            <a:off x="148719" y="129605"/>
            <a:ext cx="1411092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e) Calculate 14 + 23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165" name="Google Shape;165;p14"/>
          <p:cNvGraphicFramePr/>
          <p:nvPr/>
        </p:nvGraphicFramePr>
        <p:xfrm>
          <a:off x="1868460" y="460453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{B1698552-7BC1-484D-9047-C41039C6CE85}</a:tableStyleId>
              </a:tblPr>
              <a:tblGrid>
                <a:gridCol w="404675"/>
                <a:gridCol w="404675"/>
                <a:gridCol w="404675"/>
              </a:tblGrid>
              <a:tr h="2000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50">
                        <a:solidFill>
                          <a:srgbClr val="000000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50">
                          <a:solidFill>
                            <a:srgbClr val="000000"/>
                          </a:solidFill>
                        </a:rPr>
                        <a:t>T</a:t>
                      </a:r>
                      <a:endParaRPr sz="1050">
                        <a:solidFill>
                          <a:srgbClr val="000000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50">
                          <a:solidFill>
                            <a:srgbClr val="000000"/>
                          </a:solidFill>
                        </a:rPr>
                        <a:t>O</a:t>
                      </a:r>
                      <a:endParaRPr sz="1050">
                        <a:solidFill>
                          <a:srgbClr val="000000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00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50">
                        <a:solidFill>
                          <a:srgbClr val="000000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50">
                        <a:solidFill>
                          <a:srgbClr val="000000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50">
                        <a:solidFill>
                          <a:srgbClr val="000000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00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50">
                          <a:solidFill>
                            <a:srgbClr val="000000"/>
                          </a:solidFill>
                        </a:rPr>
                        <a:t>+</a:t>
                      </a:r>
                      <a:endParaRPr sz="1050">
                        <a:solidFill>
                          <a:srgbClr val="000000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50">
                        <a:solidFill>
                          <a:srgbClr val="000000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50">
                        <a:solidFill>
                          <a:srgbClr val="000000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364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50">
                        <a:solidFill>
                          <a:srgbClr val="000000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50">
                        <a:solidFill>
                          <a:srgbClr val="000000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DEDED"/>
                    </a:solidFill>
                  </a:tcPr>
                </a:tc>
              </a:tr>
            </a:tbl>
          </a:graphicData>
        </a:graphic>
      </p:graphicFrame>
      <p:sp>
        <p:nvSpPr>
          <p:cNvPr id="166" name="Google Shape;166;p14"/>
          <p:cNvSpPr txBox="1"/>
          <p:nvPr/>
        </p:nvSpPr>
        <p:spPr>
          <a:xfrm>
            <a:off x="1774198" y="129052"/>
            <a:ext cx="1382879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f) Calculate 15 + 32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167" name="Google Shape;167;p14"/>
          <p:cNvGraphicFramePr/>
          <p:nvPr/>
        </p:nvGraphicFramePr>
        <p:xfrm>
          <a:off x="3588203" y="460453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{B1698552-7BC1-484D-9047-C41039C6CE85}</a:tableStyleId>
              </a:tblPr>
              <a:tblGrid>
                <a:gridCol w="404675"/>
                <a:gridCol w="404675"/>
                <a:gridCol w="404675"/>
              </a:tblGrid>
              <a:tr h="2000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50">
                        <a:solidFill>
                          <a:srgbClr val="000000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50">
                          <a:solidFill>
                            <a:srgbClr val="000000"/>
                          </a:solidFill>
                        </a:rPr>
                        <a:t>T</a:t>
                      </a:r>
                      <a:endParaRPr sz="1050">
                        <a:solidFill>
                          <a:srgbClr val="000000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50">
                          <a:solidFill>
                            <a:srgbClr val="000000"/>
                          </a:solidFill>
                        </a:rPr>
                        <a:t>O</a:t>
                      </a:r>
                      <a:endParaRPr sz="1050">
                        <a:solidFill>
                          <a:srgbClr val="000000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00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50">
                        <a:solidFill>
                          <a:srgbClr val="000000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50">
                        <a:solidFill>
                          <a:srgbClr val="000000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50">
                        <a:solidFill>
                          <a:srgbClr val="000000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00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50">
                          <a:solidFill>
                            <a:srgbClr val="000000"/>
                          </a:solidFill>
                        </a:rPr>
                        <a:t>+</a:t>
                      </a:r>
                      <a:endParaRPr sz="1050">
                        <a:solidFill>
                          <a:srgbClr val="000000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50">
                        <a:solidFill>
                          <a:srgbClr val="000000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50">
                        <a:solidFill>
                          <a:srgbClr val="000000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364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50">
                        <a:solidFill>
                          <a:srgbClr val="000000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50">
                        <a:solidFill>
                          <a:srgbClr val="000000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DEDED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68" name="Google Shape;168;p14"/>
          <p:cNvGraphicFramePr/>
          <p:nvPr/>
        </p:nvGraphicFramePr>
        <p:xfrm>
          <a:off x="5425960" y="447054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{B1698552-7BC1-484D-9047-C41039C6CE85}</a:tableStyleId>
              </a:tblPr>
              <a:tblGrid>
                <a:gridCol w="404675"/>
                <a:gridCol w="404675"/>
                <a:gridCol w="404675"/>
              </a:tblGrid>
              <a:tr h="2000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50">
                        <a:solidFill>
                          <a:srgbClr val="000000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50">
                          <a:solidFill>
                            <a:srgbClr val="000000"/>
                          </a:solidFill>
                        </a:rPr>
                        <a:t>T</a:t>
                      </a:r>
                      <a:endParaRPr sz="1050">
                        <a:solidFill>
                          <a:srgbClr val="000000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50">
                          <a:solidFill>
                            <a:srgbClr val="000000"/>
                          </a:solidFill>
                        </a:rPr>
                        <a:t>O</a:t>
                      </a:r>
                      <a:endParaRPr sz="1050">
                        <a:solidFill>
                          <a:srgbClr val="000000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00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50">
                        <a:solidFill>
                          <a:srgbClr val="000000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50">
                        <a:solidFill>
                          <a:srgbClr val="000000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50">
                        <a:solidFill>
                          <a:srgbClr val="000000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00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50">
                          <a:solidFill>
                            <a:srgbClr val="000000"/>
                          </a:solidFill>
                        </a:rPr>
                        <a:t>+</a:t>
                      </a:r>
                      <a:endParaRPr sz="1050">
                        <a:solidFill>
                          <a:srgbClr val="000000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50">
                        <a:solidFill>
                          <a:srgbClr val="000000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50">
                        <a:solidFill>
                          <a:srgbClr val="000000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364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50">
                        <a:solidFill>
                          <a:srgbClr val="000000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50">
                        <a:solidFill>
                          <a:srgbClr val="000000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DEDED"/>
                    </a:solidFill>
                  </a:tcPr>
                </a:tc>
              </a:tr>
            </a:tbl>
          </a:graphicData>
        </a:graphic>
      </p:graphicFrame>
      <p:sp>
        <p:nvSpPr>
          <p:cNvPr id="169" name="Google Shape;169;p14"/>
          <p:cNvSpPr txBox="1"/>
          <p:nvPr/>
        </p:nvSpPr>
        <p:spPr>
          <a:xfrm>
            <a:off x="5331698" y="144791"/>
            <a:ext cx="1414298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h) Calculate 17 + 32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" name="Google Shape;170;p14"/>
          <p:cNvSpPr txBox="1"/>
          <p:nvPr/>
        </p:nvSpPr>
        <p:spPr>
          <a:xfrm>
            <a:off x="3545408" y="111317"/>
            <a:ext cx="1406282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g) Calculate 13 + 45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171" name="Google Shape;171;p14"/>
          <p:cNvGraphicFramePr/>
          <p:nvPr/>
        </p:nvGraphicFramePr>
        <p:xfrm>
          <a:off x="253497" y="2249949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{B1698552-7BC1-484D-9047-C41039C6CE85}</a:tableStyleId>
              </a:tblPr>
              <a:tblGrid>
                <a:gridCol w="404675"/>
                <a:gridCol w="404675"/>
                <a:gridCol w="404675"/>
              </a:tblGrid>
              <a:tr h="2000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50">
                        <a:solidFill>
                          <a:srgbClr val="000000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50">
                          <a:solidFill>
                            <a:srgbClr val="000000"/>
                          </a:solidFill>
                        </a:rPr>
                        <a:t>T</a:t>
                      </a:r>
                      <a:endParaRPr sz="1050">
                        <a:solidFill>
                          <a:srgbClr val="000000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50">
                          <a:solidFill>
                            <a:srgbClr val="000000"/>
                          </a:solidFill>
                        </a:rPr>
                        <a:t>O</a:t>
                      </a:r>
                      <a:endParaRPr sz="1050">
                        <a:solidFill>
                          <a:srgbClr val="000000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00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50">
                        <a:solidFill>
                          <a:srgbClr val="000000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50">
                        <a:solidFill>
                          <a:srgbClr val="000000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50">
                        <a:solidFill>
                          <a:srgbClr val="000000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00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50">
                          <a:solidFill>
                            <a:srgbClr val="000000"/>
                          </a:solidFill>
                        </a:rPr>
                        <a:t>+</a:t>
                      </a:r>
                      <a:endParaRPr sz="1050">
                        <a:solidFill>
                          <a:srgbClr val="000000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50">
                        <a:solidFill>
                          <a:srgbClr val="000000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50">
                        <a:solidFill>
                          <a:srgbClr val="000000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364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50">
                        <a:solidFill>
                          <a:srgbClr val="000000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50">
                        <a:solidFill>
                          <a:srgbClr val="000000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DEDED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72" name="Google Shape;172;p14"/>
          <p:cNvGraphicFramePr/>
          <p:nvPr/>
        </p:nvGraphicFramePr>
        <p:xfrm>
          <a:off x="1878976" y="2249396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{B1698552-7BC1-484D-9047-C41039C6CE85}</a:tableStyleId>
              </a:tblPr>
              <a:tblGrid>
                <a:gridCol w="404675"/>
                <a:gridCol w="404675"/>
                <a:gridCol w="404675"/>
              </a:tblGrid>
              <a:tr h="2000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50">
                        <a:solidFill>
                          <a:srgbClr val="000000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50">
                          <a:solidFill>
                            <a:srgbClr val="000000"/>
                          </a:solidFill>
                        </a:rPr>
                        <a:t>T</a:t>
                      </a:r>
                      <a:endParaRPr sz="1050">
                        <a:solidFill>
                          <a:srgbClr val="000000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50">
                          <a:solidFill>
                            <a:srgbClr val="000000"/>
                          </a:solidFill>
                        </a:rPr>
                        <a:t>O</a:t>
                      </a:r>
                      <a:endParaRPr sz="1050">
                        <a:solidFill>
                          <a:srgbClr val="000000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00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50">
                        <a:solidFill>
                          <a:srgbClr val="000000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50">
                        <a:solidFill>
                          <a:srgbClr val="000000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50">
                        <a:solidFill>
                          <a:srgbClr val="000000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00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50">
                          <a:solidFill>
                            <a:srgbClr val="000000"/>
                          </a:solidFill>
                        </a:rPr>
                        <a:t>+</a:t>
                      </a:r>
                      <a:endParaRPr sz="1050">
                        <a:solidFill>
                          <a:srgbClr val="000000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50">
                        <a:solidFill>
                          <a:srgbClr val="000000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50">
                        <a:solidFill>
                          <a:srgbClr val="000000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364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50">
                        <a:solidFill>
                          <a:srgbClr val="000000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50">
                        <a:solidFill>
                          <a:srgbClr val="000000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DEDED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73" name="Google Shape;173;p14"/>
          <p:cNvGraphicFramePr/>
          <p:nvPr/>
        </p:nvGraphicFramePr>
        <p:xfrm>
          <a:off x="3598719" y="2249396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{B1698552-7BC1-484D-9047-C41039C6CE85}</a:tableStyleId>
              </a:tblPr>
              <a:tblGrid>
                <a:gridCol w="404675"/>
                <a:gridCol w="404675"/>
                <a:gridCol w="404675"/>
              </a:tblGrid>
              <a:tr h="2000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50">
                        <a:solidFill>
                          <a:srgbClr val="000000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50">
                          <a:solidFill>
                            <a:srgbClr val="000000"/>
                          </a:solidFill>
                        </a:rPr>
                        <a:t>T</a:t>
                      </a:r>
                      <a:endParaRPr sz="1050">
                        <a:solidFill>
                          <a:srgbClr val="000000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50">
                          <a:solidFill>
                            <a:srgbClr val="000000"/>
                          </a:solidFill>
                        </a:rPr>
                        <a:t>O</a:t>
                      </a:r>
                      <a:endParaRPr sz="1050">
                        <a:solidFill>
                          <a:srgbClr val="000000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00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50">
                        <a:solidFill>
                          <a:srgbClr val="000000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50">
                        <a:solidFill>
                          <a:srgbClr val="000000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50">
                        <a:solidFill>
                          <a:srgbClr val="000000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00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50">
                          <a:solidFill>
                            <a:srgbClr val="000000"/>
                          </a:solidFill>
                        </a:rPr>
                        <a:t>+</a:t>
                      </a:r>
                      <a:endParaRPr sz="1050">
                        <a:solidFill>
                          <a:srgbClr val="000000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50">
                        <a:solidFill>
                          <a:srgbClr val="000000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50">
                        <a:solidFill>
                          <a:srgbClr val="000000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364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50">
                        <a:solidFill>
                          <a:srgbClr val="000000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50">
                        <a:solidFill>
                          <a:srgbClr val="000000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DEDED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74" name="Google Shape;174;p14"/>
          <p:cNvGraphicFramePr/>
          <p:nvPr/>
        </p:nvGraphicFramePr>
        <p:xfrm>
          <a:off x="5436476" y="2235997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{B1698552-7BC1-484D-9047-C41039C6CE85}</a:tableStyleId>
              </a:tblPr>
              <a:tblGrid>
                <a:gridCol w="404675"/>
                <a:gridCol w="404675"/>
                <a:gridCol w="404675"/>
              </a:tblGrid>
              <a:tr h="2000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50">
                        <a:solidFill>
                          <a:srgbClr val="000000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50">
                          <a:solidFill>
                            <a:srgbClr val="000000"/>
                          </a:solidFill>
                        </a:rPr>
                        <a:t>T</a:t>
                      </a:r>
                      <a:endParaRPr sz="1050">
                        <a:solidFill>
                          <a:srgbClr val="000000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50">
                          <a:solidFill>
                            <a:srgbClr val="000000"/>
                          </a:solidFill>
                        </a:rPr>
                        <a:t>O</a:t>
                      </a:r>
                      <a:endParaRPr sz="1050">
                        <a:solidFill>
                          <a:srgbClr val="000000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00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50">
                        <a:solidFill>
                          <a:srgbClr val="000000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50">
                        <a:solidFill>
                          <a:srgbClr val="000000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50">
                        <a:solidFill>
                          <a:srgbClr val="000000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00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50">
                          <a:solidFill>
                            <a:srgbClr val="000000"/>
                          </a:solidFill>
                        </a:rPr>
                        <a:t>+</a:t>
                      </a:r>
                      <a:endParaRPr sz="1050">
                        <a:solidFill>
                          <a:srgbClr val="000000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50">
                        <a:solidFill>
                          <a:srgbClr val="000000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50">
                        <a:solidFill>
                          <a:srgbClr val="000000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364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50">
                        <a:solidFill>
                          <a:srgbClr val="000000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50">
                        <a:solidFill>
                          <a:srgbClr val="000000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DEDED"/>
                    </a:solidFill>
                  </a:tcPr>
                </a:tc>
              </a:tr>
            </a:tbl>
          </a:graphicData>
        </a:graphic>
      </p:graphicFrame>
      <p:sp>
        <p:nvSpPr>
          <p:cNvPr id="175" name="Google Shape;175;p14"/>
          <p:cNvSpPr txBox="1"/>
          <p:nvPr/>
        </p:nvSpPr>
        <p:spPr>
          <a:xfrm>
            <a:off x="122810" y="1962439"/>
            <a:ext cx="1369414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i) Calculate 13 + 21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" name="Google Shape;176;p14"/>
          <p:cNvSpPr txBox="1"/>
          <p:nvPr/>
        </p:nvSpPr>
        <p:spPr>
          <a:xfrm>
            <a:off x="1748289" y="1961886"/>
            <a:ext cx="1382879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f) Calculate 15 + 30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" name="Google Shape;177;p14"/>
          <p:cNvSpPr txBox="1"/>
          <p:nvPr/>
        </p:nvSpPr>
        <p:spPr>
          <a:xfrm>
            <a:off x="5305789" y="1977625"/>
            <a:ext cx="1414298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h) Calculate 57 + 22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" name="Google Shape;178;p14"/>
          <p:cNvSpPr txBox="1"/>
          <p:nvPr/>
        </p:nvSpPr>
        <p:spPr>
          <a:xfrm>
            <a:off x="3519499" y="1944151"/>
            <a:ext cx="1406282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g) Calculate 13 + 45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" name="Google Shape;179;p14"/>
          <p:cNvSpPr txBox="1"/>
          <p:nvPr>
            <p:ph idx="12" type="sldNum"/>
          </p:nvPr>
        </p:nvSpPr>
        <p:spPr>
          <a:xfrm>
            <a:off x="5288027" y="9377918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graphicFrame>
        <p:nvGraphicFramePr>
          <p:cNvPr id="180" name="Google Shape;180;p14"/>
          <p:cNvGraphicFramePr/>
          <p:nvPr/>
        </p:nvGraphicFramePr>
        <p:xfrm>
          <a:off x="215308" y="434301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{B1698552-7BC1-484D-9047-C41039C6CE85}</a:tableStyleId>
              </a:tblPr>
              <a:tblGrid>
                <a:gridCol w="1466725"/>
                <a:gridCol w="1656150"/>
                <a:gridCol w="1656150"/>
                <a:gridCol w="1656150"/>
              </a:tblGrid>
              <a:tr h="1768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200">
                          <a:solidFill>
                            <a:schemeClr val="dk1"/>
                          </a:solidFill>
                        </a:rPr>
                        <a:t>Steps</a:t>
                      </a:r>
                      <a:endParaRPr b="1" sz="12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Calculate 45 + 32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Calculate 13 + 75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Calculate 54 + 24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5312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lang="en-GB" sz="1200">
                          <a:solidFill>
                            <a:schemeClr val="dk1"/>
                          </a:solidFill>
                        </a:rPr>
                        <a:t>1. Line up both numbers in the correct columns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 rowSpan="2"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 rowSpan="2"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 rowSpan="2"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573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chemeClr val="dk1"/>
                          </a:solidFill>
                        </a:rPr>
                        <a:t>2. Add each column starting with the ones column</a:t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 vMerge="1"/>
                <a:tc vMerge="1"/>
                <a:tc vMerge="1"/>
              </a:tr>
            </a:tbl>
          </a:graphicData>
        </a:graphic>
      </p:graphicFrame>
      <p:sp>
        <p:nvSpPr>
          <p:cNvPr id="181" name="Google Shape;181;p14"/>
          <p:cNvSpPr/>
          <p:nvPr/>
        </p:nvSpPr>
        <p:spPr>
          <a:xfrm>
            <a:off x="237868" y="3810377"/>
            <a:ext cx="5145039" cy="276999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Setting out and adding two-digit integers using column method, no exchanging </a:t>
            </a:r>
            <a:endParaRPr sz="12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" name="Google Shape;182;p14"/>
          <p:cNvSpPr/>
          <p:nvPr/>
        </p:nvSpPr>
        <p:spPr>
          <a:xfrm>
            <a:off x="213938" y="5976622"/>
            <a:ext cx="1137954" cy="340453"/>
          </a:xfrm>
          <a:prstGeom prst="rect">
            <a:avLst/>
          </a:prstGeom>
          <a:solidFill>
            <a:srgbClr val="0070C0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Independent Practice</a:t>
            </a:r>
            <a:endParaRPr/>
          </a:p>
        </p:txBody>
      </p:sp>
      <p:sp>
        <p:nvSpPr>
          <p:cNvPr id="183" name="Google Shape;183;p14"/>
          <p:cNvSpPr txBox="1"/>
          <p:nvPr/>
        </p:nvSpPr>
        <p:spPr>
          <a:xfrm>
            <a:off x="1398420" y="6009576"/>
            <a:ext cx="3368166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2. Add the following integers using column method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" name="Google Shape;184;p14"/>
          <p:cNvSpPr txBox="1"/>
          <p:nvPr/>
        </p:nvSpPr>
        <p:spPr>
          <a:xfrm>
            <a:off x="5121324" y="4077492"/>
            <a:ext cx="1498808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GB" sz="1200">
                <a:solidFill>
                  <a:srgbClr val="00B050"/>
                </a:solidFill>
                <a:latin typeface="Calibri"/>
                <a:ea typeface="Calibri"/>
                <a:cs typeface="Calibri"/>
                <a:sym typeface="Calibri"/>
              </a:rPr>
              <a:t>Example 6 - You do…</a:t>
            </a:r>
            <a:endParaRPr/>
          </a:p>
        </p:txBody>
      </p:sp>
      <p:sp>
        <p:nvSpPr>
          <p:cNvPr id="185" name="Google Shape;185;p14"/>
          <p:cNvSpPr txBox="1"/>
          <p:nvPr/>
        </p:nvSpPr>
        <p:spPr>
          <a:xfrm>
            <a:off x="3398287" y="4092424"/>
            <a:ext cx="1475789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GB" sz="120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Example 5 - We do…</a:t>
            </a:r>
            <a:endParaRPr/>
          </a:p>
        </p:txBody>
      </p:sp>
      <p:sp>
        <p:nvSpPr>
          <p:cNvPr id="186" name="Google Shape;186;p14"/>
          <p:cNvSpPr txBox="1"/>
          <p:nvPr/>
        </p:nvSpPr>
        <p:spPr>
          <a:xfrm>
            <a:off x="1878976" y="4109735"/>
            <a:ext cx="1308500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GB" sz="1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Example 4 - I do…</a:t>
            </a:r>
            <a:endParaRPr/>
          </a:p>
        </p:txBody>
      </p:sp>
      <p:sp>
        <p:nvSpPr>
          <p:cNvPr id="187" name="Google Shape;187;p14"/>
          <p:cNvSpPr txBox="1"/>
          <p:nvPr/>
        </p:nvSpPr>
        <p:spPr>
          <a:xfrm>
            <a:off x="148719" y="6387833"/>
            <a:ext cx="6024406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a) 13 + 51		b) 15 + 31	         c) 51 + 13 	       d) 17 + 21		    e) 21 + 17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" name="Google Shape;188;p14"/>
          <p:cNvSpPr/>
          <p:nvPr/>
        </p:nvSpPr>
        <p:spPr>
          <a:xfrm>
            <a:off x="242981" y="3365152"/>
            <a:ext cx="1235076" cy="342573"/>
          </a:xfrm>
          <a:prstGeom prst="rect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" name="Google Shape;189;p14"/>
          <p:cNvSpPr/>
          <p:nvPr/>
        </p:nvSpPr>
        <p:spPr>
          <a:xfrm>
            <a:off x="1857943" y="3365152"/>
            <a:ext cx="1235076" cy="342573"/>
          </a:xfrm>
          <a:prstGeom prst="rect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" name="Google Shape;190;p14"/>
          <p:cNvSpPr/>
          <p:nvPr/>
        </p:nvSpPr>
        <p:spPr>
          <a:xfrm>
            <a:off x="3588203" y="3365152"/>
            <a:ext cx="1235076" cy="342573"/>
          </a:xfrm>
          <a:prstGeom prst="rect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" name="Google Shape;191;p14"/>
          <p:cNvSpPr/>
          <p:nvPr/>
        </p:nvSpPr>
        <p:spPr>
          <a:xfrm>
            <a:off x="5425960" y="3365152"/>
            <a:ext cx="1235076" cy="342573"/>
          </a:xfrm>
          <a:prstGeom prst="rect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" name="Google Shape;192;p14"/>
          <p:cNvSpPr txBox="1"/>
          <p:nvPr/>
        </p:nvSpPr>
        <p:spPr>
          <a:xfrm>
            <a:off x="188794" y="7891343"/>
            <a:ext cx="5984331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f) 13 + 24	            g) 23 + 32	         h) 23 + 56 	      i) 75 + 23		    j) 19 + 20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" name="Google Shape;193;p14"/>
          <p:cNvSpPr/>
          <p:nvPr/>
        </p:nvSpPr>
        <p:spPr>
          <a:xfrm>
            <a:off x="231810" y="1590264"/>
            <a:ext cx="1235076" cy="256184"/>
          </a:xfrm>
          <a:prstGeom prst="rect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" name="Google Shape;194;p14"/>
          <p:cNvSpPr/>
          <p:nvPr/>
        </p:nvSpPr>
        <p:spPr>
          <a:xfrm>
            <a:off x="1846772" y="1590264"/>
            <a:ext cx="1235076" cy="256184"/>
          </a:xfrm>
          <a:prstGeom prst="rect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" name="Google Shape;195;p14"/>
          <p:cNvSpPr/>
          <p:nvPr/>
        </p:nvSpPr>
        <p:spPr>
          <a:xfrm>
            <a:off x="3577032" y="1590264"/>
            <a:ext cx="1235076" cy="256184"/>
          </a:xfrm>
          <a:prstGeom prst="rect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6" name="Google Shape;196;p14"/>
          <p:cNvSpPr/>
          <p:nvPr/>
        </p:nvSpPr>
        <p:spPr>
          <a:xfrm>
            <a:off x="5414789" y="1590264"/>
            <a:ext cx="1235076" cy="256184"/>
          </a:xfrm>
          <a:prstGeom prst="rect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7" name="Google Shape;197;p14"/>
          <p:cNvSpPr txBox="1"/>
          <p:nvPr/>
        </p:nvSpPr>
        <p:spPr>
          <a:xfrm>
            <a:off x="5581146" y="1496487"/>
            <a:ext cx="956812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49</a:t>
            </a:r>
            <a:endParaRPr/>
          </a:p>
        </p:txBody>
      </p:sp>
      <p:sp>
        <p:nvSpPr>
          <p:cNvPr id="198" name="Google Shape;198;p14"/>
          <p:cNvSpPr txBox="1"/>
          <p:nvPr/>
        </p:nvSpPr>
        <p:spPr>
          <a:xfrm>
            <a:off x="3756478" y="1508662"/>
            <a:ext cx="956812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58</a:t>
            </a:r>
            <a:endParaRPr/>
          </a:p>
        </p:txBody>
      </p:sp>
      <p:sp>
        <p:nvSpPr>
          <p:cNvPr id="199" name="Google Shape;199;p14"/>
          <p:cNvSpPr txBox="1"/>
          <p:nvPr/>
        </p:nvSpPr>
        <p:spPr>
          <a:xfrm>
            <a:off x="2077526" y="1511791"/>
            <a:ext cx="956812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47</a:t>
            </a:r>
            <a:endParaRPr/>
          </a:p>
        </p:txBody>
      </p:sp>
      <p:sp>
        <p:nvSpPr>
          <p:cNvPr id="200" name="Google Shape;200;p14"/>
          <p:cNvSpPr txBox="1"/>
          <p:nvPr/>
        </p:nvSpPr>
        <p:spPr>
          <a:xfrm>
            <a:off x="402027" y="1548062"/>
            <a:ext cx="956812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37</a:t>
            </a:r>
            <a:endParaRPr/>
          </a:p>
        </p:txBody>
      </p:sp>
      <p:sp>
        <p:nvSpPr>
          <p:cNvPr id="201" name="Google Shape;201;p14"/>
          <p:cNvSpPr txBox="1"/>
          <p:nvPr/>
        </p:nvSpPr>
        <p:spPr>
          <a:xfrm>
            <a:off x="402027" y="3331629"/>
            <a:ext cx="956812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34</a:t>
            </a:r>
            <a:endParaRPr/>
          </a:p>
        </p:txBody>
      </p:sp>
      <p:sp>
        <p:nvSpPr>
          <p:cNvPr id="202" name="Google Shape;202;p14"/>
          <p:cNvSpPr txBox="1"/>
          <p:nvPr/>
        </p:nvSpPr>
        <p:spPr>
          <a:xfrm>
            <a:off x="2004406" y="3331629"/>
            <a:ext cx="956812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45</a:t>
            </a:r>
            <a:endParaRPr/>
          </a:p>
        </p:txBody>
      </p:sp>
      <p:sp>
        <p:nvSpPr>
          <p:cNvPr id="203" name="Google Shape;203;p14"/>
          <p:cNvSpPr txBox="1"/>
          <p:nvPr/>
        </p:nvSpPr>
        <p:spPr>
          <a:xfrm>
            <a:off x="3735400" y="3337644"/>
            <a:ext cx="956812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58</a:t>
            </a:r>
            <a:endParaRPr/>
          </a:p>
        </p:txBody>
      </p:sp>
      <p:sp>
        <p:nvSpPr>
          <p:cNvPr id="204" name="Google Shape;204;p14"/>
          <p:cNvSpPr txBox="1"/>
          <p:nvPr/>
        </p:nvSpPr>
        <p:spPr>
          <a:xfrm>
            <a:off x="5652973" y="3334659"/>
            <a:ext cx="956812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79</a:t>
            </a:r>
            <a:endParaRPr/>
          </a:p>
        </p:txBody>
      </p:sp>
      <p:sp>
        <p:nvSpPr>
          <p:cNvPr id="205" name="Google Shape;205;p14"/>
          <p:cNvSpPr txBox="1"/>
          <p:nvPr/>
        </p:nvSpPr>
        <p:spPr>
          <a:xfrm>
            <a:off x="1899657" y="4838376"/>
            <a:ext cx="956812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77</a:t>
            </a:r>
            <a:endParaRPr/>
          </a:p>
        </p:txBody>
      </p:sp>
      <p:sp>
        <p:nvSpPr>
          <p:cNvPr id="206" name="Google Shape;206;p14"/>
          <p:cNvSpPr txBox="1"/>
          <p:nvPr/>
        </p:nvSpPr>
        <p:spPr>
          <a:xfrm>
            <a:off x="3788980" y="4871543"/>
            <a:ext cx="956812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88</a:t>
            </a:r>
            <a:endParaRPr/>
          </a:p>
        </p:txBody>
      </p:sp>
      <p:sp>
        <p:nvSpPr>
          <p:cNvPr id="207" name="Google Shape;207;p14"/>
          <p:cNvSpPr txBox="1"/>
          <p:nvPr/>
        </p:nvSpPr>
        <p:spPr>
          <a:xfrm>
            <a:off x="5616035" y="4864021"/>
            <a:ext cx="956812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78</a:t>
            </a:r>
            <a:endParaRPr/>
          </a:p>
        </p:txBody>
      </p:sp>
      <p:sp>
        <p:nvSpPr>
          <p:cNvPr id="208" name="Google Shape;208;p14"/>
          <p:cNvSpPr txBox="1"/>
          <p:nvPr/>
        </p:nvSpPr>
        <p:spPr>
          <a:xfrm>
            <a:off x="4288180" y="6982151"/>
            <a:ext cx="956812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38</a:t>
            </a:r>
            <a:endParaRPr/>
          </a:p>
        </p:txBody>
      </p:sp>
      <p:sp>
        <p:nvSpPr>
          <p:cNvPr id="209" name="Google Shape;209;p14"/>
          <p:cNvSpPr txBox="1"/>
          <p:nvPr/>
        </p:nvSpPr>
        <p:spPr>
          <a:xfrm>
            <a:off x="3003238" y="6996613"/>
            <a:ext cx="956812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64</a:t>
            </a:r>
            <a:endParaRPr/>
          </a:p>
        </p:txBody>
      </p:sp>
      <p:sp>
        <p:nvSpPr>
          <p:cNvPr id="210" name="Google Shape;210;p14"/>
          <p:cNvSpPr txBox="1"/>
          <p:nvPr/>
        </p:nvSpPr>
        <p:spPr>
          <a:xfrm>
            <a:off x="1757083" y="6985552"/>
            <a:ext cx="956812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46</a:t>
            </a:r>
            <a:endParaRPr/>
          </a:p>
        </p:txBody>
      </p:sp>
      <p:sp>
        <p:nvSpPr>
          <p:cNvPr id="211" name="Google Shape;211;p14"/>
          <p:cNvSpPr txBox="1"/>
          <p:nvPr/>
        </p:nvSpPr>
        <p:spPr>
          <a:xfrm>
            <a:off x="150428" y="6986380"/>
            <a:ext cx="956812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44</a:t>
            </a:r>
            <a:endParaRPr/>
          </a:p>
        </p:txBody>
      </p:sp>
      <p:sp>
        <p:nvSpPr>
          <p:cNvPr id="212" name="Google Shape;212;p14"/>
          <p:cNvSpPr txBox="1"/>
          <p:nvPr/>
        </p:nvSpPr>
        <p:spPr>
          <a:xfrm>
            <a:off x="5601342" y="6982151"/>
            <a:ext cx="956812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38</a:t>
            </a:r>
            <a:endParaRPr/>
          </a:p>
        </p:txBody>
      </p:sp>
      <p:sp>
        <p:nvSpPr>
          <p:cNvPr id="213" name="Google Shape;213;p14"/>
          <p:cNvSpPr txBox="1"/>
          <p:nvPr/>
        </p:nvSpPr>
        <p:spPr>
          <a:xfrm>
            <a:off x="5683191" y="8601205"/>
            <a:ext cx="956812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39</a:t>
            </a:r>
            <a:endParaRPr/>
          </a:p>
        </p:txBody>
      </p:sp>
      <p:sp>
        <p:nvSpPr>
          <p:cNvPr id="214" name="Google Shape;214;p14"/>
          <p:cNvSpPr txBox="1"/>
          <p:nvPr/>
        </p:nvSpPr>
        <p:spPr>
          <a:xfrm>
            <a:off x="4289001" y="8601205"/>
            <a:ext cx="956812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98</a:t>
            </a:r>
            <a:endParaRPr/>
          </a:p>
        </p:txBody>
      </p:sp>
      <p:sp>
        <p:nvSpPr>
          <p:cNvPr id="215" name="Google Shape;215;p14"/>
          <p:cNvSpPr txBox="1"/>
          <p:nvPr/>
        </p:nvSpPr>
        <p:spPr>
          <a:xfrm>
            <a:off x="1676705" y="8601205"/>
            <a:ext cx="956812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55</a:t>
            </a:r>
            <a:endParaRPr/>
          </a:p>
        </p:txBody>
      </p:sp>
      <p:sp>
        <p:nvSpPr>
          <p:cNvPr id="216" name="Google Shape;216;p14"/>
          <p:cNvSpPr txBox="1"/>
          <p:nvPr/>
        </p:nvSpPr>
        <p:spPr>
          <a:xfrm>
            <a:off x="282496" y="8595746"/>
            <a:ext cx="956812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37</a:t>
            </a:r>
            <a:endParaRPr/>
          </a:p>
        </p:txBody>
      </p:sp>
      <p:sp>
        <p:nvSpPr>
          <p:cNvPr id="217" name="Google Shape;217;p14"/>
          <p:cNvSpPr txBox="1"/>
          <p:nvPr/>
        </p:nvSpPr>
        <p:spPr>
          <a:xfrm>
            <a:off x="2950618" y="8588411"/>
            <a:ext cx="956812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79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3" name="Google Shape;223;p15"/>
          <p:cNvPicPr preferRelativeResize="0"/>
          <p:nvPr/>
        </p:nvPicPr>
        <p:blipFill rotWithShape="1">
          <a:blip r:embed="rId3">
            <a:alphaModFix/>
          </a:blip>
          <a:srcRect b="20430" l="0" r="0" t="1"/>
          <a:stretch/>
        </p:blipFill>
        <p:spPr>
          <a:xfrm>
            <a:off x="479801" y="5288586"/>
            <a:ext cx="5912840" cy="4624677"/>
          </a:xfrm>
          <a:prstGeom prst="rect">
            <a:avLst/>
          </a:prstGeom>
          <a:noFill/>
          <a:ln>
            <a:noFill/>
          </a:ln>
        </p:spPr>
      </p:pic>
      <p:sp>
        <p:nvSpPr>
          <p:cNvPr id="224" name="Google Shape;224;p15"/>
          <p:cNvSpPr txBox="1"/>
          <p:nvPr>
            <p:ph idx="12" type="sldNum"/>
          </p:nvPr>
        </p:nvSpPr>
        <p:spPr>
          <a:xfrm>
            <a:off x="5357813" y="9580120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225" name="Google Shape;225;p15"/>
          <p:cNvSpPr txBox="1"/>
          <p:nvPr/>
        </p:nvSpPr>
        <p:spPr>
          <a:xfrm>
            <a:off x="91334" y="1230378"/>
            <a:ext cx="4874027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p) Sally is calculating 438 + 100. Can you explain the mistake she has made?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6" name="Google Shape;226;p15"/>
          <p:cNvSpPr txBox="1"/>
          <p:nvPr/>
        </p:nvSpPr>
        <p:spPr>
          <a:xfrm>
            <a:off x="292738" y="1507375"/>
            <a:ext cx="1511952" cy="907941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4   3   8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+        1   0   0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4   4   8   0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i="1"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27" name="Google Shape;227;p15"/>
          <p:cNvCxnSpPr/>
          <p:nvPr/>
        </p:nvCxnSpPr>
        <p:spPr>
          <a:xfrm>
            <a:off x="292738" y="1990637"/>
            <a:ext cx="1511952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graphicFrame>
        <p:nvGraphicFramePr>
          <p:cNvPr id="228" name="Google Shape;228;p15"/>
          <p:cNvGraphicFramePr/>
          <p:nvPr/>
        </p:nvGraphicFramePr>
        <p:xfrm>
          <a:off x="159068" y="189864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{B1698552-7BC1-484D-9047-C41039C6CE85}</a:tableStyleId>
              </a:tblPr>
              <a:tblGrid>
                <a:gridCol w="1281250"/>
                <a:gridCol w="1281250"/>
                <a:gridCol w="1281250"/>
                <a:gridCol w="1281250"/>
                <a:gridCol w="1281250"/>
              </a:tblGrid>
              <a:tr h="10267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229" name="Google Shape;229;p15"/>
          <p:cNvSpPr txBox="1"/>
          <p:nvPr/>
        </p:nvSpPr>
        <p:spPr>
          <a:xfrm>
            <a:off x="159068" y="220818"/>
            <a:ext cx="6029215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k) 33 + 24	           l) 33 + 32	        m) 13 + 26 	      n) 75 + 12		    o) 18 + 71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230" name="Google Shape;230;p15"/>
          <p:cNvGraphicFramePr/>
          <p:nvPr/>
        </p:nvGraphicFramePr>
        <p:xfrm>
          <a:off x="159068" y="1507376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{B1698552-7BC1-484D-9047-C41039C6CE85}</a:tableStyleId>
              </a:tblPr>
              <a:tblGrid>
                <a:gridCol w="6406200"/>
              </a:tblGrid>
              <a:tr h="7674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231" name="Google Shape;231;p15"/>
          <p:cNvGraphicFramePr/>
          <p:nvPr/>
        </p:nvGraphicFramePr>
        <p:xfrm>
          <a:off x="1984986" y="1518663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{B1698552-7BC1-484D-9047-C41039C6CE85}</a:tableStyleId>
              </a:tblPr>
              <a:tblGrid>
                <a:gridCol w="4572000"/>
              </a:tblGrid>
              <a:tr h="3780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780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232" name="Google Shape;232;p15"/>
          <p:cNvGraphicFramePr/>
          <p:nvPr/>
        </p:nvGraphicFramePr>
        <p:xfrm>
          <a:off x="178482" y="2969612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{B1698552-7BC1-484D-9047-C41039C6CE85}</a:tableStyleId>
              </a:tblPr>
              <a:tblGrid>
                <a:gridCol w="1070500"/>
                <a:gridCol w="1876250"/>
                <a:gridCol w="1828800"/>
                <a:gridCol w="1796925"/>
              </a:tblGrid>
              <a:tr h="3203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100">
                          <a:solidFill>
                            <a:schemeClr val="dk1"/>
                          </a:solidFill>
                        </a:rPr>
                        <a:t>Steps</a:t>
                      </a:r>
                      <a:endParaRPr b="1" sz="11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Calculate 444 + 351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Calibri"/>
                        <a:buNone/>
                      </a:pPr>
                      <a:r>
                        <a:rPr b="0" lang="en-GB" sz="1100">
                          <a:solidFill>
                            <a:schemeClr val="dk1"/>
                          </a:solidFill>
                        </a:rPr>
                        <a:t>Calculate 351 + 30 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Calibri"/>
                        <a:buNone/>
                      </a:pPr>
                      <a:r>
                        <a:rPr b="0" lang="en-GB" sz="1100">
                          <a:solidFill>
                            <a:schemeClr val="dk1"/>
                          </a:solidFill>
                        </a:rPr>
                        <a:t>Calculate 447 + 532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17137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lang="en-GB" sz="1200">
                          <a:solidFill>
                            <a:schemeClr val="dk1"/>
                          </a:solidFill>
                        </a:rPr>
                        <a:t>1. Add each column starting with the ones column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sp>
        <p:nvSpPr>
          <p:cNvPr id="233" name="Google Shape;233;p15"/>
          <p:cNvSpPr/>
          <p:nvPr/>
        </p:nvSpPr>
        <p:spPr>
          <a:xfrm>
            <a:off x="149196" y="2338039"/>
            <a:ext cx="5048254" cy="29711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Adding with two and three-digit integers using column method, no exchanging</a:t>
            </a:r>
            <a:endParaRPr sz="12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4" name="Google Shape;234;p15"/>
          <p:cNvSpPr txBox="1"/>
          <p:nvPr/>
        </p:nvSpPr>
        <p:spPr>
          <a:xfrm>
            <a:off x="5173471" y="2692864"/>
            <a:ext cx="1498808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GB" sz="1200">
                <a:solidFill>
                  <a:srgbClr val="00B050"/>
                </a:solidFill>
                <a:latin typeface="Calibri"/>
                <a:ea typeface="Calibri"/>
                <a:cs typeface="Calibri"/>
                <a:sym typeface="Calibri"/>
              </a:rPr>
              <a:t>Example 9 - You do…</a:t>
            </a:r>
            <a:endParaRPr/>
          </a:p>
        </p:txBody>
      </p:sp>
      <p:sp>
        <p:nvSpPr>
          <p:cNvPr id="235" name="Google Shape;235;p15"/>
          <p:cNvSpPr txBox="1"/>
          <p:nvPr/>
        </p:nvSpPr>
        <p:spPr>
          <a:xfrm>
            <a:off x="3359725" y="2709436"/>
            <a:ext cx="1475789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GB" sz="120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Example 8 - We do…</a:t>
            </a:r>
            <a:endParaRPr/>
          </a:p>
        </p:txBody>
      </p:sp>
      <p:sp>
        <p:nvSpPr>
          <p:cNvPr id="236" name="Google Shape;236;p15"/>
          <p:cNvSpPr txBox="1"/>
          <p:nvPr/>
        </p:nvSpPr>
        <p:spPr>
          <a:xfrm>
            <a:off x="1541760" y="2701601"/>
            <a:ext cx="1308500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GB" sz="1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Example 7 - I do…</a:t>
            </a:r>
            <a:endParaRPr/>
          </a:p>
        </p:txBody>
      </p:sp>
      <p:pic>
        <p:nvPicPr>
          <p:cNvPr id="237" name="Google Shape;237;p15"/>
          <p:cNvPicPr preferRelativeResize="0"/>
          <p:nvPr/>
        </p:nvPicPr>
        <p:blipFill rotWithShape="1">
          <a:blip r:embed="rId4">
            <a:alphaModFix/>
          </a:blip>
          <a:srcRect b="43859" l="0" r="0" t="0"/>
          <a:stretch/>
        </p:blipFill>
        <p:spPr>
          <a:xfrm>
            <a:off x="1372325" y="3394388"/>
            <a:ext cx="1679068" cy="599866"/>
          </a:xfrm>
          <a:prstGeom prst="rect">
            <a:avLst/>
          </a:prstGeom>
          <a:noFill/>
          <a:ln>
            <a:noFill/>
          </a:ln>
        </p:spPr>
      </p:pic>
      <p:pic>
        <p:nvPicPr>
          <p:cNvPr id="238" name="Google Shape;238;p15"/>
          <p:cNvPicPr preferRelativeResize="0"/>
          <p:nvPr/>
        </p:nvPicPr>
        <p:blipFill rotWithShape="1">
          <a:blip r:embed="rId4">
            <a:alphaModFix/>
          </a:blip>
          <a:srcRect b="0" l="0" r="0" t="56190"/>
          <a:stretch/>
        </p:blipFill>
        <p:spPr>
          <a:xfrm>
            <a:off x="3263394" y="4044067"/>
            <a:ext cx="1634398" cy="455662"/>
          </a:xfrm>
          <a:prstGeom prst="rect">
            <a:avLst/>
          </a:prstGeom>
          <a:noFill/>
          <a:ln>
            <a:noFill/>
          </a:ln>
        </p:spPr>
      </p:pic>
      <p:sp>
        <p:nvSpPr>
          <p:cNvPr id="239" name="Google Shape;239;p15"/>
          <p:cNvSpPr txBox="1"/>
          <p:nvPr/>
        </p:nvSpPr>
        <p:spPr>
          <a:xfrm>
            <a:off x="3726324" y="3311274"/>
            <a:ext cx="1035861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3    5    1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0" name="Google Shape;240;p15"/>
          <p:cNvSpPr txBox="1"/>
          <p:nvPr/>
        </p:nvSpPr>
        <p:spPr>
          <a:xfrm>
            <a:off x="3436221" y="3656715"/>
            <a:ext cx="1322798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+         3    0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1" name="Google Shape;241;p15"/>
          <p:cNvSpPr txBox="1"/>
          <p:nvPr/>
        </p:nvSpPr>
        <p:spPr>
          <a:xfrm>
            <a:off x="5558125" y="3331110"/>
            <a:ext cx="1035861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4    4    7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2" name="Google Shape;242;p15"/>
          <p:cNvSpPr txBox="1"/>
          <p:nvPr/>
        </p:nvSpPr>
        <p:spPr>
          <a:xfrm>
            <a:off x="5197450" y="3676656"/>
            <a:ext cx="1394934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+    5    3    2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43" name="Google Shape;243;p15"/>
          <p:cNvPicPr preferRelativeResize="0"/>
          <p:nvPr/>
        </p:nvPicPr>
        <p:blipFill rotWithShape="1">
          <a:blip r:embed="rId4">
            <a:alphaModFix/>
          </a:blip>
          <a:srcRect b="0" l="0" r="0" t="56190"/>
          <a:stretch/>
        </p:blipFill>
        <p:spPr>
          <a:xfrm>
            <a:off x="1461786" y="4174241"/>
            <a:ext cx="1634398" cy="455662"/>
          </a:xfrm>
          <a:prstGeom prst="rect">
            <a:avLst/>
          </a:prstGeom>
          <a:noFill/>
          <a:ln>
            <a:noFill/>
          </a:ln>
        </p:spPr>
      </p:pic>
      <p:pic>
        <p:nvPicPr>
          <p:cNvPr id="244" name="Google Shape;244;p15"/>
          <p:cNvPicPr preferRelativeResize="0"/>
          <p:nvPr/>
        </p:nvPicPr>
        <p:blipFill rotWithShape="1">
          <a:blip r:embed="rId4">
            <a:alphaModFix/>
          </a:blip>
          <a:srcRect b="0" l="0" r="0" t="56190"/>
          <a:stretch/>
        </p:blipFill>
        <p:spPr>
          <a:xfrm>
            <a:off x="5087713" y="4048352"/>
            <a:ext cx="1634398" cy="455662"/>
          </a:xfrm>
          <a:prstGeom prst="rect">
            <a:avLst/>
          </a:prstGeom>
          <a:noFill/>
          <a:ln>
            <a:noFill/>
          </a:ln>
        </p:spPr>
      </p:pic>
      <p:sp>
        <p:nvSpPr>
          <p:cNvPr id="245" name="Google Shape;245;p15"/>
          <p:cNvSpPr/>
          <p:nvPr/>
        </p:nvSpPr>
        <p:spPr>
          <a:xfrm>
            <a:off x="178482" y="5036374"/>
            <a:ext cx="1137954" cy="340453"/>
          </a:xfrm>
          <a:prstGeom prst="rect">
            <a:avLst/>
          </a:prstGeom>
          <a:solidFill>
            <a:srgbClr val="0070C0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Independent Practice</a:t>
            </a:r>
            <a:endParaRPr/>
          </a:p>
        </p:txBody>
      </p:sp>
      <p:sp>
        <p:nvSpPr>
          <p:cNvPr id="246" name="Google Shape;246;p15"/>
          <p:cNvSpPr txBox="1"/>
          <p:nvPr/>
        </p:nvSpPr>
        <p:spPr>
          <a:xfrm>
            <a:off x="1311618" y="5157441"/>
            <a:ext cx="3368166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3. Add the following integers using column method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7" name="Google Shape;247;p15"/>
          <p:cNvSpPr/>
          <p:nvPr/>
        </p:nvSpPr>
        <p:spPr>
          <a:xfrm>
            <a:off x="6019879" y="4174241"/>
            <a:ext cx="221535" cy="181235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8" name="Google Shape;248;p15"/>
          <p:cNvSpPr/>
          <p:nvPr/>
        </p:nvSpPr>
        <p:spPr>
          <a:xfrm>
            <a:off x="3278455" y="6383454"/>
            <a:ext cx="221535" cy="181235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9" name="Google Shape;249;p15"/>
          <p:cNvSpPr/>
          <p:nvPr/>
        </p:nvSpPr>
        <p:spPr>
          <a:xfrm>
            <a:off x="4650543" y="8922448"/>
            <a:ext cx="221535" cy="181235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0" name="Google Shape;250;p15"/>
          <p:cNvSpPr/>
          <p:nvPr/>
        </p:nvSpPr>
        <p:spPr>
          <a:xfrm>
            <a:off x="2063416" y="9398885"/>
            <a:ext cx="221535" cy="181235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1" name="Google Shape;251;p15"/>
          <p:cNvSpPr/>
          <p:nvPr/>
        </p:nvSpPr>
        <p:spPr>
          <a:xfrm>
            <a:off x="1912914" y="7787126"/>
            <a:ext cx="221535" cy="181235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2" name="Google Shape;252;p15"/>
          <p:cNvSpPr/>
          <p:nvPr/>
        </p:nvSpPr>
        <p:spPr>
          <a:xfrm>
            <a:off x="1914431" y="9200355"/>
            <a:ext cx="221535" cy="181235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3" name="Google Shape;253;p15"/>
          <p:cNvSpPr/>
          <p:nvPr/>
        </p:nvSpPr>
        <p:spPr>
          <a:xfrm>
            <a:off x="4500501" y="9176029"/>
            <a:ext cx="221535" cy="181235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4" name="Google Shape;254;p15"/>
          <p:cNvSpPr/>
          <p:nvPr/>
        </p:nvSpPr>
        <p:spPr>
          <a:xfrm>
            <a:off x="5696394" y="5971995"/>
            <a:ext cx="221535" cy="181235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5" name="Google Shape;255;p15"/>
          <p:cNvSpPr/>
          <p:nvPr/>
        </p:nvSpPr>
        <p:spPr>
          <a:xfrm>
            <a:off x="2057450" y="5632316"/>
            <a:ext cx="221535" cy="181235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6" name="Google Shape;256;p15"/>
          <p:cNvSpPr/>
          <p:nvPr/>
        </p:nvSpPr>
        <p:spPr>
          <a:xfrm>
            <a:off x="3265796" y="7245408"/>
            <a:ext cx="221535" cy="181235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7" name="Google Shape;257;p15"/>
          <p:cNvSpPr/>
          <p:nvPr/>
        </p:nvSpPr>
        <p:spPr>
          <a:xfrm>
            <a:off x="2209641" y="8420475"/>
            <a:ext cx="221535" cy="181235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8" name="Google Shape;258;p15"/>
          <p:cNvSpPr txBox="1"/>
          <p:nvPr/>
        </p:nvSpPr>
        <p:spPr>
          <a:xfrm>
            <a:off x="5465930" y="643203"/>
            <a:ext cx="956812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89</a:t>
            </a:r>
            <a:endParaRPr/>
          </a:p>
        </p:txBody>
      </p:sp>
      <p:sp>
        <p:nvSpPr>
          <p:cNvPr id="259" name="Google Shape;259;p15"/>
          <p:cNvSpPr txBox="1"/>
          <p:nvPr/>
        </p:nvSpPr>
        <p:spPr>
          <a:xfrm>
            <a:off x="4071740" y="643203"/>
            <a:ext cx="956812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87</a:t>
            </a:r>
            <a:endParaRPr/>
          </a:p>
        </p:txBody>
      </p:sp>
      <p:sp>
        <p:nvSpPr>
          <p:cNvPr id="260" name="Google Shape;260;p15"/>
          <p:cNvSpPr txBox="1"/>
          <p:nvPr/>
        </p:nvSpPr>
        <p:spPr>
          <a:xfrm>
            <a:off x="1459444" y="643203"/>
            <a:ext cx="956812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65</a:t>
            </a:r>
            <a:endParaRPr/>
          </a:p>
        </p:txBody>
      </p:sp>
      <p:sp>
        <p:nvSpPr>
          <p:cNvPr id="261" name="Google Shape;261;p15"/>
          <p:cNvSpPr txBox="1"/>
          <p:nvPr/>
        </p:nvSpPr>
        <p:spPr>
          <a:xfrm>
            <a:off x="65235" y="637744"/>
            <a:ext cx="956812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57</a:t>
            </a:r>
            <a:endParaRPr/>
          </a:p>
        </p:txBody>
      </p:sp>
      <p:sp>
        <p:nvSpPr>
          <p:cNvPr id="262" name="Google Shape;262;p15"/>
          <p:cNvSpPr txBox="1"/>
          <p:nvPr/>
        </p:nvSpPr>
        <p:spPr>
          <a:xfrm>
            <a:off x="2733357" y="630409"/>
            <a:ext cx="956812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39</a:t>
            </a:r>
            <a:endParaRPr/>
          </a:p>
        </p:txBody>
      </p:sp>
      <p:sp>
        <p:nvSpPr>
          <p:cNvPr id="263" name="Google Shape;263;p15"/>
          <p:cNvSpPr txBox="1"/>
          <p:nvPr/>
        </p:nvSpPr>
        <p:spPr>
          <a:xfrm>
            <a:off x="1920627" y="1544357"/>
            <a:ext cx="4251180" cy="7078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The columns are not lined up correctly. The answer is 538</a:t>
            </a:r>
            <a:endParaRPr/>
          </a:p>
        </p:txBody>
      </p:sp>
      <p:sp>
        <p:nvSpPr>
          <p:cNvPr id="264" name="Google Shape;264;p15"/>
          <p:cNvSpPr txBox="1"/>
          <p:nvPr/>
        </p:nvSpPr>
        <p:spPr>
          <a:xfrm>
            <a:off x="5335527" y="4568503"/>
            <a:ext cx="956812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979</a:t>
            </a:r>
            <a:endParaRPr/>
          </a:p>
        </p:txBody>
      </p:sp>
      <p:sp>
        <p:nvSpPr>
          <p:cNvPr id="265" name="Google Shape;265;p15"/>
          <p:cNvSpPr txBox="1"/>
          <p:nvPr/>
        </p:nvSpPr>
        <p:spPr>
          <a:xfrm>
            <a:off x="3484426" y="4574401"/>
            <a:ext cx="956812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381</a:t>
            </a:r>
            <a:endParaRPr/>
          </a:p>
        </p:txBody>
      </p:sp>
      <p:sp>
        <p:nvSpPr>
          <p:cNvPr id="266" name="Google Shape;266;p15"/>
          <p:cNvSpPr txBox="1"/>
          <p:nvPr/>
        </p:nvSpPr>
        <p:spPr>
          <a:xfrm>
            <a:off x="1825124" y="4582225"/>
            <a:ext cx="956812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795</a:t>
            </a:r>
            <a:endParaRPr/>
          </a:p>
        </p:txBody>
      </p:sp>
      <p:sp>
        <p:nvSpPr>
          <p:cNvPr id="267" name="Google Shape;267;p15"/>
          <p:cNvSpPr txBox="1"/>
          <p:nvPr/>
        </p:nvSpPr>
        <p:spPr>
          <a:xfrm>
            <a:off x="4348599" y="5890140"/>
            <a:ext cx="956812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836</a:t>
            </a:r>
            <a:endParaRPr/>
          </a:p>
        </p:txBody>
      </p:sp>
      <p:sp>
        <p:nvSpPr>
          <p:cNvPr id="268" name="Google Shape;268;p15"/>
          <p:cNvSpPr txBox="1"/>
          <p:nvPr/>
        </p:nvSpPr>
        <p:spPr>
          <a:xfrm>
            <a:off x="3026134" y="5865650"/>
            <a:ext cx="956812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574</a:t>
            </a:r>
            <a:endParaRPr/>
          </a:p>
        </p:txBody>
      </p:sp>
      <p:sp>
        <p:nvSpPr>
          <p:cNvPr id="269" name="Google Shape;269;p15"/>
          <p:cNvSpPr txBox="1"/>
          <p:nvPr/>
        </p:nvSpPr>
        <p:spPr>
          <a:xfrm>
            <a:off x="1635806" y="5865650"/>
            <a:ext cx="956812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779</a:t>
            </a:r>
            <a:endParaRPr/>
          </a:p>
        </p:txBody>
      </p:sp>
      <p:sp>
        <p:nvSpPr>
          <p:cNvPr id="270" name="Google Shape;270;p15"/>
          <p:cNvSpPr txBox="1"/>
          <p:nvPr/>
        </p:nvSpPr>
        <p:spPr>
          <a:xfrm>
            <a:off x="267746" y="5902212"/>
            <a:ext cx="956812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977</a:t>
            </a:r>
            <a:endParaRPr/>
          </a:p>
        </p:txBody>
      </p:sp>
      <p:sp>
        <p:nvSpPr>
          <p:cNvPr id="271" name="Google Shape;271;p15"/>
          <p:cNvSpPr txBox="1"/>
          <p:nvPr/>
        </p:nvSpPr>
        <p:spPr>
          <a:xfrm>
            <a:off x="5763008" y="5858402"/>
            <a:ext cx="956812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429</a:t>
            </a:r>
            <a:endParaRPr/>
          </a:p>
        </p:txBody>
      </p:sp>
      <p:sp>
        <p:nvSpPr>
          <p:cNvPr id="272" name="Google Shape;272;p15"/>
          <p:cNvSpPr txBox="1"/>
          <p:nvPr/>
        </p:nvSpPr>
        <p:spPr>
          <a:xfrm>
            <a:off x="4373858" y="7067785"/>
            <a:ext cx="956812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499</a:t>
            </a:r>
            <a:endParaRPr/>
          </a:p>
        </p:txBody>
      </p:sp>
      <p:sp>
        <p:nvSpPr>
          <p:cNvPr id="273" name="Google Shape;273;p15"/>
          <p:cNvSpPr txBox="1"/>
          <p:nvPr/>
        </p:nvSpPr>
        <p:spPr>
          <a:xfrm>
            <a:off x="3051393" y="7043295"/>
            <a:ext cx="956812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197</a:t>
            </a:r>
            <a:endParaRPr/>
          </a:p>
        </p:txBody>
      </p:sp>
      <p:sp>
        <p:nvSpPr>
          <p:cNvPr id="274" name="Google Shape;274;p15"/>
          <p:cNvSpPr txBox="1"/>
          <p:nvPr/>
        </p:nvSpPr>
        <p:spPr>
          <a:xfrm>
            <a:off x="1661065" y="7043295"/>
            <a:ext cx="956812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992</a:t>
            </a:r>
            <a:endParaRPr/>
          </a:p>
        </p:txBody>
      </p:sp>
      <p:sp>
        <p:nvSpPr>
          <p:cNvPr id="275" name="Google Shape;275;p15"/>
          <p:cNvSpPr txBox="1"/>
          <p:nvPr/>
        </p:nvSpPr>
        <p:spPr>
          <a:xfrm>
            <a:off x="293005" y="7079857"/>
            <a:ext cx="956812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873</a:t>
            </a:r>
            <a:endParaRPr/>
          </a:p>
        </p:txBody>
      </p:sp>
      <p:sp>
        <p:nvSpPr>
          <p:cNvPr id="276" name="Google Shape;276;p15"/>
          <p:cNvSpPr txBox="1"/>
          <p:nvPr/>
        </p:nvSpPr>
        <p:spPr>
          <a:xfrm>
            <a:off x="5788267" y="7036047"/>
            <a:ext cx="956812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935</a:t>
            </a:r>
            <a:endParaRPr/>
          </a:p>
        </p:txBody>
      </p:sp>
      <p:sp>
        <p:nvSpPr>
          <p:cNvPr id="277" name="Google Shape;277;p15"/>
          <p:cNvSpPr txBox="1"/>
          <p:nvPr/>
        </p:nvSpPr>
        <p:spPr>
          <a:xfrm>
            <a:off x="4496366" y="8434883"/>
            <a:ext cx="956812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508</a:t>
            </a:r>
            <a:endParaRPr/>
          </a:p>
        </p:txBody>
      </p:sp>
      <p:sp>
        <p:nvSpPr>
          <p:cNvPr id="278" name="Google Shape;278;p15"/>
          <p:cNvSpPr txBox="1"/>
          <p:nvPr/>
        </p:nvSpPr>
        <p:spPr>
          <a:xfrm>
            <a:off x="3173901" y="8410393"/>
            <a:ext cx="956812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968</a:t>
            </a:r>
            <a:endParaRPr/>
          </a:p>
        </p:txBody>
      </p:sp>
      <p:sp>
        <p:nvSpPr>
          <p:cNvPr id="279" name="Google Shape;279;p15"/>
          <p:cNvSpPr txBox="1"/>
          <p:nvPr/>
        </p:nvSpPr>
        <p:spPr>
          <a:xfrm>
            <a:off x="1783573" y="8410393"/>
            <a:ext cx="956812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385</a:t>
            </a:r>
            <a:endParaRPr/>
          </a:p>
        </p:txBody>
      </p:sp>
      <p:sp>
        <p:nvSpPr>
          <p:cNvPr id="280" name="Google Shape;280;p15"/>
          <p:cNvSpPr txBox="1"/>
          <p:nvPr/>
        </p:nvSpPr>
        <p:spPr>
          <a:xfrm>
            <a:off x="415513" y="8446955"/>
            <a:ext cx="956812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715</a:t>
            </a:r>
            <a:endParaRPr/>
          </a:p>
        </p:txBody>
      </p:sp>
      <p:sp>
        <p:nvSpPr>
          <p:cNvPr id="281" name="Google Shape;281;p15"/>
          <p:cNvSpPr txBox="1"/>
          <p:nvPr/>
        </p:nvSpPr>
        <p:spPr>
          <a:xfrm>
            <a:off x="5910775" y="8403145"/>
            <a:ext cx="956812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947</a:t>
            </a:r>
            <a:endParaRPr/>
          </a:p>
        </p:txBody>
      </p:sp>
      <p:sp>
        <p:nvSpPr>
          <p:cNvPr id="282" name="Google Shape;282;p15"/>
          <p:cNvSpPr txBox="1"/>
          <p:nvPr/>
        </p:nvSpPr>
        <p:spPr>
          <a:xfrm>
            <a:off x="4373858" y="9563338"/>
            <a:ext cx="956812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199</a:t>
            </a:r>
            <a:endParaRPr/>
          </a:p>
        </p:txBody>
      </p:sp>
      <p:sp>
        <p:nvSpPr>
          <p:cNvPr id="283" name="Google Shape;283;p15"/>
          <p:cNvSpPr txBox="1"/>
          <p:nvPr/>
        </p:nvSpPr>
        <p:spPr>
          <a:xfrm>
            <a:off x="3051393" y="9538848"/>
            <a:ext cx="956812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987</a:t>
            </a:r>
            <a:endParaRPr/>
          </a:p>
        </p:txBody>
      </p:sp>
      <p:sp>
        <p:nvSpPr>
          <p:cNvPr id="284" name="Google Shape;284;p15"/>
          <p:cNvSpPr txBox="1"/>
          <p:nvPr/>
        </p:nvSpPr>
        <p:spPr>
          <a:xfrm>
            <a:off x="1661065" y="9538848"/>
            <a:ext cx="956812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594</a:t>
            </a:r>
            <a:endParaRPr/>
          </a:p>
        </p:txBody>
      </p:sp>
      <p:sp>
        <p:nvSpPr>
          <p:cNvPr id="285" name="Google Shape;285;p15"/>
          <p:cNvSpPr txBox="1"/>
          <p:nvPr/>
        </p:nvSpPr>
        <p:spPr>
          <a:xfrm>
            <a:off x="293005" y="9575410"/>
            <a:ext cx="956812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656</a:t>
            </a:r>
            <a:endParaRPr/>
          </a:p>
        </p:txBody>
      </p:sp>
      <p:sp>
        <p:nvSpPr>
          <p:cNvPr id="286" name="Google Shape;286;p15"/>
          <p:cNvSpPr txBox="1"/>
          <p:nvPr/>
        </p:nvSpPr>
        <p:spPr>
          <a:xfrm>
            <a:off x="5788267" y="9531600"/>
            <a:ext cx="956812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277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0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91" name="Google Shape;291;p16"/>
          <p:cNvGraphicFramePr/>
          <p:nvPr/>
        </p:nvGraphicFramePr>
        <p:xfrm>
          <a:off x="120303" y="582047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{B1698552-7BC1-484D-9047-C41039C6CE85}</a:tableStyleId>
              </a:tblPr>
              <a:tblGrid>
                <a:gridCol w="1070500"/>
                <a:gridCol w="1876250"/>
                <a:gridCol w="1828800"/>
                <a:gridCol w="1796925"/>
              </a:tblGrid>
              <a:tr h="3203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100">
                          <a:solidFill>
                            <a:schemeClr val="dk1"/>
                          </a:solidFill>
                        </a:rPr>
                        <a:t>Steps</a:t>
                      </a:r>
                      <a:endParaRPr b="1" sz="11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Calculate 404 + 215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Calibri"/>
                        <a:buNone/>
                      </a:pPr>
                      <a:r>
                        <a:rPr b="0" lang="en-GB" sz="1100">
                          <a:solidFill>
                            <a:schemeClr val="dk1"/>
                          </a:solidFill>
                        </a:rPr>
                        <a:t>Calculate 234 + 31 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Calibri"/>
                        <a:buNone/>
                      </a:pPr>
                      <a:r>
                        <a:rPr b="0" lang="en-GB" sz="1100">
                          <a:solidFill>
                            <a:schemeClr val="dk1"/>
                          </a:solidFill>
                        </a:rPr>
                        <a:t>Calculate 861 + 125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8238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Calibri"/>
                        <a:buNone/>
                      </a:pPr>
                      <a:r>
                        <a:rPr lang="en-GB" sz="1100">
                          <a:solidFill>
                            <a:schemeClr val="dk1"/>
                          </a:solidFill>
                        </a:rPr>
                        <a:t>1.. Line up both numbers in the correct columns</a:t>
                      </a:r>
                      <a:endParaRPr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Calibri"/>
                        <a:buNone/>
                      </a:pPr>
                      <a:r>
                        <a:t/>
                      </a:r>
                      <a:endParaRPr sz="11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 rowSpan="2"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 rowSpan="2"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 rowSpan="2"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8899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>
                          <a:solidFill>
                            <a:schemeClr val="dk1"/>
                          </a:solidFill>
                        </a:rPr>
                        <a:t>2. Add each column starting with the ones column</a:t>
                      </a:r>
                      <a:endParaRPr sz="11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 vMerge="1"/>
                <a:tc vMerge="1"/>
                <a:tc vMerge="1"/>
              </a:tr>
            </a:tbl>
          </a:graphicData>
        </a:graphic>
      </p:graphicFrame>
      <p:sp>
        <p:nvSpPr>
          <p:cNvPr id="292" name="Google Shape;292;p16"/>
          <p:cNvSpPr/>
          <p:nvPr/>
        </p:nvSpPr>
        <p:spPr>
          <a:xfrm>
            <a:off x="1615491" y="2133646"/>
            <a:ext cx="1245632" cy="398914"/>
          </a:xfrm>
          <a:prstGeom prst="rect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3" name="Google Shape;293;p16"/>
          <p:cNvSpPr/>
          <p:nvPr/>
        </p:nvSpPr>
        <p:spPr>
          <a:xfrm>
            <a:off x="3473638" y="2133646"/>
            <a:ext cx="1245632" cy="398914"/>
          </a:xfrm>
          <a:prstGeom prst="rect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4" name="Google Shape;294;p16"/>
          <p:cNvSpPr/>
          <p:nvPr/>
        </p:nvSpPr>
        <p:spPr>
          <a:xfrm>
            <a:off x="5288933" y="2149830"/>
            <a:ext cx="1245632" cy="398914"/>
          </a:xfrm>
          <a:prstGeom prst="rect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295" name="Google Shape;295;p16"/>
          <p:cNvGraphicFramePr/>
          <p:nvPr/>
        </p:nvGraphicFramePr>
        <p:xfrm>
          <a:off x="1443988" y="951521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{B1698552-7BC1-484D-9047-C41039C6CE85}</a:tableStyleId>
              </a:tblPr>
              <a:tblGrid>
                <a:gridCol w="383600"/>
                <a:gridCol w="383600"/>
                <a:gridCol w="383600"/>
                <a:gridCol w="383600"/>
              </a:tblGrid>
              <a:tr h="2129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50">
                        <a:solidFill>
                          <a:srgbClr val="000000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50">
                          <a:solidFill>
                            <a:srgbClr val="000000"/>
                          </a:solidFill>
                        </a:rPr>
                        <a:t>H</a:t>
                      </a:r>
                      <a:endParaRPr sz="1050">
                        <a:solidFill>
                          <a:srgbClr val="000000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50">
                          <a:solidFill>
                            <a:srgbClr val="000000"/>
                          </a:solidFill>
                        </a:rPr>
                        <a:t>T</a:t>
                      </a:r>
                      <a:endParaRPr sz="1050">
                        <a:solidFill>
                          <a:srgbClr val="000000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50">
                          <a:solidFill>
                            <a:srgbClr val="000000"/>
                          </a:solidFill>
                        </a:rPr>
                        <a:t>O</a:t>
                      </a:r>
                      <a:endParaRPr sz="1050">
                        <a:solidFill>
                          <a:srgbClr val="000000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129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50">
                        <a:solidFill>
                          <a:srgbClr val="000000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50">
                        <a:solidFill>
                          <a:srgbClr val="000000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50">
                        <a:solidFill>
                          <a:srgbClr val="000000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50">
                        <a:solidFill>
                          <a:srgbClr val="000000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129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50">
                          <a:solidFill>
                            <a:srgbClr val="000000"/>
                          </a:solidFill>
                        </a:rPr>
                        <a:t>+</a:t>
                      </a:r>
                      <a:endParaRPr sz="1050">
                        <a:solidFill>
                          <a:srgbClr val="000000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50">
                        <a:solidFill>
                          <a:srgbClr val="000000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50">
                        <a:solidFill>
                          <a:srgbClr val="000000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50">
                        <a:solidFill>
                          <a:srgbClr val="000000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129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50">
                        <a:solidFill>
                          <a:srgbClr val="000000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50">
                        <a:solidFill>
                          <a:srgbClr val="000000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50">
                        <a:solidFill>
                          <a:srgbClr val="000000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DEDED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296" name="Google Shape;296;p16"/>
          <p:cNvGraphicFramePr/>
          <p:nvPr/>
        </p:nvGraphicFramePr>
        <p:xfrm>
          <a:off x="3292893" y="94641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{B1698552-7BC1-484D-9047-C41039C6CE85}</a:tableStyleId>
              </a:tblPr>
              <a:tblGrid>
                <a:gridCol w="383600"/>
                <a:gridCol w="383600"/>
                <a:gridCol w="383600"/>
                <a:gridCol w="383600"/>
              </a:tblGrid>
              <a:tr h="2129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50">
                        <a:solidFill>
                          <a:srgbClr val="000000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50">
                          <a:solidFill>
                            <a:srgbClr val="000000"/>
                          </a:solidFill>
                        </a:rPr>
                        <a:t>H</a:t>
                      </a:r>
                      <a:endParaRPr sz="1050">
                        <a:solidFill>
                          <a:srgbClr val="000000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50">
                          <a:solidFill>
                            <a:srgbClr val="000000"/>
                          </a:solidFill>
                        </a:rPr>
                        <a:t>T</a:t>
                      </a:r>
                      <a:endParaRPr sz="1050">
                        <a:solidFill>
                          <a:srgbClr val="000000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50">
                          <a:solidFill>
                            <a:srgbClr val="000000"/>
                          </a:solidFill>
                        </a:rPr>
                        <a:t>O</a:t>
                      </a:r>
                      <a:endParaRPr sz="1050">
                        <a:solidFill>
                          <a:srgbClr val="000000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129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50">
                        <a:solidFill>
                          <a:srgbClr val="000000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50">
                        <a:solidFill>
                          <a:srgbClr val="000000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50">
                        <a:solidFill>
                          <a:srgbClr val="000000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50">
                        <a:solidFill>
                          <a:srgbClr val="000000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129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50">
                          <a:solidFill>
                            <a:srgbClr val="000000"/>
                          </a:solidFill>
                        </a:rPr>
                        <a:t>+</a:t>
                      </a:r>
                      <a:endParaRPr sz="1050">
                        <a:solidFill>
                          <a:srgbClr val="000000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50">
                        <a:solidFill>
                          <a:srgbClr val="000000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50">
                        <a:solidFill>
                          <a:srgbClr val="000000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50">
                        <a:solidFill>
                          <a:srgbClr val="000000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129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50">
                        <a:solidFill>
                          <a:srgbClr val="000000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50">
                        <a:solidFill>
                          <a:srgbClr val="000000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50">
                        <a:solidFill>
                          <a:srgbClr val="000000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DEDED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297" name="Google Shape;297;p16"/>
          <p:cNvGraphicFramePr/>
          <p:nvPr/>
        </p:nvGraphicFramePr>
        <p:xfrm>
          <a:off x="5088364" y="943644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{B1698552-7BC1-484D-9047-C41039C6CE85}</a:tableStyleId>
              </a:tblPr>
              <a:tblGrid>
                <a:gridCol w="383600"/>
                <a:gridCol w="383600"/>
                <a:gridCol w="383600"/>
                <a:gridCol w="383600"/>
              </a:tblGrid>
              <a:tr h="2129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50">
                        <a:solidFill>
                          <a:srgbClr val="000000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50">
                          <a:solidFill>
                            <a:srgbClr val="000000"/>
                          </a:solidFill>
                        </a:rPr>
                        <a:t>H</a:t>
                      </a:r>
                      <a:endParaRPr sz="1050">
                        <a:solidFill>
                          <a:srgbClr val="000000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50">
                          <a:solidFill>
                            <a:srgbClr val="000000"/>
                          </a:solidFill>
                        </a:rPr>
                        <a:t>T</a:t>
                      </a:r>
                      <a:endParaRPr sz="1050">
                        <a:solidFill>
                          <a:srgbClr val="000000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50">
                          <a:solidFill>
                            <a:srgbClr val="000000"/>
                          </a:solidFill>
                        </a:rPr>
                        <a:t>O</a:t>
                      </a:r>
                      <a:endParaRPr sz="1050">
                        <a:solidFill>
                          <a:srgbClr val="000000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129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50">
                        <a:solidFill>
                          <a:srgbClr val="000000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50">
                        <a:solidFill>
                          <a:srgbClr val="000000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50">
                        <a:solidFill>
                          <a:srgbClr val="000000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50">
                        <a:solidFill>
                          <a:srgbClr val="000000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129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50">
                          <a:solidFill>
                            <a:srgbClr val="000000"/>
                          </a:solidFill>
                        </a:rPr>
                        <a:t>+</a:t>
                      </a:r>
                      <a:endParaRPr sz="1050">
                        <a:solidFill>
                          <a:srgbClr val="000000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50">
                        <a:solidFill>
                          <a:srgbClr val="000000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50">
                        <a:solidFill>
                          <a:srgbClr val="000000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50">
                        <a:solidFill>
                          <a:srgbClr val="000000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129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50">
                        <a:solidFill>
                          <a:srgbClr val="000000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50">
                        <a:solidFill>
                          <a:srgbClr val="000000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50">
                        <a:solidFill>
                          <a:srgbClr val="000000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DEDED"/>
                    </a:solidFill>
                  </a:tcPr>
                </a:tc>
              </a:tr>
            </a:tbl>
          </a:graphicData>
        </a:graphic>
      </p:graphicFrame>
      <p:sp>
        <p:nvSpPr>
          <p:cNvPr id="298" name="Google Shape;298;p16"/>
          <p:cNvSpPr/>
          <p:nvPr/>
        </p:nvSpPr>
        <p:spPr>
          <a:xfrm>
            <a:off x="91017" y="86341"/>
            <a:ext cx="6675966" cy="235607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Placing and adding with two and three-digit integers using column method, no exchanging</a:t>
            </a:r>
            <a:endParaRPr sz="12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9" name="Google Shape;299;p16"/>
          <p:cNvSpPr/>
          <p:nvPr/>
        </p:nvSpPr>
        <p:spPr>
          <a:xfrm>
            <a:off x="69362" y="2793091"/>
            <a:ext cx="1137954" cy="340453"/>
          </a:xfrm>
          <a:prstGeom prst="rect">
            <a:avLst/>
          </a:prstGeom>
          <a:solidFill>
            <a:srgbClr val="0070C0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Independent Practice</a:t>
            </a:r>
            <a:endParaRPr/>
          </a:p>
        </p:txBody>
      </p:sp>
      <p:sp>
        <p:nvSpPr>
          <p:cNvPr id="300" name="Google Shape;300;p16"/>
          <p:cNvSpPr txBox="1"/>
          <p:nvPr/>
        </p:nvSpPr>
        <p:spPr>
          <a:xfrm>
            <a:off x="1253844" y="2826045"/>
            <a:ext cx="4942250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4. Place the integers in the place value grids and them using column method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1" name="Google Shape;301;p16"/>
          <p:cNvSpPr txBox="1"/>
          <p:nvPr/>
        </p:nvSpPr>
        <p:spPr>
          <a:xfrm>
            <a:off x="5101865" y="283331"/>
            <a:ext cx="1577355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GB" sz="1200">
                <a:solidFill>
                  <a:srgbClr val="00B050"/>
                </a:solidFill>
                <a:latin typeface="Calibri"/>
                <a:ea typeface="Calibri"/>
                <a:cs typeface="Calibri"/>
                <a:sym typeface="Calibri"/>
              </a:rPr>
              <a:t>Example 12 - You do…</a:t>
            </a:r>
            <a:endParaRPr/>
          </a:p>
        </p:txBody>
      </p:sp>
      <p:sp>
        <p:nvSpPr>
          <p:cNvPr id="302" name="Google Shape;302;p16"/>
          <p:cNvSpPr txBox="1"/>
          <p:nvPr/>
        </p:nvSpPr>
        <p:spPr>
          <a:xfrm>
            <a:off x="3303282" y="286306"/>
            <a:ext cx="1554336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GB" sz="120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Example 11 - We do…</a:t>
            </a:r>
            <a:endParaRPr/>
          </a:p>
        </p:txBody>
      </p:sp>
      <p:sp>
        <p:nvSpPr>
          <p:cNvPr id="303" name="Google Shape;303;p16"/>
          <p:cNvSpPr txBox="1"/>
          <p:nvPr/>
        </p:nvSpPr>
        <p:spPr>
          <a:xfrm>
            <a:off x="1483581" y="314036"/>
            <a:ext cx="1387046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GB" sz="1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Example 10 - I do…</a:t>
            </a:r>
            <a:endParaRPr/>
          </a:p>
        </p:txBody>
      </p:sp>
      <p:sp>
        <p:nvSpPr>
          <p:cNvPr id="304" name="Google Shape;304;p16"/>
          <p:cNvSpPr txBox="1"/>
          <p:nvPr/>
        </p:nvSpPr>
        <p:spPr>
          <a:xfrm>
            <a:off x="152186" y="3152762"/>
            <a:ext cx="1564980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a) Calculate 102 + 223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5" name="Google Shape;305;p16"/>
          <p:cNvSpPr txBox="1"/>
          <p:nvPr/>
        </p:nvSpPr>
        <p:spPr>
          <a:xfrm>
            <a:off x="1861410" y="3152762"/>
            <a:ext cx="1571392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b) Calculate 142 + 137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6" name="Google Shape;306;p16"/>
          <p:cNvSpPr txBox="1"/>
          <p:nvPr/>
        </p:nvSpPr>
        <p:spPr>
          <a:xfrm>
            <a:off x="5262013" y="3155756"/>
            <a:ext cx="1571392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d) Calculate 417 + 121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7" name="Google Shape;307;p16"/>
          <p:cNvSpPr txBox="1"/>
          <p:nvPr/>
        </p:nvSpPr>
        <p:spPr>
          <a:xfrm>
            <a:off x="3548875" y="3134474"/>
            <a:ext cx="1556965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c) Calculate 361 + 134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8" name="Google Shape;308;p16"/>
          <p:cNvSpPr/>
          <p:nvPr/>
        </p:nvSpPr>
        <p:spPr>
          <a:xfrm>
            <a:off x="231603" y="4590125"/>
            <a:ext cx="1328468" cy="525874"/>
          </a:xfrm>
          <a:prstGeom prst="rect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9" name="Google Shape;309;p16"/>
          <p:cNvSpPr/>
          <p:nvPr/>
        </p:nvSpPr>
        <p:spPr>
          <a:xfrm>
            <a:off x="1933752" y="4597676"/>
            <a:ext cx="1325727" cy="525874"/>
          </a:xfrm>
          <a:prstGeom prst="rect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0" name="Google Shape;310;p16"/>
          <p:cNvSpPr/>
          <p:nvPr/>
        </p:nvSpPr>
        <p:spPr>
          <a:xfrm>
            <a:off x="3679338" y="4580843"/>
            <a:ext cx="1315950" cy="525874"/>
          </a:xfrm>
          <a:prstGeom prst="rect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1" name="Google Shape;311;p16"/>
          <p:cNvSpPr/>
          <p:nvPr/>
        </p:nvSpPr>
        <p:spPr>
          <a:xfrm>
            <a:off x="5378746" y="4580843"/>
            <a:ext cx="1327966" cy="525874"/>
          </a:xfrm>
          <a:prstGeom prst="rect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312" name="Google Shape;312;p16"/>
          <p:cNvGraphicFramePr/>
          <p:nvPr/>
        </p:nvGraphicFramePr>
        <p:xfrm>
          <a:off x="237503" y="3444947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{B1698552-7BC1-484D-9047-C41039C6CE85}</a:tableStyleId>
              </a:tblPr>
              <a:tblGrid>
                <a:gridCol w="330650"/>
                <a:gridCol w="330650"/>
                <a:gridCol w="330650"/>
                <a:gridCol w="330650"/>
              </a:tblGrid>
              <a:tr h="2129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50">
                        <a:solidFill>
                          <a:srgbClr val="000000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50">
                          <a:solidFill>
                            <a:srgbClr val="000000"/>
                          </a:solidFill>
                        </a:rPr>
                        <a:t>H</a:t>
                      </a:r>
                      <a:endParaRPr sz="1050">
                        <a:solidFill>
                          <a:srgbClr val="000000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50">
                          <a:solidFill>
                            <a:srgbClr val="000000"/>
                          </a:solidFill>
                        </a:rPr>
                        <a:t>T</a:t>
                      </a:r>
                      <a:endParaRPr sz="1050">
                        <a:solidFill>
                          <a:srgbClr val="000000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50">
                          <a:solidFill>
                            <a:srgbClr val="000000"/>
                          </a:solidFill>
                        </a:rPr>
                        <a:t>O</a:t>
                      </a:r>
                      <a:endParaRPr sz="1050">
                        <a:solidFill>
                          <a:srgbClr val="000000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129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50">
                        <a:solidFill>
                          <a:srgbClr val="000000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50">
                        <a:solidFill>
                          <a:srgbClr val="000000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50">
                        <a:solidFill>
                          <a:srgbClr val="000000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50">
                        <a:solidFill>
                          <a:srgbClr val="000000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129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50">
                          <a:solidFill>
                            <a:srgbClr val="000000"/>
                          </a:solidFill>
                        </a:rPr>
                        <a:t>+</a:t>
                      </a:r>
                      <a:endParaRPr sz="1050">
                        <a:solidFill>
                          <a:srgbClr val="000000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50">
                        <a:solidFill>
                          <a:srgbClr val="000000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50">
                        <a:solidFill>
                          <a:srgbClr val="000000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50">
                        <a:solidFill>
                          <a:srgbClr val="000000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129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50">
                        <a:solidFill>
                          <a:srgbClr val="000000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50">
                        <a:solidFill>
                          <a:srgbClr val="000000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50">
                        <a:solidFill>
                          <a:srgbClr val="000000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DEDED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313" name="Google Shape;313;p16"/>
          <p:cNvGraphicFramePr/>
          <p:nvPr/>
        </p:nvGraphicFramePr>
        <p:xfrm>
          <a:off x="1936912" y="3444947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{B1698552-7BC1-484D-9047-C41039C6CE85}</a:tableStyleId>
              </a:tblPr>
              <a:tblGrid>
                <a:gridCol w="330650"/>
                <a:gridCol w="330650"/>
                <a:gridCol w="330650"/>
                <a:gridCol w="330650"/>
              </a:tblGrid>
              <a:tr h="2129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50">
                        <a:solidFill>
                          <a:srgbClr val="000000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50">
                          <a:solidFill>
                            <a:srgbClr val="000000"/>
                          </a:solidFill>
                        </a:rPr>
                        <a:t>H</a:t>
                      </a:r>
                      <a:endParaRPr sz="1050">
                        <a:solidFill>
                          <a:srgbClr val="000000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50">
                          <a:solidFill>
                            <a:srgbClr val="000000"/>
                          </a:solidFill>
                        </a:rPr>
                        <a:t>T</a:t>
                      </a:r>
                      <a:endParaRPr sz="1050">
                        <a:solidFill>
                          <a:srgbClr val="000000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50">
                          <a:solidFill>
                            <a:srgbClr val="000000"/>
                          </a:solidFill>
                        </a:rPr>
                        <a:t>O</a:t>
                      </a:r>
                      <a:endParaRPr sz="1050">
                        <a:solidFill>
                          <a:srgbClr val="000000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129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50">
                        <a:solidFill>
                          <a:srgbClr val="000000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50">
                        <a:solidFill>
                          <a:srgbClr val="000000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50">
                        <a:solidFill>
                          <a:srgbClr val="000000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50">
                        <a:solidFill>
                          <a:srgbClr val="000000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129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50">
                          <a:solidFill>
                            <a:srgbClr val="000000"/>
                          </a:solidFill>
                        </a:rPr>
                        <a:t>+</a:t>
                      </a:r>
                      <a:endParaRPr sz="1050">
                        <a:solidFill>
                          <a:srgbClr val="000000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50">
                        <a:solidFill>
                          <a:srgbClr val="000000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50">
                        <a:solidFill>
                          <a:srgbClr val="000000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50">
                        <a:solidFill>
                          <a:srgbClr val="000000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129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50">
                        <a:solidFill>
                          <a:srgbClr val="000000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50">
                        <a:solidFill>
                          <a:srgbClr val="000000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50">
                        <a:solidFill>
                          <a:srgbClr val="000000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DEDED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314" name="Google Shape;314;p16"/>
          <p:cNvGraphicFramePr/>
          <p:nvPr/>
        </p:nvGraphicFramePr>
        <p:xfrm>
          <a:off x="3672720" y="3429208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{B1698552-7BC1-484D-9047-C41039C6CE85}</a:tableStyleId>
              </a:tblPr>
              <a:tblGrid>
                <a:gridCol w="330650"/>
                <a:gridCol w="330650"/>
                <a:gridCol w="330650"/>
                <a:gridCol w="330650"/>
              </a:tblGrid>
              <a:tr h="2129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50">
                        <a:solidFill>
                          <a:srgbClr val="000000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50">
                          <a:solidFill>
                            <a:srgbClr val="000000"/>
                          </a:solidFill>
                        </a:rPr>
                        <a:t>H</a:t>
                      </a:r>
                      <a:endParaRPr sz="1050">
                        <a:solidFill>
                          <a:srgbClr val="000000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50">
                          <a:solidFill>
                            <a:srgbClr val="000000"/>
                          </a:solidFill>
                        </a:rPr>
                        <a:t>T</a:t>
                      </a:r>
                      <a:endParaRPr sz="1050">
                        <a:solidFill>
                          <a:srgbClr val="000000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50">
                          <a:solidFill>
                            <a:srgbClr val="000000"/>
                          </a:solidFill>
                        </a:rPr>
                        <a:t>O</a:t>
                      </a:r>
                      <a:endParaRPr sz="1050">
                        <a:solidFill>
                          <a:srgbClr val="000000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129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50">
                        <a:solidFill>
                          <a:srgbClr val="000000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50">
                        <a:solidFill>
                          <a:srgbClr val="000000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50">
                        <a:solidFill>
                          <a:srgbClr val="000000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50">
                        <a:solidFill>
                          <a:srgbClr val="000000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129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50">
                          <a:solidFill>
                            <a:srgbClr val="000000"/>
                          </a:solidFill>
                        </a:rPr>
                        <a:t>+</a:t>
                      </a:r>
                      <a:endParaRPr sz="1050">
                        <a:solidFill>
                          <a:srgbClr val="000000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50">
                        <a:solidFill>
                          <a:srgbClr val="000000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50">
                        <a:solidFill>
                          <a:srgbClr val="000000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50">
                        <a:solidFill>
                          <a:srgbClr val="000000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129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50">
                        <a:solidFill>
                          <a:srgbClr val="000000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50">
                        <a:solidFill>
                          <a:srgbClr val="000000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50">
                        <a:solidFill>
                          <a:srgbClr val="000000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DEDED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315" name="Google Shape;315;p16"/>
          <p:cNvGraphicFramePr/>
          <p:nvPr/>
        </p:nvGraphicFramePr>
        <p:xfrm>
          <a:off x="5384144" y="3429208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{B1698552-7BC1-484D-9047-C41039C6CE85}</a:tableStyleId>
              </a:tblPr>
              <a:tblGrid>
                <a:gridCol w="330650"/>
                <a:gridCol w="330650"/>
                <a:gridCol w="330650"/>
                <a:gridCol w="330650"/>
              </a:tblGrid>
              <a:tr h="2129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50">
                        <a:solidFill>
                          <a:srgbClr val="000000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50">
                          <a:solidFill>
                            <a:srgbClr val="000000"/>
                          </a:solidFill>
                        </a:rPr>
                        <a:t>H</a:t>
                      </a:r>
                      <a:endParaRPr sz="1050">
                        <a:solidFill>
                          <a:srgbClr val="000000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50">
                          <a:solidFill>
                            <a:srgbClr val="000000"/>
                          </a:solidFill>
                        </a:rPr>
                        <a:t>T</a:t>
                      </a:r>
                      <a:endParaRPr sz="1050">
                        <a:solidFill>
                          <a:srgbClr val="000000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50">
                          <a:solidFill>
                            <a:srgbClr val="000000"/>
                          </a:solidFill>
                        </a:rPr>
                        <a:t>O</a:t>
                      </a:r>
                      <a:endParaRPr sz="1050">
                        <a:solidFill>
                          <a:srgbClr val="000000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129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50">
                        <a:solidFill>
                          <a:srgbClr val="000000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50">
                        <a:solidFill>
                          <a:srgbClr val="000000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50">
                        <a:solidFill>
                          <a:srgbClr val="000000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50">
                        <a:solidFill>
                          <a:srgbClr val="000000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129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50">
                          <a:solidFill>
                            <a:srgbClr val="000000"/>
                          </a:solidFill>
                        </a:rPr>
                        <a:t>+</a:t>
                      </a:r>
                      <a:endParaRPr sz="1050">
                        <a:solidFill>
                          <a:srgbClr val="000000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50">
                        <a:solidFill>
                          <a:srgbClr val="000000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50">
                        <a:solidFill>
                          <a:srgbClr val="000000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50">
                        <a:solidFill>
                          <a:srgbClr val="000000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129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50">
                        <a:solidFill>
                          <a:srgbClr val="000000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50">
                        <a:solidFill>
                          <a:srgbClr val="000000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50">
                        <a:solidFill>
                          <a:srgbClr val="000000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DEDED"/>
                    </a:solidFill>
                  </a:tcPr>
                </a:tc>
              </a:tr>
            </a:tbl>
          </a:graphicData>
        </a:graphic>
      </p:graphicFrame>
      <p:sp>
        <p:nvSpPr>
          <p:cNvPr id="316" name="Google Shape;316;p16"/>
          <p:cNvSpPr/>
          <p:nvPr/>
        </p:nvSpPr>
        <p:spPr>
          <a:xfrm>
            <a:off x="237699" y="6579201"/>
            <a:ext cx="1328468" cy="525874"/>
          </a:xfrm>
          <a:prstGeom prst="rect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7" name="Google Shape;317;p16"/>
          <p:cNvSpPr/>
          <p:nvPr/>
        </p:nvSpPr>
        <p:spPr>
          <a:xfrm>
            <a:off x="1939848" y="6586752"/>
            <a:ext cx="1325727" cy="525874"/>
          </a:xfrm>
          <a:prstGeom prst="rect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8" name="Google Shape;318;p16"/>
          <p:cNvSpPr/>
          <p:nvPr/>
        </p:nvSpPr>
        <p:spPr>
          <a:xfrm>
            <a:off x="3685434" y="6569919"/>
            <a:ext cx="1315950" cy="525874"/>
          </a:xfrm>
          <a:prstGeom prst="rect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9" name="Google Shape;319;p16"/>
          <p:cNvSpPr/>
          <p:nvPr/>
        </p:nvSpPr>
        <p:spPr>
          <a:xfrm>
            <a:off x="5384842" y="6569919"/>
            <a:ext cx="1327966" cy="525874"/>
          </a:xfrm>
          <a:prstGeom prst="rect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320" name="Google Shape;320;p16"/>
          <p:cNvGraphicFramePr/>
          <p:nvPr/>
        </p:nvGraphicFramePr>
        <p:xfrm>
          <a:off x="243599" y="5434023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{B1698552-7BC1-484D-9047-C41039C6CE85}</a:tableStyleId>
              </a:tblPr>
              <a:tblGrid>
                <a:gridCol w="330650"/>
                <a:gridCol w="330650"/>
                <a:gridCol w="330650"/>
                <a:gridCol w="330650"/>
              </a:tblGrid>
              <a:tr h="2129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50">
                        <a:solidFill>
                          <a:srgbClr val="000000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50">
                          <a:solidFill>
                            <a:srgbClr val="000000"/>
                          </a:solidFill>
                        </a:rPr>
                        <a:t>H</a:t>
                      </a:r>
                      <a:endParaRPr sz="1050">
                        <a:solidFill>
                          <a:srgbClr val="000000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50">
                          <a:solidFill>
                            <a:srgbClr val="000000"/>
                          </a:solidFill>
                        </a:rPr>
                        <a:t>T</a:t>
                      </a:r>
                      <a:endParaRPr sz="1050">
                        <a:solidFill>
                          <a:srgbClr val="000000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50">
                          <a:solidFill>
                            <a:srgbClr val="000000"/>
                          </a:solidFill>
                        </a:rPr>
                        <a:t>O</a:t>
                      </a:r>
                      <a:endParaRPr sz="1050">
                        <a:solidFill>
                          <a:srgbClr val="000000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129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50">
                        <a:solidFill>
                          <a:srgbClr val="000000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50">
                        <a:solidFill>
                          <a:srgbClr val="000000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50">
                        <a:solidFill>
                          <a:srgbClr val="000000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50">
                        <a:solidFill>
                          <a:srgbClr val="000000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129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50">
                          <a:solidFill>
                            <a:srgbClr val="000000"/>
                          </a:solidFill>
                        </a:rPr>
                        <a:t>+</a:t>
                      </a:r>
                      <a:endParaRPr sz="1050">
                        <a:solidFill>
                          <a:srgbClr val="000000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50">
                        <a:solidFill>
                          <a:srgbClr val="000000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50">
                        <a:solidFill>
                          <a:srgbClr val="000000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50">
                        <a:solidFill>
                          <a:srgbClr val="000000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129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50">
                        <a:solidFill>
                          <a:srgbClr val="000000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50">
                        <a:solidFill>
                          <a:srgbClr val="000000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50">
                        <a:solidFill>
                          <a:srgbClr val="000000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DEDED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321" name="Google Shape;321;p16"/>
          <p:cNvGraphicFramePr/>
          <p:nvPr/>
        </p:nvGraphicFramePr>
        <p:xfrm>
          <a:off x="1943008" y="5434023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{B1698552-7BC1-484D-9047-C41039C6CE85}</a:tableStyleId>
              </a:tblPr>
              <a:tblGrid>
                <a:gridCol w="330650"/>
                <a:gridCol w="330650"/>
                <a:gridCol w="330650"/>
                <a:gridCol w="330650"/>
              </a:tblGrid>
              <a:tr h="2129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50">
                        <a:solidFill>
                          <a:srgbClr val="000000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50">
                          <a:solidFill>
                            <a:srgbClr val="000000"/>
                          </a:solidFill>
                        </a:rPr>
                        <a:t>H</a:t>
                      </a:r>
                      <a:endParaRPr sz="1050">
                        <a:solidFill>
                          <a:srgbClr val="000000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50">
                          <a:solidFill>
                            <a:srgbClr val="000000"/>
                          </a:solidFill>
                        </a:rPr>
                        <a:t>T</a:t>
                      </a:r>
                      <a:endParaRPr sz="1050">
                        <a:solidFill>
                          <a:srgbClr val="000000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50">
                          <a:solidFill>
                            <a:srgbClr val="000000"/>
                          </a:solidFill>
                        </a:rPr>
                        <a:t>O</a:t>
                      </a:r>
                      <a:endParaRPr sz="1050">
                        <a:solidFill>
                          <a:srgbClr val="000000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129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50">
                        <a:solidFill>
                          <a:srgbClr val="000000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50">
                        <a:solidFill>
                          <a:srgbClr val="000000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50">
                        <a:solidFill>
                          <a:srgbClr val="000000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50">
                        <a:solidFill>
                          <a:srgbClr val="000000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129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50">
                          <a:solidFill>
                            <a:srgbClr val="000000"/>
                          </a:solidFill>
                        </a:rPr>
                        <a:t>+</a:t>
                      </a:r>
                      <a:endParaRPr sz="1050">
                        <a:solidFill>
                          <a:srgbClr val="000000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50">
                        <a:solidFill>
                          <a:srgbClr val="000000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50">
                        <a:solidFill>
                          <a:srgbClr val="000000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50">
                        <a:solidFill>
                          <a:srgbClr val="000000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129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50">
                        <a:solidFill>
                          <a:srgbClr val="000000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50">
                        <a:solidFill>
                          <a:srgbClr val="000000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50">
                        <a:solidFill>
                          <a:srgbClr val="000000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DEDED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322" name="Google Shape;322;p16"/>
          <p:cNvGraphicFramePr/>
          <p:nvPr/>
        </p:nvGraphicFramePr>
        <p:xfrm>
          <a:off x="3678816" y="5418284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{B1698552-7BC1-484D-9047-C41039C6CE85}</a:tableStyleId>
              </a:tblPr>
              <a:tblGrid>
                <a:gridCol w="330650"/>
                <a:gridCol w="330650"/>
                <a:gridCol w="330650"/>
                <a:gridCol w="330650"/>
              </a:tblGrid>
              <a:tr h="2129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50">
                        <a:solidFill>
                          <a:srgbClr val="000000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50">
                          <a:solidFill>
                            <a:srgbClr val="000000"/>
                          </a:solidFill>
                        </a:rPr>
                        <a:t>H</a:t>
                      </a:r>
                      <a:endParaRPr sz="1050">
                        <a:solidFill>
                          <a:srgbClr val="000000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50">
                          <a:solidFill>
                            <a:srgbClr val="000000"/>
                          </a:solidFill>
                        </a:rPr>
                        <a:t>T</a:t>
                      </a:r>
                      <a:endParaRPr sz="1050">
                        <a:solidFill>
                          <a:srgbClr val="000000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50">
                          <a:solidFill>
                            <a:srgbClr val="000000"/>
                          </a:solidFill>
                        </a:rPr>
                        <a:t>O</a:t>
                      </a:r>
                      <a:endParaRPr sz="1050">
                        <a:solidFill>
                          <a:srgbClr val="000000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129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50">
                        <a:solidFill>
                          <a:srgbClr val="000000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50">
                        <a:solidFill>
                          <a:srgbClr val="000000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50">
                        <a:solidFill>
                          <a:srgbClr val="000000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50">
                        <a:solidFill>
                          <a:srgbClr val="000000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129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50">
                          <a:solidFill>
                            <a:srgbClr val="000000"/>
                          </a:solidFill>
                        </a:rPr>
                        <a:t>+</a:t>
                      </a:r>
                      <a:endParaRPr sz="1050">
                        <a:solidFill>
                          <a:srgbClr val="000000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50">
                        <a:solidFill>
                          <a:srgbClr val="000000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50">
                        <a:solidFill>
                          <a:srgbClr val="000000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50">
                        <a:solidFill>
                          <a:srgbClr val="000000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129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50">
                        <a:solidFill>
                          <a:srgbClr val="000000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50">
                        <a:solidFill>
                          <a:srgbClr val="000000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50">
                        <a:solidFill>
                          <a:srgbClr val="000000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DEDED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323" name="Google Shape;323;p16"/>
          <p:cNvGraphicFramePr/>
          <p:nvPr/>
        </p:nvGraphicFramePr>
        <p:xfrm>
          <a:off x="5390240" y="5418284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{B1698552-7BC1-484D-9047-C41039C6CE85}</a:tableStyleId>
              </a:tblPr>
              <a:tblGrid>
                <a:gridCol w="330650"/>
                <a:gridCol w="330650"/>
                <a:gridCol w="330650"/>
                <a:gridCol w="330650"/>
              </a:tblGrid>
              <a:tr h="2129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50">
                        <a:solidFill>
                          <a:srgbClr val="000000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50">
                          <a:solidFill>
                            <a:srgbClr val="000000"/>
                          </a:solidFill>
                        </a:rPr>
                        <a:t>H</a:t>
                      </a:r>
                      <a:endParaRPr sz="1050">
                        <a:solidFill>
                          <a:srgbClr val="000000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50">
                          <a:solidFill>
                            <a:srgbClr val="000000"/>
                          </a:solidFill>
                        </a:rPr>
                        <a:t>T</a:t>
                      </a:r>
                      <a:endParaRPr sz="1050">
                        <a:solidFill>
                          <a:srgbClr val="000000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50">
                          <a:solidFill>
                            <a:srgbClr val="000000"/>
                          </a:solidFill>
                        </a:rPr>
                        <a:t>O</a:t>
                      </a:r>
                      <a:endParaRPr sz="1050">
                        <a:solidFill>
                          <a:srgbClr val="000000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129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50">
                        <a:solidFill>
                          <a:srgbClr val="000000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50">
                        <a:solidFill>
                          <a:srgbClr val="000000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50">
                        <a:solidFill>
                          <a:srgbClr val="000000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50">
                        <a:solidFill>
                          <a:srgbClr val="000000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129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50">
                          <a:solidFill>
                            <a:srgbClr val="000000"/>
                          </a:solidFill>
                        </a:rPr>
                        <a:t>+</a:t>
                      </a:r>
                      <a:endParaRPr sz="1050">
                        <a:solidFill>
                          <a:srgbClr val="000000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50">
                        <a:solidFill>
                          <a:srgbClr val="000000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50">
                        <a:solidFill>
                          <a:srgbClr val="000000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50">
                        <a:solidFill>
                          <a:srgbClr val="000000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129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50">
                        <a:solidFill>
                          <a:srgbClr val="000000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50">
                        <a:solidFill>
                          <a:srgbClr val="000000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50">
                        <a:solidFill>
                          <a:srgbClr val="000000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DEDED"/>
                    </a:solidFill>
                  </a:tcPr>
                </a:tc>
              </a:tr>
            </a:tbl>
          </a:graphicData>
        </a:graphic>
      </p:graphicFrame>
      <p:sp>
        <p:nvSpPr>
          <p:cNvPr id="324" name="Google Shape;324;p16"/>
          <p:cNvSpPr txBox="1"/>
          <p:nvPr/>
        </p:nvSpPr>
        <p:spPr>
          <a:xfrm>
            <a:off x="158282" y="5141838"/>
            <a:ext cx="1568186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e) Calculate 126 + 213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5" name="Google Shape;325;p16"/>
          <p:cNvSpPr txBox="1"/>
          <p:nvPr/>
        </p:nvSpPr>
        <p:spPr>
          <a:xfrm>
            <a:off x="1867506" y="5141838"/>
            <a:ext cx="1461426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f) Calculate 121 + 28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6" name="Google Shape;326;p16"/>
          <p:cNvSpPr txBox="1"/>
          <p:nvPr/>
        </p:nvSpPr>
        <p:spPr>
          <a:xfrm>
            <a:off x="5268109" y="5144832"/>
            <a:ext cx="1492845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h) Calculate 271 + 18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7" name="Google Shape;327;p16"/>
          <p:cNvSpPr txBox="1"/>
          <p:nvPr/>
        </p:nvSpPr>
        <p:spPr>
          <a:xfrm>
            <a:off x="3574021" y="5123550"/>
            <a:ext cx="1484830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g) Calculate 28 + 271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328" name="Google Shape;328;p16"/>
          <p:cNvGraphicFramePr/>
          <p:nvPr/>
        </p:nvGraphicFramePr>
        <p:xfrm>
          <a:off x="101253" y="7744847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{B1698552-7BC1-484D-9047-C41039C6CE85}</a:tableStyleId>
              </a:tblPr>
              <a:tblGrid>
                <a:gridCol w="1070500"/>
                <a:gridCol w="1876250"/>
                <a:gridCol w="1828800"/>
                <a:gridCol w="1796925"/>
              </a:tblGrid>
              <a:tr h="3203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100">
                          <a:solidFill>
                            <a:schemeClr val="dk1"/>
                          </a:solidFill>
                        </a:rPr>
                        <a:t>Steps</a:t>
                      </a:r>
                      <a:endParaRPr b="1" sz="11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Calculate 522 + 307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Calibri"/>
                        <a:buNone/>
                      </a:pPr>
                      <a:r>
                        <a:rPr b="0" lang="en-GB" sz="1100">
                          <a:solidFill>
                            <a:schemeClr val="dk1"/>
                          </a:solidFill>
                        </a:rPr>
                        <a:t>Calculate 36 + 721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Calibri"/>
                        <a:buNone/>
                      </a:pPr>
                      <a:r>
                        <a:rPr b="0" lang="en-GB" sz="1100">
                          <a:solidFill>
                            <a:schemeClr val="dk1"/>
                          </a:solidFill>
                        </a:rPr>
                        <a:t>Calculate 542 + 315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8238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Calibri"/>
                        <a:buNone/>
                      </a:pPr>
                      <a:r>
                        <a:rPr lang="en-GB" sz="1100">
                          <a:solidFill>
                            <a:schemeClr val="dk1"/>
                          </a:solidFill>
                        </a:rPr>
                        <a:t>1. Line up both numbers in the correct columns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 rowSpan="2"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 rowSpan="2"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 rowSpan="2"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8899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>
                          <a:solidFill>
                            <a:schemeClr val="dk1"/>
                          </a:solidFill>
                        </a:rPr>
                        <a:t>2. Add each column starting with the ones column</a:t>
                      </a:r>
                      <a:endParaRPr sz="11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 vMerge="1"/>
                <a:tc vMerge="1"/>
                <a:tc vMerge="1"/>
              </a:tr>
            </a:tbl>
          </a:graphicData>
        </a:graphic>
      </p:graphicFrame>
      <p:sp>
        <p:nvSpPr>
          <p:cNvPr id="329" name="Google Shape;329;p16"/>
          <p:cNvSpPr/>
          <p:nvPr/>
        </p:nvSpPr>
        <p:spPr>
          <a:xfrm>
            <a:off x="71967" y="7191991"/>
            <a:ext cx="6675966" cy="235607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Setting up and adding  two and three-digit integers using column method, no exchanging</a:t>
            </a:r>
            <a:endParaRPr sz="12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0" name="Google Shape;330;p16"/>
          <p:cNvSpPr/>
          <p:nvPr/>
        </p:nvSpPr>
        <p:spPr>
          <a:xfrm>
            <a:off x="1475061" y="9272170"/>
            <a:ext cx="1245632" cy="398914"/>
          </a:xfrm>
          <a:prstGeom prst="rect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1" name="Google Shape;331;p16"/>
          <p:cNvSpPr/>
          <p:nvPr/>
        </p:nvSpPr>
        <p:spPr>
          <a:xfrm>
            <a:off x="3349392" y="9272170"/>
            <a:ext cx="1245632" cy="398914"/>
          </a:xfrm>
          <a:prstGeom prst="rect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2" name="Google Shape;332;p16"/>
          <p:cNvSpPr/>
          <p:nvPr/>
        </p:nvSpPr>
        <p:spPr>
          <a:xfrm>
            <a:off x="5148503" y="9272170"/>
            <a:ext cx="1245632" cy="398914"/>
          </a:xfrm>
          <a:prstGeom prst="rect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3" name="Google Shape;333;p16"/>
          <p:cNvSpPr txBox="1"/>
          <p:nvPr/>
        </p:nvSpPr>
        <p:spPr>
          <a:xfrm>
            <a:off x="5082815" y="7446131"/>
            <a:ext cx="1577355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GB" sz="1200">
                <a:solidFill>
                  <a:srgbClr val="00B050"/>
                </a:solidFill>
                <a:latin typeface="Calibri"/>
                <a:ea typeface="Calibri"/>
                <a:cs typeface="Calibri"/>
                <a:sym typeface="Calibri"/>
              </a:rPr>
              <a:t>Example 15 - You do…</a:t>
            </a:r>
            <a:endParaRPr/>
          </a:p>
        </p:txBody>
      </p:sp>
      <p:sp>
        <p:nvSpPr>
          <p:cNvPr id="334" name="Google Shape;334;p16"/>
          <p:cNvSpPr txBox="1"/>
          <p:nvPr/>
        </p:nvSpPr>
        <p:spPr>
          <a:xfrm>
            <a:off x="3284232" y="7449106"/>
            <a:ext cx="1554336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GB" sz="120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Example 14 - We do…</a:t>
            </a:r>
            <a:endParaRPr/>
          </a:p>
        </p:txBody>
      </p:sp>
      <p:sp>
        <p:nvSpPr>
          <p:cNvPr id="335" name="Google Shape;335;p16"/>
          <p:cNvSpPr txBox="1"/>
          <p:nvPr/>
        </p:nvSpPr>
        <p:spPr>
          <a:xfrm>
            <a:off x="1464531" y="7476836"/>
            <a:ext cx="1387046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GB" sz="1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Example 13 - I do…</a:t>
            </a:r>
            <a:endParaRPr/>
          </a:p>
        </p:txBody>
      </p:sp>
      <p:sp>
        <p:nvSpPr>
          <p:cNvPr id="336" name="Google Shape;336;p16"/>
          <p:cNvSpPr txBox="1"/>
          <p:nvPr>
            <p:ph idx="12" type="sldNum"/>
          </p:nvPr>
        </p:nvSpPr>
        <p:spPr>
          <a:xfrm>
            <a:off x="5351544" y="935896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337" name="Google Shape;337;p16"/>
          <p:cNvSpPr txBox="1"/>
          <p:nvPr/>
        </p:nvSpPr>
        <p:spPr>
          <a:xfrm>
            <a:off x="5570629" y="4593336"/>
            <a:ext cx="956812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538</a:t>
            </a:r>
            <a:endParaRPr/>
          </a:p>
        </p:txBody>
      </p:sp>
      <p:sp>
        <p:nvSpPr>
          <p:cNvPr id="338" name="Google Shape;338;p16"/>
          <p:cNvSpPr txBox="1"/>
          <p:nvPr/>
        </p:nvSpPr>
        <p:spPr>
          <a:xfrm>
            <a:off x="3763845" y="4564399"/>
            <a:ext cx="956812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495</a:t>
            </a:r>
            <a:endParaRPr/>
          </a:p>
        </p:txBody>
      </p:sp>
      <p:sp>
        <p:nvSpPr>
          <p:cNvPr id="339" name="Google Shape;339;p16"/>
          <p:cNvSpPr txBox="1"/>
          <p:nvPr/>
        </p:nvSpPr>
        <p:spPr>
          <a:xfrm>
            <a:off x="1994305" y="4582275"/>
            <a:ext cx="956812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279</a:t>
            </a:r>
            <a:endParaRPr/>
          </a:p>
        </p:txBody>
      </p:sp>
      <p:sp>
        <p:nvSpPr>
          <p:cNvPr id="340" name="Google Shape;340;p16"/>
          <p:cNvSpPr txBox="1"/>
          <p:nvPr/>
        </p:nvSpPr>
        <p:spPr>
          <a:xfrm>
            <a:off x="387650" y="4583103"/>
            <a:ext cx="956812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325</a:t>
            </a:r>
            <a:endParaRPr/>
          </a:p>
        </p:txBody>
      </p:sp>
      <p:sp>
        <p:nvSpPr>
          <p:cNvPr id="341" name="Google Shape;341;p16"/>
          <p:cNvSpPr txBox="1"/>
          <p:nvPr/>
        </p:nvSpPr>
        <p:spPr>
          <a:xfrm>
            <a:off x="5663489" y="6649634"/>
            <a:ext cx="956812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289</a:t>
            </a:r>
            <a:endParaRPr/>
          </a:p>
        </p:txBody>
      </p:sp>
      <p:sp>
        <p:nvSpPr>
          <p:cNvPr id="342" name="Google Shape;342;p16"/>
          <p:cNvSpPr txBox="1"/>
          <p:nvPr/>
        </p:nvSpPr>
        <p:spPr>
          <a:xfrm>
            <a:off x="3862769" y="6610913"/>
            <a:ext cx="956812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299</a:t>
            </a:r>
            <a:endParaRPr/>
          </a:p>
        </p:txBody>
      </p:sp>
      <p:sp>
        <p:nvSpPr>
          <p:cNvPr id="343" name="Google Shape;343;p16"/>
          <p:cNvSpPr txBox="1"/>
          <p:nvPr/>
        </p:nvSpPr>
        <p:spPr>
          <a:xfrm>
            <a:off x="2140595" y="6638768"/>
            <a:ext cx="956812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149</a:t>
            </a:r>
            <a:endParaRPr/>
          </a:p>
        </p:txBody>
      </p:sp>
      <p:sp>
        <p:nvSpPr>
          <p:cNvPr id="344" name="Google Shape;344;p16"/>
          <p:cNvSpPr txBox="1"/>
          <p:nvPr/>
        </p:nvSpPr>
        <p:spPr>
          <a:xfrm>
            <a:off x="533940" y="6639596"/>
            <a:ext cx="956812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339</a:t>
            </a:r>
            <a:endParaRPr/>
          </a:p>
        </p:txBody>
      </p:sp>
      <p:sp>
        <p:nvSpPr>
          <p:cNvPr id="345" name="Google Shape;345;p16"/>
          <p:cNvSpPr txBox="1"/>
          <p:nvPr/>
        </p:nvSpPr>
        <p:spPr>
          <a:xfrm>
            <a:off x="5153903" y="2142727"/>
            <a:ext cx="956812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986</a:t>
            </a:r>
            <a:endParaRPr/>
          </a:p>
        </p:txBody>
      </p:sp>
      <p:sp>
        <p:nvSpPr>
          <p:cNvPr id="346" name="Google Shape;346;p16"/>
          <p:cNvSpPr txBox="1"/>
          <p:nvPr/>
        </p:nvSpPr>
        <p:spPr>
          <a:xfrm>
            <a:off x="3384363" y="2160603"/>
            <a:ext cx="956812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265</a:t>
            </a:r>
            <a:endParaRPr/>
          </a:p>
        </p:txBody>
      </p:sp>
      <p:sp>
        <p:nvSpPr>
          <p:cNvPr id="347" name="Google Shape;347;p16"/>
          <p:cNvSpPr txBox="1"/>
          <p:nvPr/>
        </p:nvSpPr>
        <p:spPr>
          <a:xfrm>
            <a:off x="1777708" y="2161431"/>
            <a:ext cx="956812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619</a:t>
            </a:r>
            <a:endParaRPr/>
          </a:p>
        </p:txBody>
      </p:sp>
      <p:sp>
        <p:nvSpPr>
          <p:cNvPr id="348" name="Google Shape;348;p16"/>
          <p:cNvSpPr txBox="1"/>
          <p:nvPr/>
        </p:nvSpPr>
        <p:spPr>
          <a:xfrm>
            <a:off x="5124643" y="9222167"/>
            <a:ext cx="956812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857</a:t>
            </a:r>
            <a:endParaRPr/>
          </a:p>
        </p:txBody>
      </p:sp>
      <p:sp>
        <p:nvSpPr>
          <p:cNvPr id="349" name="Google Shape;349;p16"/>
          <p:cNvSpPr txBox="1"/>
          <p:nvPr/>
        </p:nvSpPr>
        <p:spPr>
          <a:xfrm>
            <a:off x="3355103" y="9240043"/>
            <a:ext cx="956812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757</a:t>
            </a:r>
            <a:endParaRPr/>
          </a:p>
        </p:txBody>
      </p:sp>
      <p:sp>
        <p:nvSpPr>
          <p:cNvPr id="350" name="Google Shape;350;p16"/>
          <p:cNvSpPr txBox="1"/>
          <p:nvPr/>
        </p:nvSpPr>
        <p:spPr>
          <a:xfrm>
            <a:off x="1748448" y="9240871"/>
            <a:ext cx="956812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829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4" name="Shape 3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55" name="Google Shape;355;p17"/>
          <p:cNvGraphicFramePr/>
          <p:nvPr/>
        </p:nvGraphicFramePr>
        <p:xfrm>
          <a:off x="141291" y="4756343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{B1698552-7BC1-484D-9047-C41039C6CE85}</a:tableStyleId>
              </a:tblPr>
              <a:tblGrid>
                <a:gridCol w="1070500"/>
                <a:gridCol w="1876250"/>
                <a:gridCol w="1828800"/>
                <a:gridCol w="1796925"/>
              </a:tblGrid>
              <a:tr h="3203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100">
                          <a:solidFill>
                            <a:schemeClr val="dk1"/>
                          </a:solidFill>
                        </a:rPr>
                        <a:t>Steps</a:t>
                      </a:r>
                      <a:endParaRPr b="1" sz="11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Calculate 1320 + 2245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Calibri"/>
                        <a:buNone/>
                      </a:pPr>
                      <a:r>
                        <a:rPr b="0" lang="en-GB" sz="1100">
                          <a:solidFill>
                            <a:schemeClr val="dk1"/>
                          </a:solidFill>
                        </a:rPr>
                        <a:t>Calculate 3512 + 307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Calibri"/>
                        <a:buNone/>
                      </a:pPr>
                      <a:r>
                        <a:rPr b="0" lang="en-GB" sz="1100">
                          <a:solidFill>
                            <a:schemeClr val="dk1"/>
                          </a:solidFill>
                        </a:rPr>
                        <a:t>Calculate 7478 + 1321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8238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Calibri"/>
                        <a:buNone/>
                      </a:pPr>
                      <a:r>
                        <a:rPr lang="en-GB" sz="1100">
                          <a:solidFill>
                            <a:schemeClr val="dk1"/>
                          </a:solidFill>
                        </a:rPr>
                        <a:t>1. Add each column starting with the ones column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 rowSpan="2"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 rowSpan="2"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 rowSpan="2"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8899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 vMerge="1"/>
                <a:tc vMerge="1"/>
                <a:tc vMerge="1"/>
              </a:tr>
            </a:tbl>
          </a:graphicData>
        </a:graphic>
      </p:graphicFrame>
      <p:sp>
        <p:nvSpPr>
          <p:cNvPr id="356" name="Google Shape;356;p17"/>
          <p:cNvSpPr/>
          <p:nvPr/>
        </p:nvSpPr>
        <p:spPr>
          <a:xfrm>
            <a:off x="69362" y="75100"/>
            <a:ext cx="1137954" cy="340453"/>
          </a:xfrm>
          <a:prstGeom prst="rect">
            <a:avLst/>
          </a:prstGeom>
          <a:solidFill>
            <a:srgbClr val="0070C0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Independent Practice</a:t>
            </a:r>
            <a:endParaRPr/>
          </a:p>
        </p:txBody>
      </p:sp>
      <p:sp>
        <p:nvSpPr>
          <p:cNvPr id="357" name="Google Shape;357;p17"/>
          <p:cNvSpPr txBox="1"/>
          <p:nvPr/>
        </p:nvSpPr>
        <p:spPr>
          <a:xfrm>
            <a:off x="1253844" y="108054"/>
            <a:ext cx="3368166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5. Add the following integers using column method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8" name="Google Shape;358;p17"/>
          <p:cNvSpPr txBox="1"/>
          <p:nvPr/>
        </p:nvSpPr>
        <p:spPr>
          <a:xfrm>
            <a:off x="141291" y="445739"/>
            <a:ext cx="6502101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a) 130 + 150		b) 150 + 130		c) 250 + 132 		d) 170 + 24		e) 224 + 342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9" name="Google Shape;359;p17"/>
          <p:cNvSpPr/>
          <p:nvPr/>
        </p:nvSpPr>
        <p:spPr>
          <a:xfrm>
            <a:off x="178326" y="741685"/>
            <a:ext cx="1138905" cy="1502689"/>
          </a:xfrm>
          <a:prstGeom prst="rect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0" name="Google Shape;360;p17"/>
          <p:cNvSpPr/>
          <p:nvPr/>
        </p:nvSpPr>
        <p:spPr>
          <a:xfrm>
            <a:off x="1516709" y="749236"/>
            <a:ext cx="1138905" cy="1502689"/>
          </a:xfrm>
          <a:prstGeom prst="rect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1" name="Google Shape;361;p17"/>
          <p:cNvSpPr/>
          <p:nvPr/>
        </p:nvSpPr>
        <p:spPr>
          <a:xfrm>
            <a:off x="2831602" y="749236"/>
            <a:ext cx="1138905" cy="1502689"/>
          </a:xfrm>
          <a:prstGeom prst="rect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2" name="Google Shape;362;p17"/>
          <p:cNvSpPr/>
          <p:nvPr/>
        </p:nvSpPr>
        <p:spPr>
          <a:xfrm>
            <a:off x="4169985" y="749236"/>
            <a:ext cx="1138905" cy="1502689"/>
          </a:xfrm>
          <a:prstGeom prst="rect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3" name="Google Shape;363;p17"/>
          <p:cNvSpPr/>
          <p:nvPr/>
        </p:nvSpPr>
        <p:spPr>
          <a:xfrm>
            <a:off x="5528194" y="749236"/>
            <a:ext cx="1138905" cy="1502689"/>
          </a:xfrm>
          <a:prstGeom prst="rect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4" name="Google Shape;364;p17"/>
          <p:cNvSpPr txBox="1"/>
          <p:nvPr/>
        </p:nvSpPr>
        <p:spPr>
          <a:xfrm>
            <a:off x="141291" y="2307162"/>
            <a:ext cx="6462025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f) 136 + 13		g) 239 + 140		h) 23 +  156 		i) 454 + 432		j) 851 + 124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5" name="Google Shape;365;p17"/>
          <p:cNvSpPr/>
          <p:nvPr/>
        </p:nvSpPr>
        <p:spPr>
          <a:xfrm>
            <a:off x="178326" y="2572194"/>
            <a:ext cx="1138905" cy="1549874"/>
          </a:xfrm>
          <a:prstGeom prst="rect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6" name="Google Shape;366;p17"/>
          <p:cNvSpPr/>
          <p:nvPr/>
        </p:nvSpPr>
        <p:spPr>
          <a:xfrm>
            <a:off x="1516709" y="2579745"/>
            <a:ext cx="1138905" cy="1549874"/>
          </a:xfrm>
          <a:prstGeom prst="rect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7" name="Google Shape;367;p17"/>
          <p:cNvSpPr/>
          <p:nvPr/>
        </p:nvSpPr>
        <p:spPr>
          <a:xfrm>
            <a:off x="2831602" y="2579745"/>
            <a:ext cx="1138905" cy="1549874"/>
          </a:xfrm>
          <a:prstGeom prst="rect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8" name="Google Shape;368;p17"/>
          <p:cNvSpPr/>
          <p:nvPr/>
        </p:nvSpPr>
        <p:spPr>
          <a:xfrm>
            <a:off x="4169985" y="2579745"/>
            <a:ext cx="1138905" cy="1549874"/>
          </a:xfrm>
          <a:prstGeom prst="rect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9" name="Google Shape;369;p17"/>
          <p:cNvSpPr/>
          <p:nvPr/>
        </p:nvSpPr>
        <p:spPr>
          <a:xfrm>
            <a:off x="5528194" y="2579745"/>
            <a:ext cx="1138905" cy="1549874"/>
          </a:xfrm>
          <a:prstGeom prst="rect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0" name="Google Shape;370;p17"/>
          <p:cNvSpPr/>
          <p:nvPr/>
        </p:nvSpPr>
        <p:spPr>
          <a:xfrm>
            <a:off x="91017" y="4273330"/>
            <a:ext cx="6675966" cy="235607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Adding up to four-digit integers using column method, no exchanging</a:t>
            </a:r>
            <a:endParaRPr sz="12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1" name="Google Shape;371;p17"/>
          <p:cNvSpPr/>
          <p:nvPr/>
        </p:nvSpPr>
        <p:spPr>
          <a:xfrm>
            <a:off x="1615491" y="6329659"/>
            <a:ext cx="1245632" cy="398914"/>
          </a:xfrm>
          <a:prstGeom prst="rect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2" name="Google Shape;372;p17"/>
          <p:cNvSpPr/>
          <p:nvPr/>
        </p:nvSpPr>
        <p:spPr>
          <a:xfrm>
            <a:off x="3473638" y="6329659"/>
            <a:ext cx="1245632" cy="398914"/>
          </a:xfrm>
          <a:prstGeom prst="rect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3" name="Google Shape;373;p17"/>
          <p:cNvSpPr/>
          <p:nvPr/>
        </p:nvSpPr>
        <p:spPr>
          <a:xfrm>
            <a:off x="5288933" y="6345843"/>
            <a:ext cx="1245632" cy="398914"/>
          </a:xfrm>
          <a:prstGeom prst="rect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4" name="Google Shape;374;p17"/>
          <p:cNvSpPr/>
          <p:nvPr/>
        </p:nvSpPr>
        <p:spPr>
          <a:xfrm>
            <a:off x="69362" y="6893854"/>
            <a:ext cx="1137954" cy="340453"/>
          </a:xfrm>
          <a:prstGeom prst="rect">
            <a:avLst/>
          </a:prstGeom>
          <a:solidFill>
            <a:srgbClr val="0070C0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Independent Practice</a:t>
            </a:r>
            <a:endParaRPr/>
          </a:p>
        </p:txBody>
      </p:sp>
      <p:sp>
        <p:nvSpPr>
          <p:cNvPr id="375" name="Google Shape;375;p17"/>
          <p:cNvSpPr txBox="1"/>
          <p:nvPr/>
        </p:nvSpPr>
        <p:spPr>
          <a:xfrm>
            <a:off x="1253844" y="6926808"/>
            <a:ext cx="3368166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6. Add the following integers using column method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6" name="Google Shape;376;p17"/>
          <p:cNvSpPr txBox="1"/>
          <p:nvPr/>
        </p:nvSpPr>
        <p:spPr>
          <a:xfrm>
            <a:off x="5101865" y="4479344"/>
            <a:ext cx="1577355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GB" sz="1200">
                <a:solidFill>
                  <a:srgbClr val="00B050"/>
                </a:solidFill>
                <a:latin typeface="Calibri"/>
                <a:ea typeface="Calibri"/>
                <a:cs typeface="Calibri"/>
                <a:sym typeface="Calibri"/>
              </a:rPr>
              <a:t>Example 18 - You do…</a:t>
            </a:r>
            <a:endParaRPr/>
          </a:p>
        </p:txBody>
      </p:sp>
      <p:sp>
        <p:nvSpPr>
          <p:cNvPr id="377" name="Google Shape;377;p17"/>
          <p:cNvSpPr txBox="1"/>
          <p:nvPr/>
        </p:nvSpPr>
        <p:spPr>
          <a:xfrm>
            <a:off x="3303282" y="4482319"/>
            <a:ext cx="1554336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GB" sz="120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Example 17 - We do…</a:t>
            </a:r>
            <a:endParaRPr/>
          </a:p>
        </p:txBody>
      </p:sp>
      <p:sp>
        <p:nvSpPr>
          <p:cNvPr id="378" name="Google Shape;378;p17"/>
          <p:cNvSpPr txBox="1"/>
          <p:nvPr/>
        </p:nvSpPr>
        <p:spPr>
          <a:xfrm>
            <a:off x="1483581" y="4510049"/>
            <a:ext cx="1387046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GB" sz="1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Example 16 - I do…</a:t>
            </a:r>
            <a:endParaRPr/>
          </a:p>
        </p:txBody>
      </p:sp>
      <p:pic>
        <p:nvPicPr>
          <p:cNvPr id="379" name="Google Shape;379;p17"/>
          <p:cNvPicPr preferRelativeResize="0"/>
          <p:nvPr/>
        </p:nvPicPr>
        <p:blipFill rotWithShape="1">
          <a:blip r:embed="rId3">
            <a:alphaModFix/>
          </a:blip>
          <a:srcRect b="0" l="0" r="0" t="56190"/>
          <a:stretch/>
        </p:blipFill>
        <p:spPr>
          <a:xfrm>
            <a:off x="3408759" y="5909261"/>
            <a:ext cx="1430854" cy="398915"/>
          </a:xfrm>
          <a:prstGeom prst="rect">
            <a:avLst/>
          </a:prstGeom>
          <a:noFill/>
          <a:ln>
            <a:noFill/>
          </a:ln>
        </p:spPr>
      </p:pic>
      <p:sp>
        <p:nvSpPr>
          <p:cNvPr id="380" name="Google Shape;380;p17"/>
          <p:cNvSpPr txBox="1"/>
          <p:nvPr/>
        </p:nvSpPr>
        <p:spPr>
          <a:xfrm>
            <a:off x="3477645" y="5119722"/>
            <a:ext cx="1287532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3    5    1    2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1" name="Google Shape;381;p17"/>
          <p:cNvSpPr txBox="1"/>
          <p:nvPr/>
        </p:nvSpPr>
        <p:spPr>
          <a:xfrm>
            <a:off x="3206592" y="5465163"/>
            <a:ext cx="155042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+         3    0    7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2" name="Google Shape;382;p17"/>
          <p:cNvSpPr txBox="1"/>
          <p:nvPr/>
        </p:nvSpPr>
        <p:spPr>
          <a:xfrm>
            <a:off x="5309446" y="5139558"/>
            <a:ext cx="1287532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7    4    7    8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3" name="Google Shape;383;p17"/>
          <p:cNvSpPr txBox="1"/>
          <p:nvPr/>
        </p:nvSpPr>
        <p:spPr>
          <a:xfrm>
            <a:off x="4967821" y="5485104"/>
            <a:ext cx="1614545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+    1    3    2    1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84" name="Google Shape;384;p17"/>
          <p:cNvPicPr preferRelativeResize="0"/>
          <p:nvPr/>
        </p:nvPicPr>
        <p:blipFill rotWithShape="1">
          <a:blip r:embed="rId3">
            <a:alphaModFix/>
          </a:blip>
          <a:srcRect b="0" l="0" r="0" t="56190"/>
          <a:stretch/>
        </p:blipFill>
        <p:spPr>
          <a:xfrm>
            <a:off x="1595892" y="5914894"/>
            <a:ext cx="1430854" cy="398915"/>
          </a:xfrm>
          <a:prstGeom prst="rect">
            <a:avLst/>
          </a:prstGeom>
          <a:noFill/>
          <a:ln>
            <a:noFill/>
          </a:ln>
        </p:spPr>
      </p:pic>
      <p:pic>
        <p:nvPicPr>
          <p:cNvPr id="385" name="Google Shape;385;p17"/>
          <p:cNvPicPr preferRelativeResize="0"/>
          <p:nvPr/>
        </p:nvPicPr>
        <p:blipFill rotWithShape="1">
          <a:blip r:embed="rId3">
            <a:alphaModFix/>
          </a:blip>
          <a:srcRect b="0" l="0" r="0" t="56190"/>
          <a:stretch/>
        </p:blipFill>
        <p:spPr>
          <a:xfrm>
            <a:off x="5233078" y="5913546"/>
            <a:ext cx="1430854" cy="398915"/>
          </a:xfrm>
          <a:prstGeom prst="rect">
            <a:avLst/>
          </a:prstGeom>
          <a:noFill/>
          <a:ln>
            <a:noFill/>
          </a:ln>
        </p:spPr>
      </p:pic>
      <p:sp>
        <p:nvSpPr>
          <p:cNvPr id="386" name="Google Shape;386;p17"/>
          <p:cNvSpPr txBox="1"/>
          <p:nvPr/>
        </p:nvSpPr>
        <p:spPr>
          <a:xfrm>
            <a:off x="1611742" y="5131538"/>
            <a:ext cx="1287532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1    3    2    0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7" name="Google Shape;387;p17"/>
          <p:cNvSpPr txBox="1"/>
          <p:nvPr/>
        </p:nvSpPr>
        <p:spPr>
          <a:xfrm>
            <a:off x="1353732" y="5489227"/>
            <a:ext cx="1561646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+   2    2    4    5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88" name="Google Shape;388;p17"/>
          <p:cNvPicPr preferRelativeResize="0"/>
          <p:nvPr/>
        </p:nvPicPr>
        <p:blipFill rotWithShape="1">
          <a:blip r:embed="rId4">
            <a:alphaModFix/>
          </a:blip>
          <a:srcRect b="62550" l="0" r="0" t="0"/>
          <a:stretch/>
        </p:blipFill>
        <p:spPr>
          <a:xfrm>
            <a:off x="25062" y="7292259"/>
            <a:ext cx="6751984" cy="2528581"/>
          </a:xfrm>
          <a:prstGeom prst="rect">
            <a:avLst/>
          </a:prstGeom>
          <a:noFill/>
          <a:ln>
            <a:noFill/>
          </a:ln>
        </p:spPr>
      </p:pic>
      <p:sp>
        <p:nvSpPr>
          <p:cNvPr id="389" name="Google Shape;389;p17"/>
          <p:cNvSpPr/>
          <p:nvPr/>
        </p:nvSpPr>
        <p:spPr>
          <a:xfrm>
            <a:off x="1845529" y="9156764"/>
            <a:ext cx="240632" cy="246470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0" name="Google Shape;390;p17"/>
          <p:cNvSpPr txBox="1"/>
          <p:nvPr>
            <p:ph idx="12" type="sldNum"/>
          </p:nvPr>
        </p:nvSpPr>
        <p:spPr>
          <a:xfrm>
            <a:off x="5314950" y="9341195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391" name="Google Shape;391;p17"/>
          <p:cNvSpPr txBox="1"/>
          <p:nvPr/>
        </p:nvSpPr>
        <p:spPr>
          <a:xfrm>
            <a:off x="4388067" y="3741973"/>
            <a:ext cx="956812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886</a:t>
            </a:r>
            <a:endParaRPr/>
          </a:p>
        </p:txBody>
      </p:sp>
      <p:sp>
        <p:nvSpPr>
          <p:cNvPr id="392" name="Google Shape;392;p17"/>
          <p:cNvSpPr txBox="1"/>
          <p:nvPr/>
        </p:nvSpPr>
        <p:spPr>
          <a:xfrm>
            <a:off x="3065602" y="3717483"/>
            <a:ext cx="956812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179</a:t>
            </a:r>
            <a:endParaRPr/>
          </a:p>
        </p:txBody>
      </p:sp>
      <p:sp>
        <p:nvSpPr>
          <p:cNvPr id="393" name="Google Shape;393;p17"/>
          <p:cNvSpPr txBox="1"/>
          <p:nvPr/>
        </p:nvSpPr>
        <p:spPr>
          <a:xfrm>
            <a:off x="1675274" y="3717483"/>
            <a:ext cx="956812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379</a:t>
            </a:r>
            <a:endParaRPr/>
          </a:p>
        </p:txBody>
      </p:sp>
      <p:sp>
        <p:nvSpPr>
          <p:cNvPr id="394" name="Google Shape;394;p17"/>
          <p:cNvSpPr txBox="1"/>
          <p:nvPr/>
        </p:nvSpPr>
        <p:spPr>
          <a:xfrm>
            <a:off x="307214" y="3754045"/>
            <a:ext cx="956812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149</a:t>
            </a:r>
            <a:endParaRPr/>
          </a:p>
        </p:txBody>
      </p:sp>
      <p:sp>
        <p:nvSpPr>
          <p:cNvPr id="395" name="Google Shape;395;p17"/>
          <p:cNvSpPr txBox="1"/>
          <p:nvPr/>
        </p:nvSpPr>
        <p:spPr>
          <a:xfrm>
            <a:off x="5802476" y="3710235"/>
            <a:ext cx="956812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975</a:t>
            </a:r>
            <a:endParaRPr/>
          </a:p>
        </p:txBody>
      </p:sp>
      <p:sp>
        <p:nvSpPr>
          <p:cNvPr id="396" name="Google Shape;396;p17"/>
          <p:cNvSpPr txBox="1"/>
          <p:nvPr/>
        </p:nvSpPr>
        <p:spPr>
          <a:xfrm>
            <a:off x="4405825" y="1861969"/>
            <a:ext cx="956812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194</a:t>
            </a:r>
            <a:endParaRPr/>
          </a:p>
        </p:txBody>
      </p:sp>
      <p:sp>
        <p:nvSpPr>
          <p:cNvPr id="397" name="Google Shape;397;p17"/>
          <p:cNvSpPr txBox="1"/>
          <p:nvPr/>
        </p:nvSpPr>
        <p:spPr>
          <a:xfrm>
            <a:off x="3083360" y="1837479"/>
            <a:ext cx="956812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382</a:t>
            </a:r>
            <a:endParaRPr/>
          </a:p>
        </p:txBody>
      </p:sp>
      <p:sp>
        <p:nvSpPr>
          <p:cNvPr id="398" name="Google Shape;398;p17"/>
          <p:cNvSpPr txBox="1"/>
          <p:nvPr/>
        </p:nvSpPr>
        <p:spPr>
          <a:xfrm>
            <a:off x="1693032" y="1837479"/>
            <a:ext cx="956812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280</a:t>
            </a:r>
            <a:endParaRPr/>
          </a:p>
        </p:txBody>
      </p:sp>
      <p:sp>
        <p:nvSpPr>
          <p:cNvPr id="399" name="Google Shape;399;p17"/>
          <p:cNvSpPr txBox="1"/>
          <p:nvPr/>
        </p:nvSpPr>
        <p:spPr>
          <a:xfrm>
            <a:off x="324972" y="1874041"/>
            <a:ext cx="956812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280</a:t>
            </a:r>
            <a:endParaRPr/>
          </a:p>
        </p:txBody>
      </p:sp>
      <p:sp>
        <p:nvSpPr>
          <p:cNvPr id="400" name="Google Shape;400;p17"/>
          <p:cNvSpPr txBox="1"/>
          <p:nvPr/>
        </p:nvSpPr>
        <p:spPr>
          <a:xfrm>
            <a:off x="5820234" y="1830231"/>
            <a:ext cx="956812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566</a:t>
            </a:r>
            <a:endParaRPr/>
          </a:p>
        </p:txBody>
      </p:sp>
      <p:sp>
        <p:nvSpPr>
          <p:cNvPr id="401" name="Google Shape;401;p17"/>
          <p:cNvSpPr txBox="1"/>
          <p:nvPr/>
        </p:nvSpPr>
        <p:spPr>
          <a:xfrm>
            <a:off x="4407262" y="7883431"/>
            <a:ext cx="956812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4898</a:t>
            </a:r>
            <a:endParaRPr/>
          </a:p>
        </p:txBody>
      </p:sp>
      <p:sp>
        <p:nvSpPr>
          <p:cNvPr id="402" name="Google Shape;402;p17"/>
          <p:cNvSpPr txBox="1"/>
          <p:nvPr/>
        </p:nvSpPr>
        <p:spPr>
          <a:xfrm>
            <a:off x="3113080" y="7866810"/>
            <a:ext cx="956812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7832</a:t>
            </a:r>
            <a:endParaRPr/>
          </a:p>
        </p:txBody>
      </p:sp>
      <p:sp>
        <p:nvSpPr>
          <p:cNvPr id="403" name="Google Shape;403;p17"/>
          <p:cNvSpPr txBox="1"/>
          <p:nvPr/>
        </p:nvSpPr>
        <p:spPr>
          <a:xfrm>
            <a:off x="1773986" y="7866810"/>
            <a:ext cx="956812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1874</a:t>
            </a:r>
            <a:endParaRPr/>
          </a:p>
        </p:txBody>
      </p:sp>
      <p:sp>
        <p:nvSpPr>
          <p:cNvPr id="404" name="Google Shape;404;p17"/>
          <p:cNvSpPr txBox="1"/>
          <p:nvPr/>
        </p:nvSpPr>
        <p:spPr>
          <a:xfrm>
            <a:off x="405926" y="7903372"/>
            <a:ext cx="956812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6868</a:t>
            </a:r>
            <a:endParaRPr/>
          </a:p>
        </p:txBody>
      </p:sp>
      <p:sp>
        <p:nvSpPr>
          <p:cNvPr id="405" name="Google Shape;405;p17"/>
          <p:cNvSpPr txBox="1"/>
          <p:nvPr/>
        </p:nvSpPr>
        <p:spPr>
          <a:xfrm>
            <a:off x="5756957" y="7859474"/>
            <a:ext cx="956812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5057</a:t>
            </a:r>
            <a:endParaRPr/>
          </a:p>
        </p:txBody>
      </p:sp>
      <p:sp>
        <p:nvSpPr>
          <p:cNvPr id="406" name="Google Shape;406;p17"/>
          <p:cNvSpPr txBox="1"/>
          <p:nvPr/>
        </p:nvSpPr>
        <p:spPr>
          <a:xfrm>
            <a:off x="3665198" y="6320273"/>
            <a:ext cx="956812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3819</a:t>
            </a:r>
            <a:endParaRPr/>
          </a:p>
        </p:txBody>
      </p:sp>
      <p:sp>
        <p:nvSpPr>
          <p:cNvPr id="407" name="Google Shape;407;p17"/>
          <p:cNvSpPr txBox="1"/>
          <p:nvPr/>
        </p:nvSpPr>
        <p:spPr>
          <a:xfrm>
            <a:off x="1860518" y="6283295"/>
            <a:ext cx="956812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3565</a:t>
            </a:r>
            <a:endParaRPr/>
          </a:p>
        </p:txBody>
      </p:sp>
      <p:sp>
        <p:nvSpPr>
          <p:cNvPr id="408" name="Google Shape;408;p17"/>
          <p:cNvSpPr txBox="1"/>
          <p:nvPr/>
        </p:nvSpPr>
        <p:spPr>
          <a:xfrm>
            <a:off x="5469558" y="6317007"/>
            <a:ext cx="956812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8799</a:t>
            </a:r>
            <a:endParaRPr/>
          </a:p>
        </p:txBody>
      </p:sp>
      <p:sp>
        <p:nvSpPr>
          <p:cNvPr id="409" name="Google Shape;409;p17"/>
          <p:cNvSpPr txBox="1"/>
          <p:nvPr/>
        </p:nvSpPr>
        <p:spPr>
          <a:xfrm>
            <a:off x="4394178" y="9376683"/>
            <a:ext cx="956812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3599</a:t>
            </a:r>
            <a:endParaRPr/>
          </a:p>
        </p:txBody>
      </p:sp>
      <p:sp>
        <p:nvSpPr>
          <p:cNvPr id="410" name="Google Shape;410;p17"/>
          <p:cNvSpPr txBox="1"/>
          <p:nvPr/>
        </p:nvSpPr>
        <p:spPr>
          <a:xfrm>
            <a:off x="3099996" y="9360062"/>
            <a:ext cx="956812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2887</a:t>
            </a:r>
            <a:endParaRPr/>
          </a:p>
        </p:txBody>
      </p:sp>
      <p:sp>
        <p:nvSpPr>
          <p:cNvPr id="411" name="Google Shape;411;p17"/>
          <p:cNvSpPr txBox="1"/>
          <p:nvPr/>
        </p:nvSpPr>
        <p:spPr>
          <a:xfrm>
            <a:off x="1760902" y="9360062"/>
            <a:ext cx="956812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1986</a:t>
            </a:r>
            <a:endParaRPr/>
          </a:p>
        </p:txBody>
      </p:sp>
      <p:sp>
        <p:nvSpPr>
          <p:cNvPr id="412" name="Google Shape;412;p17"/>
          <p:cNvSpPr txBox="1"/>
          <p:nvPr/>
        </p:nvSpPr>
        <p:spPr>
          <a:xfrm>
            <a:off x="5743873" y="9352726"/>
            <a:ext cx="956812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5295</a:t>
            </a:r>
            <a:endParaRPr/>
          </a:p>
        </p:txBody>
      </p:sp>
      <p:sp>
        <p:nvSpPr>
          <p:cNvPr id="413" name="Google Shape;413;p17"/>
          <p:cNvSpPr txBox="1"/>
          <p:nvPr/>
        </p:nvSpPr>
        <p:spPr>
          <a:xfrm>
            <a:off x="383696" y="9360062"/>
            <a:ext cx="956812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7668</a:t>
            </a:r>
            <a:endParaRPr/>
          </a:p>
        </p:txBody>
      </p:sp>
      <p:sp>
        <p:nvSpPr>
          <p:cNvPr id="414" name="Google Shape;414;p17"/>
          <p:cNvSpPr/>
          <p:nvPr/>
        </p:nvSpPr>
        <p:spPr>
          <a:xfrm>
            <a:off x="1867383" y="7714502"/>
            <a:ext cx="240632" cy="175306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5" name="Google Shape;415;p17"/>
          <p:cNvSpPr/>
          <p:nvPr/>
        </p:nvSpPr>
        <p:spPr>
          <a:xfrm>
            <a:off x="4536857" y="7418139"/>
            <a:ext cx="240632" cy="175306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6" name="Google Shape;416;p17"/>
          <p:cNvSpPr/>
          <p:nvPr/>
        </p:nvSpPr>
        <p:spPr>
          <a:xfrm>
            <a:off x="5931273" y="7707166"/>
            <a:ext cx="314723" cy="182642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7" name="Google Shape;417;p17"/>
          <p:cNvSpPr/>
          <p:nvPr/>
        </p:nvSpPr>
        <p:spPr>
          <a:xfrm>
            <a:off x="4620127" y="8943157"/>
            <a:ext cx="314723" cy="182642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1" name="Shape 4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2" name="Google Shape;422;p18"/>
          <p:cNvSpPr txBox="1"/>
          <p:nvPr/>
        </p:nvSpPr>
        <p:spPr>
          <a:xfrm>
            <a:off x="737328" y="8686086"/>
            <a:ext cx="1358209" cy="95410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       3  2</a:t>
            </a:r>
            <a:br>
              <a:rPr lang="en-GB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GB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+    1  3  4  0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+        2  1  0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1  5  8  2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423" name="Google Shape;423;p18"/>
          <p:cNvGraphicFramePr/>
          <p:nvPr/>
        </p:nvGraphicFramePr>
        <p:xfrm>
          <a:off x="101253" y="578037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{B1698552-7BC1-484D-9047-C41039C6CE85}</a:tableStyleId>
              </a:tblPr>
              <a:tblGrid>
                <a:gridCol w="1070500"/>
                <a:gridCol w="1876250"/>
                <a:gridCol w="1828800"/>
                <a:gridCol w="1796925"/>
              </a:tblGrid>
              <a:tr h="3203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100">
                          <a:solidFill>
                            <a:schemeClr val="dk1"/>
                          </a:solidFill>
                        </a:rPr>
                        <a:t>Steps</a:t>
                      </a:r>
                      <a:endParaRPr b="1" sz="11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Calculate 2623 + 325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Calibri"/>
                        <a:buNone/>
                      </a:pPr>
                      <a:r>
                        <a:rPr b="0" lang="en-GB" sz="1100">
                          <a:solidFill>
                            <a:schemeClr val="dk1"/>
                          </a:solidFill>
                        </a:rPr>
                        <a:t>Calculate 1446 + 7203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Calibri"/>
                        <a:buNone/>
                      </a:pPr>
                      <a:r>
                        <a:rPr b="0" lang="en-GB" sz="1100">
                          <a:solidFill>
                            <a:schemeClr val="dk1"/>
                          </a:solidFill>
                        </a:rPr>
                        <a:t>Calculate 341 + 4058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8238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Calibri"/>
                        <a:buNone/>
                      </a:pPr>
                      <a:r>
                        <a:rPr lang="en-GB" sz="1100">
                          <a:solidFill>
                            <a:schemeClr val="dk1"/>
                          </a:solidFill>
                        </a:rPr>
                        <a:t>1. Line up both numbers in the correct columns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 rowSpan="2"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 rowSpan="2"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 rowSpan="2"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8899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>
                          <a:solidFill>
                            <a:schemeClr val="dk1"/>
                          </a:solidFill>
                        </a:rPr>
                        <a:t>2. Add each column starting with the ones column</a:t>
                      </a:r>
                      <a:endParaRPr sz="11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 vMerge="1"/>
                <a:tc vMerge="1"/>
                <a:tc vMerge="1"/>
              </a:tr>
            </a:tbl>
          </a:graphicData>
        </a:graphic>
      </p:graphicFrame>
      <p:sp>
        <p:nvSpPr>
          <p:cNvPr id="424" name="Google Shape;424;p18"/>
          <p:cNvSpPr/>
          <p:nvPr/>
        </p:nvSpPr>
        <p:spPr>
          <a:xfrm>
            <a:off x="71967" y="105391"/>
            <a:ext cx="6675966" cy="235607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Setting out and adding integers up to four-digits using column method, no exchanging</a:t>
            </a:r>
            <a:endParaRPr sz="12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5" name="Google Shape;425;p18"/>
          <p:cNvSpPr/>
          <p:nvPr/>
        </p:nvSpPr>
        <p:spPr>
          <a:xfrm>
            <a:off x="1475061" y="2105360"/>
            <a:ext cx="1245632" cy="398914"/>
          </a:xfrm>
          <a:prstGeom prst="rect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6" name="Google Shape;426;p18"/>
          <p:cNvSpPr/>
          <p:nvPr/>
        </p:nvSpPr>
        <p:spPr>
          <a:xfrm>
            <a:off x="3349392" y="2105360"/>
            <a:ext cx="1245632" cy="398914"/>
          </a:xfrm>
          <a:prstGeom prst="rect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7" name="Google Shape;427;p18"/>
          <p:cNvSpPr/>
          <p:nvPr/>
        </p:nvSpPr>
        <p:spPr>
          <a:xfrm>
            <a:off x="5148503" y="2105360"/>
            <a:ext cx="1245632" cy="398914"/>
          </a:xfrm>
          <a:prstGeom prst="rect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8" name="Google Shape;428;p18"/>
          <p:cNvSpPr txBox="1"/>
          <p:nvPr/>
        </p:nvSpPr>
        <p:spPr>
          <a:xfrm>
            <a:off x="5082815" y="311405"/>
            <a:ext cx="1577355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GB" sz="1200">
                <a:solidFill>
                  <a:srgbClr val="00B050"/>
                </a:solidFill>
                <a:latin typeface="Calibri"/>
                <a:ea typeface="Calibri"/>
                <a:cs typeface="Calibri"/>
                <a:sym typeface="Calibri"/>
              </a:rPr>
              <a:t>Example 21 - You do…</a:t>
            </a:r>
            <a:endParaRPr/>
          </a:p>
        </p:txBody>
      </p:sp>
      <p:sp>
        <p:nvSpPr>
          <p:cNvPr id="429" name="Google Shape;429;p18"/>
          <p:cNvSpPr txBox="1"/>
          <p:nvPr/>
        </p:nvSpPr>
        <p:spPr>
          <a:xfrm>
            <a:off x="3284232" y="314380"/>
            <a:ext cx="1554336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GB" sz="120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Example 20 - We do…</a:t>
            </a:r>
            <a:endParaRPr/>
          </a:p>
        </p:txBody>
      </p:sp>
      <p:sp>
        <p:nvSpPr>
          <p:cNvPr id="430" name="Google Shape;430;p18"/>
          <p:cNvSpPr txBox="1"/>
          <p:nvPr/>
        </p:nvSpPr>
        <p:spPr>
          <a:xfrm>
            <a:off x="1464531" y="310026"/>
            <a:ext cx="1387046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GB" sz="1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Example 19 - I do…</a:t>
            </a:r>
            <a:endParaRPr/>
          </a:p>
        </p:txBody>
      </p:sp>
      <p:sp>
        <p:nvSpPr>
          <p:cNvPr id="431" name="Google Shape;431;p18"/>
          <p:cNvSpPr/>
          <p:nvPr/>
        </p:nvSpPr>
        <p:spPr>
          <a:xfrm>
            <a:off x="69362" y="2699990"/>
            <a:ext cx="1137954" cy="340453"/>
          </a:xfrm>
          <a:prstGeom prst="rect">
            <a:avLst/>
          </a:prstGeom>
          <a:solidFill>
            <a:srgbClr val="0070C0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Independent Practice</a:t>
            </a:r>
            <a:endParaRPr/>
          </a:p>
        </p:txBody>
      </p:sp>
      <p:sp>
        <p:nvSpPr>
          <p:cNvPr id="432" name="Google Shape;432;p18"/>
          <p:cNvSpPr txBox="1"/>
          <p:nvPr/>
        </p:nvSpPr>
        <p:spPr>
          <a:xfrm>
            <a:off x="1253844" y="2732944"/>
            <a:ext cx="3368166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7. Add the following integers using column method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3" name="Google Shape;433;p18"/>
          <p:cNvSpPr txBox="1"/>
          <p:nvPr/>
        </p:nvSpPr>
        <p:spPr>
          <a:xfrm>
            <a:off x="141291" y="3070629"/>
            <a:ext cx="6514925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a) 2887 + 1100	b) 1350 + 1340          c) 2501 + 7233	           d) 1703 + 240	         e) 224 + 3420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4" name="Google Shape;434;p18"/>
          <p:cNvSpPr/>
          <p:nvPr/>
        </p:nvSpPr>
        <p:spPr>
          <a:xfrm>
            <a:off x="178326" y="3366575"/>
            <a:ext cx="1138905" cy="1502689"/>
          </a:xfrm>
          <a:prstGeom prst="rect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5" name="Google Shape;435;p18"/>
          <p:cNvSpPr/>
          <p:nvPr/>
        </p:nvSpPr>
        <p:spPr>
          <a:xfrm>
            <a:off x="1516709" y="3374126"/>
            <a:ext cx="1138905" cy="1502689"/>
          </a:xfrm>
          <a:prstGeom prst="rect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6" name="Google Shape;436;p18"/>
          <p:cNvSpPr/>
          <p:nvPr/>
        </p:nvSpPr>
        <p:spPr>
          <a:xfrm>
            <a:off x="2831602" y="3374126"/>
            <a:ext cx="1138905" cy="1502689"/>
          </a:xfrm>
          <a:prstGeom prst="rect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7" name="Google Shape;437;p18"/>
          <p:cNvSpPr/>
          <p:nvPr/>
        </p:nvSpPr>
        <p:spPr>
          <a:xfrm>
            <a:off x="4169985" y="3374126"/>
            <a:ext cx="1138905" cy="1502689"/>
          </a:xfrm>
          <a:prstGeom prst="rect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8" name="Google Shape;438;p18"/>
          <p:cNvSpPr/>
          <p:nvPr/>
        </p:nvSpPr>
        <p:spPr>
          <a:xfrm>
            <a:off x="5528194" y="3374126"/>
            <a:ext cx="1138905" cy="1502689"/>
          </a:xfrm>
          <a:prstGeom prst="rect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9" name="Google Shape;439;p18"/>
          <p:cNvSpPr txBox="1"/>
          <p:nvPr/>
        </p:nvSpPr>
        <p:spPr>
          <a:xfrm>
            <a:off x="141291" y="4932052"/>
            <a:ext cx="6619120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f) 4560 + 103		g) 137 + 2140		h) 2231 + 66 		i) 54 + 2212		j) 1151 + 43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0" name="Google Shape;440;p18"/>
          <p:cNvSpPr/>
          <p:nvPr/>
        </p:nvSpPr>
        <p:spPr>
          <a:xfrm>
            <a:off x="178326" y="5197084"/>
            <a:ext cx="1138905" cy="1549874"/>
          </a:xfrm>
          <a:prstGeom prst="rect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1" name="Google Shape;441;p18"/>
          <p:cNvSpPr/>
          <p:nvPr/>
        </p:nvSpPr>
        <p:spPr>
          <a:xfrm>
            <a:off x="1516709" y="5204635"/>
            <a:ext cx="1138905" cy="1549874"/>
          </a:xfrm>
          <a:prstGeom prst="rect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2" name="Google Shape;442;p18"/>
          <p:cNvSpPr/>
          <p:nvPr/>
        </p:nvSpPr>
        <p:spPr>
          <a:xfrm>
            <a:off x="2831602" y="5204635"/>
            <a:ext cx="1138905" cy="1549874"/>
          </a:xfrm>
          <a:prstGeom prst="rect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3" name="Google Shape;443;p18"/>
          <p:cNvSpPr/>
          <p:nvPr/>
        </p:nvSpPr>
        <p:spPr>
          <a:xfrm>
            <a:off x="4169985" y="5204635"/>
            <a:ext cx="1138905" cy="1549874"/>
          </a:xfrm>
          <a:prstGeom prst="rect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4" name="Google Shape;444;p18"/>
          <p:cNvSpPr/>
          <p:nvPr/>
        </p:nvSpPr>
        <p:spPr>
          <a:xfrm>
            <a:off x="5528194" y="5204635"/>
            <a:ext cx="1138905" cy="1549874"/>
          </a:xfrm>
          <a:prstGeom prst="rect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5" name="Google Shape;445;p18"/>
          <p:cNvSpPr/>
          <p:nvPr/>
        </p:nvSpPr>
        <p:spPr>
          <a:xfrm>
            <a:off x="160852" y="6884886"/>
            <a:ext cx="3154134" cy="1053796"/>
          </a:xfrm>
          <a:prstGeom prst="rect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6" name="Google Shape;446;p18"/>
          <p:cNvSpPr txBox="1"/>
          <p:nvPr/>
        </p:nvSpPr>
        <p:spPr>
          <a:xfrm>
            <a:off x="141291" y="6882882"/>
            <a:ext cx="2554630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k) What is the sum of 4056 and 223?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7" name="Google Shape;447;p18"/>
          <p:cNvSpPr/>
          <p:nvPr/>
        </p:nvSpPr>
        <p:spPr>
          <a:xfrm>
            <a:off x="3519597" y="6880874"/>
            <a:ext cx="3154134" cy="1053796"/>
          </a:xfrm>
          <a:prstGeom prst="rect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8" name="Google Shape;448;p18"/>
          <p:cNvSpPr txBox="1"/>
          <p:nvPr/>
        </p:nvSpPr>
        <p:spPr>
          <a:xfrm>
            <a:off x="3543015" y="6884886"/>
            <a:ext cx="3002163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l) What is the sum of 2514 and 83?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9" name="Google Shape;449;p18"/>
          <p:cNvSpPr txBox="1"/>
          <p:nvPr/>
        </p:nvSpPr>
        <p:spPr>
          <a:xfrm>
            <a:off x="101252" y="8021332"/>
            <a:ext cx="6580611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m) Navid is adding up the numbers 32, 1340 and 210. He lines up all three numbers in place value columns. Look at his example and complete the following additions.</a:t>
            </a:r>
            <a:endParaRPr/>
          </a:p>
        </p:txBody>
      </p:sp>
      <p:cxnSp>
        <p:nvCxnSpPr>
          <p:cNvPr id="450" name="Google Shape;450;p18"/>
          <p:cNvCxnSpPr/>
          <p:nvPr/>
        </p:nvCxnSpPr>
        <p:spPr>
          <a:xfrm>
            <a:off x="755100" y="9366846"/>
            <a:ext cx="1003927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451" name="Google Shape;451;p18"/>
          <p:cNvSpPr txBox="1"/>
          <p:nvPr/>
        </p:nvSpPr>
        <p:spPr>
          <a:xfrm>
            <a:off x="2583043" y="8430360"/>
            <a:ext cx="1838834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2410 + 5233 + 1152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2" name="Google Shape;452;p18"/>
          <p:cNvSpPr txBox="1"/>
          <p:nvPr>
            <p:ph idx="12" type="sldNum"/>
          </p:nvPr>
        </p:nvSpPr>
        <p:spPr>
          <a:xfrm>
            <a:off x="5297948" y="932018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453" name="Google Shape;453;p18"/>
          <p:cNvSpPr txBox="1"/>
          <p:nvPr/>
        </p:nvSpPr>
        <p:spPr>
          <a:xfrm>
            <a:off x="4226787" y="4390183"/>
            <a:ext cx="956812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1943</a:t>
            </a:r>
            <a:endParaRPr/>
          </a:p>
        </p:txBody>
      </p:sp>
      <p:sp>
        <p:nvSpPr>
          <p:cNvPr id="454" name="Google Shape;454;p18"/>
          <p:cNvSpPr txBox="1"/>
          <p:nvPr/>
        </p:nvSpPr>
        <p:spPr>
          <a:xfrm>
            <a:off x="2932605" y="4373562"/>
            <a:ext cx="956812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9734</a:t>
            </a:r>
            <a:endParaRPr/>
          </a:p>
        </p:txBody>
      </p:sp>
      <p:sp>
        <p:nvSpPr>
          <p:cNvPr id="455" name="Google Shape;455;p18"/>
          <p:cNvSpPr txBox="1"/>
          <p:nvPr/>
        </p:nvSpPr>
        <p:spPr>
          <a:xfrm>
            <a:off x="1593511" y="4373562"/>
            <a:ext cx="956812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2690</a:t>
            </a:r>
            <a:endParaRPr/>
          </a:p>
        </p:txBody>
      </p:sp>
      <p:sp>
        <p:nvSpPr>
          <p:cNvPr id="456" name="Google Shape;456;p18"/>
          <p:cNvSpPr txBox="1"/>
          <p:nvPr/>
        </p:nvSpPr>
        <p:spPr>
          <a:xfrm>
            <a:off x="225451" y="4410124"/>
            <a:ext cx="956812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3987</a:t>
            </a:r>
            <a:endParaRPr/>
          </a:p>
        </p:txBody>
      </p:sp>
      <p:sp>
        <p:nvSpPr>
          <p:cNvPr id="457" name="Google Shape;457;p18"/>
          <p:cNvSpPr txBox="1"/>
          <p:nvPr/>
        </p:nvSpPr>
        <p:spPr>
          <a:xfrm>
            <a:off x="5576482" y="4366226"/>
            <a:ext cx="956812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3644</a:t>
            </a:r>
            <a:endParaRPr/>
          </a:p>
        </p:txBody>
      </p:sp>
      <p:sp>
        <p:nvSpPr>
          <p:cNvPr id="458" name="Google Shape;458;p18"/>
          <p:cNvSpPr txBox="1"/>
          <p:nvPr/>
        </p:nvSpPr>
        <p:spPr>
          <a:xfrm>
            <a:off x="4298368" y="6257421"/>
            <a:ext cx="956812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2266</a:t>
            </a:r>
            <a:endParaRPr/>
          </a:p>
        </p:txBody>
      </p:sp>
      <p:sp>
        <p:nvSpPr>
          <p:cNvPr id="459" name="Google Shape;459;p18"/>
          <p:cNvSpPr txBox="1"/>
          <p:nvPr/>
        </p:nvSpPr>
        <p:spPr>
          <a:xfrm>
            <a:off x="3004186" y="6240800"/>
            <a:ext cx="956812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2266</a:t>
            </a:r>
            <a:endParaRPr/>
          </a:p>
        </p:txBody>
      </p:sp>
      <p:sp>
        <p:nvSpPr>
          <p:cNvPr id="460" name="Google Shape;460;p18"/>
          <p:cNvSpPr txBox="1"/>
          <p:nvPr/>
        </p:nvSpPr>
        <p:spPr>
          <a:xfrm>
            <a:off x="1665092" y="6240800"/>
            <a:ext cx="956812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2277</a:t>
            </a:r>
            <a:endParaRPr/>
          </a:p>
        </p:txBody>
      </p:sp>
      <p:sp>
        <p:nvSpPr>
          <p:cNvPr id="461" name="Google Shape;461;p18"/>
          <p:cNvSpPr txBox="1"/>
          <p:nvPr/>
        </p:nvSpPr>
        <p:spPr>
          <a:xfrm>
            <a:off x="1201242" y="7368464"/>
            <a:ext cx="956812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4279</a:t>
            </a:r>
            <a:endParaRPr/>
          </a:p>
        </p:txBody>
      </p:sp>
      <p:sp>
        <p:nvSpPr>
          <p:cNvPr id="462" name="Google Shape;462;p18"/>
          <p:cNvSpPr txBox="1"/>
          <p:nvPr/>
        </p:nvSpPr>
        <p:spPr>
          <a:xfrm>
            <a:off x="5648063" y="6233464"/>
            <a:ext cx="956812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1194</a:t>
            </a:r>
            <a:endParaRPr/>
          </a:p>
        </p:txBody>
      </p:sp>
      <p:sp>
        <p:nvSpPr>
          <p:cNvPr id="463" name="Google Shape;463;p18"/>
          <p:cNvSpPr txBox="1"/>
          <p:nvPr/>
        </p:nvSpPr>
        <p:spPr>
          <a:xfrm>
            <a:off x="297032" y="6262414"/>
            <a:ext cx="956812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4663</a:t>
            </a:r>
            <a:endParaRPr/>
          </a:p>
        </p:txBody>
      </p:sp>
      <p:sp>
        <p:nvSpPr>
          <p:cNvPr id="464" name="Google Shape;464;p18"/>
          <p:cNvSpPr txBox="1"/>
          <p:nvPr/>
        </p:nvSpPr>
        <p:spPr>
          <a:xfrm>
            <a:off x="3844954" y="7348222"/>
            <a:ext cx="956812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2597</a:t>
            </a:r>
            <a:endParaRPr/>
          </a:p>
        </p:txBody>
      </p:sp>
      <p:sp>
        <p:nvSpPr>
          <p:cNvPr id="465" name="Google Shape;465;p18"/>
          <p:cNvSpPr txBox="1"/>
          <p:nvPr/>
        </p:nvSpPr>
        <p:spPr>
          <a:xfrm>
            <a:off x="5308890" y="2062719"/>
            <a:ext cx="956812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4399</a:t>
            </a:r>
            <a:endParaRPr/>
          </a:p>
        </p:txBody>
      </p:sp>
      <p:sp>
        <p:nvSpPr>
          <p:cNvPr id="466" name="Google Shape;466;p18"/>
          <p:cNvSpPr txBox="1"/>
          <p:nvPr/>
        </p:nvSpPr>
        <p:spPr>
          <a:xfrm>
            <a:off x="3498515" y="2071227"/>
            <a:ext cx="956812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8649</a:t>
            </a:r>
            <a:endParaRPr/>
          </a:p>
        </p:txBody>
      </p:sp>
      <p:sp>
        <p:nvSpPr>
          <p:cNvPr id="467" name="Google Shape;467;p18"/>
          <p:cNvSpPr txBox="1"/>
          <p:nvPr/>
        </p:nvSpPr>
        <p:spPr>
          <a:xfrm>
            <a:off x="1632063" y="2091773"/>
            <a:ext cx="956812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2948</a:t>
            </a:r>
            <a:endParaRPr/>
          </a:p>
        </p:txBody>
      </p:sp>
      <p:pic>
        <p:nvPicPr>
          <p:cNvPr descr="A screenshot of a computer&#10;&#10;Description automatically generated" id="468" name="Google Shape;468;p18"/>
          <p:cNvPicPr preferRelativeResize="0"/>
          <p:nvPr/>
        </p:nvPicPr>
        <p:blipFill rotWithShape="1">
          <a:blip r:embed="rId3">
            <a:alphaModFix/>
          </a:blip>
          <a:srcRect b="50977" l="37224" r="49991" t="34284"/>
          <a:stretch/>
        </p:blipFill>
        <p:spPr>
          <a:xfrm>
            <a:off x="2509026" y="8734292"/>
            <a:ext cx="1838834" cy="934401"/>
          </a:xfrm>
          <a:prstGeom prst="rect">
            <a:avLst/>
          </a:prstGeom>
          <a:noFill/>
          <a:ln>
            <a:noFill/>
          </a:ln>
        </p:spPr>
      </p:pic>
      <p:sp>
        <p:nvSpPr>
          <p:cNvPr id="469" name="Google Shape;469;p18"/>
          <p:cNvSpPr txBox="1"/>
          <p:nvPr/>
        </p:nvSpPr>
        <p:spPr>
          <a:xfrm>
            <a:off x="2913028" y="9003360"/>
            <a:ext cx="956812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8795</a:t>
            </a:r>
            <a:endParaRPr/>
          </a:p>
        </p:txBody>
      </p:sp>
      <p:sp>
        <p:nvSpPr>
          <p:cNvPr id="470" name="Google Shape;470;p18"/>
          <p:cNvSpPr txBox="1"/>
          <p:nvPr/>
        </p:nvSpPr>
        <p:spPr>
          <a:xfrm>
            <a:off x="4819575" y="8421382"/>
            <a:ext cx="1838834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312 + 1040 + 45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A screenshot of a computer&#10;&#10;Description automatically generated" id="471" name="Google Shape;471;p18"/>
          <p:cNvPicPr preferRelativeResize="0"/>
          <p:nvPr/>
        </p:nvPicPr>
        <p:blipFill rotWithShape="1">
          <a:blip r:embed="rId3">
            <a:alphaModFix/>
          </a:blip>
          <a:srcRect b="50977" l="37224" r="49991" t="34284"/>
          <a:stretch/>
        </p:blipFill>
        <p:spPr>
          <a:xfrm>
            <a:off x="4555301" y="8728643"/>
            <a:ext cx="1838834" cy="934401"/>
          </a:xfrm>
          <a:prstGeom prst="rect">
            <a:avLst/>
          </a:prstGeom>
          <a:noFill/>
          <a:ln>
            <a:noFill/>
          </a:ln>
        </p:spPr>
      </p:pic>
      <p:sp>
        <p:nvSpPr>
          <p:cNvPr id="472" name="Google Shape;472;p18"/>
          <p:cNvSpPr txBox="1"/>
          <p:nvPr/>
        </p:nvSpPr>
        <p:spPr>
          <a:xfrm>
            <a:off x="4959303" y="8997711"/>
            <a:ext cx="956812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1397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6" name="Shape 4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7" name="Google Shape;477;p19"/>
          <p:cNvSpPr/>
          <p:nvPr/>
        </p:nvSpPr>
        <p:spPr>
          <a:xfrm>
            <a:off x="1484179" y="2189584"/>
            <a:ext cx="1245632" cy="398914"/>
          </a:xfrm>
          <a:prstGeom prst="rect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8" name="Google Shape;478;p19"/>
          <p:cNvSpPr/>
          <p:nvPr/>
        </p:nvSpPr>
        <p:spPr>
          <a:xfrm>
            <a:off x="3342326" y="2189584"/>
            <a:ext cx="1245632" cy="398914"/>
          </a:xfrm>
          <a:prstGeom prst="rect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9" name="Google Shape;479;p19"/>
          <p:cNvSpPr/>
          <p:nvPr/>
        </p:nvSpPr>
        <p:spPr>
          <a:xfrm>
            <a:off x="5157621" y="2205768"/>
            <a:ext cx="1245632" cy="398914"/>
          </a:xfrm>
          <a:prstGeom prst="rect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0" name="Google Shape;480;p19"/>
          <p:cNvSpPr/>
          <p:nvPr/>
        </p:nvSpPr>
        <p:spPr>
          <a:xfrm>
            <a:off x="81394" y="59505"/>
            <a:ext cx="6675966" cy="235607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Setting out and adding two- digit integers using column method involving exchanges </a:t>
            </a:r>
            <a:endParaRPr sz="12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1" name="Google Shape;481;p19"/>
          <p:cNvSpPr txBox="1"/>
          <p:nvPr/>
        </p:nvSpPr>
        <p:spPr>
          <a:xfrm>
            <a:off x="1122532" y="2862933"/>
            <a:ext cx="3368166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 Add the following integers using column method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2" name="Google Shape;482;p19"/>
          <p:cNvSpPr txBox="1"/>
          <p:nvPr/>
        </p:nvSpPr>
        <p:spPr>
          <a:xfrm>
            <a:off x="5088728" y="398203"/>
            <a:ext cx="1577355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GB" sz="1200">
                <a:solidFill>
                  <a:srgbClr val="00B050"/>
                </a:solidFill>
                <a:latin typeface="Calibri"/>
                <a:ea typeface="Calibri"/>
                <a:cs typeface="Calibri"/>
                <a:sym typeface="Calibri"/>
              </a:rPr>
              <a:t>Example 24 - You do…</a:t>
            </a:r>
            <a:endParaRPr/>
          </a:p>
        </p:txBody>
      </p:sp>
      <p:sp>
        <p:nvSpPr>
          <p:cNvPr id="483" name="Google Shape;483;p19"/>
          <p:cNvSpPr txBox="1"/>
          <p:nvPr/>
        </p:nvSpPr>
        <p:spPr>
          <a:xfrm>
            <a:off x="3305419" y="380752"/>
            <a:ext cx="1554336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GB" sz="120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Example 23 - We do…</a:t>
            </a:r>
            <a:endParaRPr/>
          </a:p>
        </p:txBody>
      </p:sp>
      <p:sp>
        <p:nvSpPr>
          <p:cNvPr id="484" name="Google Shape;484;p19"/>
          <p:cNvSpPr txBox="1"/>
          <p:nvPr/>
        </p:nvSpPr>
        <p:spPr>
          <a:xfrm>
            <a:off x="1684465" y="381833"/>
            <a:ext cx="1387046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GB" sz="1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Example 22 - I do…</a:t>
            </a:r>
            <a:endParaRPr/>
          </a:p>
        </p:txBody>
      </p:sp>
      <p:graphicFrame>
        <p:nvGraphicFramePr>
          <p:cNvPr id="485" name="Google Shape;485;p19"/>
          <p:cNvGraphicFramePr/>
          <p:nvPr/>
        </p:nvGraphicFramePr>
        <p:xfrm>
          <a:off x="119733" y="647465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{B1698552-7BC1-484D-9047-C41039C6CE85}</a:tableStyleId>
              </a:tblPr>
              <a:tblGrid>
                <a:gridCol w="1323275"/>
                <a:gridCol w="1764625"/>
                <a:gridCol w="1762825"/>
                <a:gridCol w="1825225"/>
              </a:tblGrid>
              <a:tr h="1511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100">
                          <a:solidFill>
                            <a:schemeClr val="dk1"/>
                          </a:solidFill>
                        </a:rPr>
                        <a:t>Steps</a:t>
                      </a:r>
                      <a:endParaRPr b="1" sz="11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Calibri"/>
                        <a:buNone/>
                      </a:pPr>
                      <a:r>
                        <a:rPr b="0" lang="en-GB" sz="1100">
                          <a:solidFill>
                            <a:schemeClr val="dk1"/>
                          </a:solidFill>
                        </a:rPr>
                        <a:t> 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Calibri"/>
                        <a:buNone/>
                      </a:pPr>
                      <a:r>
                        <a:t/>
                      </a:r>
                      <a:endParaRPr b="0" sz="11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3274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Calibri"/>
                        <a:buNone/>
                      </a:pPr>
                      <a:r>
                        <a:rPr lang="en-GB" sz="1100">
                          <a:solidFill>
                            <a:schemeClr val="dk1"/>
                          </a:solidFill>
                        </a:rPr>
                        <a:t>1. Line up numbers in the correct columns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 rowSpan="4"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 rowSpan="4"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 rowSpan="4"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3274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>
                          <a:solidFill>
                            <a:schemeClr val="dk1"/>
                          </a:solidFill>
                        </a:rPr>
                        <a:t>2. Add each column starting with the ones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 vMerge="1"/>
                <a:tc vMerge="1"/>
                <a:tc vMerge="1"/>
              </a:tr>
              <a:tr h="3274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>
                          <a:solidFill>
                            <a:schemeClr val="dk1"/>
                          </a:solidFill>
                        </a:rPr>
                        <a:t>3. Write how many groups of ten are exchanged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 vMerge="1"/>
                <a:tc vMerge="1"/>
                <a:tc vMerge="1"/>
              </a:tr>
              <a:tr h="3104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>
                          <a:solidFill>
                            <a:schemeClr val="dk1"/>
                          </a:solidFill>
                        </a:rPr>
                        <a:t>4. Add this to your next column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 vMerge="1"/>
                <a:tc vMerge="1"/>
                <a:tc vMerge="1"/>
              </a:tr>
            </a:tbl>
          </a:graphicData>
        </a:graphic>
      </p:graphicFrame>
      <p:sp>
        <p:nvSpPr>
          <p:cNvPr id="486" name="Google Shape;486;p19"/>
          <p:cNvSpPr txBox="1"/>
          <p:nvPr/>
        </p:nvSpPr>
        <p:spPr>
          <a:xfrm>
            <a:off x="1282902" y="650100"/>
            <a:ext cx="1499257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Calculate 23 + 29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7" name="Google Shape;487;p19"/>
          <p:cNvSpPr txBox="1"/>
          <p:nvPr/>
        </p:nvSpPr>
        <p:spPr>
          <a:xfrm>
            <a:off x="3159437" y="649165"/>
            <a:ext cx="1393458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Calculate 44 + 19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8" name="Google Shape;488;p19"/>
          <p:cNvSpPr txBox="1"/>
          <p:nvPr/>
        </p:nvSpPr>
        <p:spPr>
          <a:xfrm>
            <a:off x="4974084" y="631547"/>
            <a:ext cx="1322926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Calculate 16 + 55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9" name="Google Shape;489;p19"/>
          <p:cNvSpPr/>
          <p:nvPr/>
        </p:nvSpPr>
        <p:spPr>
          <a:xfrm>
            <a:off x="1628112" y="2597183"/>
            <a:ext cx="1245632" cy="398914"/>
          </a:xfrm>
          <a:prstGeom prst="rect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0" name="Google Shape;490;p19"/>
          <p:cNvSpPr/>
          <p:nvPr/>
        </p:nvSpPr>
        <p:spPr>
          <a:xfrm>
            <a:off x="3422091" y="2597183"/>
            <a:ext cx="1245632" cy="398914"/>
          </a:xfrm>
          <a:prstGeom prst="rect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1" name="Google Shape;491;p19"/>
          <p:cNvSpPr/>
          <p:nvPr/>
        </p:nvSpPr>
        <p:spPr>
          <a:xfrm>
            <a:off x="5253428" y="2597325"/>
            <a:ext cx="1245632" cy="398914"/>
          </a:xfrm>
          <a:prstGeom prst="rect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2" name="Google Shape;492;p19"/>
          <p:cNvSpPr/>
          <p:nvPr/>
        </p:nvSpPr>
        <p:spPr>
          <a:xfrm>
            <a:off x="104330" y="3257738"/>
            <a:ext cx="1137954" cy="340453"/>
          </a:xfrm>
          <a:prstGeom prst="rect">
            <a:avLst/>
          </a:prstGeom>
          <a:solidFill>
            <a:srgbClr val="0070C0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Independent Practice</a:t>
            </a:r>
            <a:endParaRPr/>
          </a:p>
        </p:txBody>
      </p:sp>
      <p:sp>
        <p:nvSpPr>
          <p:cNvPr id="493" name="Google Shape;493;p19"/>
          <p:cNvSpPr txBox="1"/>
          <p:nvPr/>
        </p:nvSpPr>
        <p:spPr>
          <a:xfrm>
            <a:off x="1282327" y="3377562"/>
            <a:ext cx="3368166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8. Add the following integers using column method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4" name="Google Shape;494;p19"/>
          <p:cNvSpPr/>
          <p:nvPr/>
        </p:nvSpPr>
        <p:spPr>
          <a:xfrm>
            <a:off x="104330" y="3681188"/>
            <a:ext cx="2169020" cy="1857742"/>
          </a:xfrm>
          <a:prstGeom prst="rect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B0F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5" name="Google Shape;495;p19"/>
          <p:cNvSpPr txBox="1"/>
          <p:nvPr/>
        </p:nvSpPr>
        <p:spPr>
          <a:xfrm>
            <a:off x="152123" y="3690678"/>
            <a:ext cx="914033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a) 35 + 17 =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6" name="Google Shape;496;p19"/>
          <p:cNvSpPr/>
          <p:nvPr/>
        </p:nvSpPr>
        <p:spPr>
          <a:xfrm>
            <a:off x="2359067" y="3690679"/>
            <a:ext cx="2169020" cy="1857742"/>
          </a:xfrm>
          <a:prstGeom prst="rect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B0F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7" name="Google Shape;497;p19"/>
          <p:cNvSpPr txBox="1"/>
          <p:nvPr/>
        </p:nvSpPr>
        <p:spPr>
          <a:xfrm>
            <a:off x="2406860" y="3700169"/>
            <a:ext cx="920445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b) 25 + 16 =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8" name="Google Shape;498;p19"/>
          <p:cNvSpPr/>
          <p:nvPr/>
        </p:nvSpPr>
        <p:spPr>
          <a:xfrm>
            <a:off x="4626680" y="3681188"/>
            <a:ext cx="2169020" cy="1857742"/>
          </a:xfrm>
          <a:prstGeom prst="rect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B0F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9" name="Google Shape;499;p19"/>
          <p:cNvSpPr txBox="1"/>
          <p:nvPr/>
        </p:nvSpPr>
        <p:spPr>
          <a:xfrm>
            <a:off x="4674473" y="3690678"/>
            <a:ext cx="906017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c) 45 + 27 =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0" name="Google Shape;500;p19"/>
          <p:cNvSpPr/>
          <p:nvPr/>
        </p:nvSpPr>
        <p:spPr>
          <a:xfrm>
            <a:off x="104330" y="5599593"/>
            <a:ext cx="2169020" cy="1983593"/>
          </a:xfrm>
          <a:prstGeom prst="rect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B0F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1" name="Google Shape;501;p19"/>
          <p:cNvSpPr txBox="1"/>
          <p:nvPr/>
        </p:nvSpPr>
        <p:spPr>
          <a:xfrm>
            <a:off x="152123" y="5609084"/>
            <a:ext cx="920445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d) 25 + 15 =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2" name="Google Shape;502;p19"/>
          <p:cNvSpPr/>
          <p:nvPr/>
        </p:nvSpPr>
        <p:spPr>
          <a:xfrm>
            <a:off x="2359067" y="5609084"/>
            <a:ext cx="2169020" cy="1983593"/>
          </a:xfrm>
          <a:prstGeom prst="rect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B0F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3" name="Google Shape;503;p19"/>
          <p:cNvSpPr txBox="1"/>
          <p:nvPr/>
        </p:nvSpPr>
        <p:spPr>
          <a:xfrm>
            <a:off x="2406860" y="5618575"/>
            <a:ext cx="917239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e) 38 + 54 =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4" name="Google Shape;504;p19"/>
          <p:cNvSpPr/>
          <p:nvPr/>
        </p:nvSpPr>
        <p:spPr>
          <a:xfrm>
            <a:off x="4626680" y="5599593"/>
            <a:ext cx="2169020" cy="1983593"/>
          </a:xfrm>
          <a:prstGeom prst="rect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B0F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5" name="Google Shape;505;p19"/>
          <p:cNvSpPr txBox="1"/>
          <p:nvPr/>
        </p:nvSpPr>
        <p:spPr>
          <a:xfrm>
            <a:off x="4674473" y="5609084"/>
            <a:ext cx="1942198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f) Find the sum of 47 and 17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6" name="Google Shape;506;p19"/>
          <p:cNvSpPr txBox="1"/>
          <p:nvPr>
            <p:ph idx="12" type="sldNum"/>
          </p:nvPr>
        </p:nvSpPr>
        <p:spPr>
          <a:xfrm>
            <a:off x="5287763" y="95077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507" name="Google Shape;507;p19"/>
          <p:cNvSpPr txBox="1"/>
          <p:nvPr/>
        </p:nvSpPr>
        <p:spPr>
          <a:xfrm>
            <a:off x="5383825" y="2601466"/>
            <a:ext cx="956812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71</a:t>
            </a:r>
            <a:endParaRPr/>
          </a:p>
        </p:txBody>
      </p:sp>
      <p:sp>
        <p:nvSpPr>
          <p:cNvPr id="508" name="Google Shape;508;p19"/>
          <p:cNvSpPr txBox="1"/>
          <p:nvPr/>
        </p:nvSpPr>
        <p:spPr>
          <a:xfrm>
            <a:off x="3581559" y="2625261"/>
            <a:ext cx="956812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63</a:t>
            </a:r>
            <a:endParaRPr/>
          </a:p>
        </p:txBody>
      </p:sp>
      <p:sp>
        <p:nvSpPr>
          <p:cNvPr id="509" name="Google Shape;509;p19"/>
          <p:cNvSpPr txBox="1"/>
          <p:nvPr/>
        </p:nvSpPr>
        <p:spPr>
          <a:xfrm>
            <a:off x="1825347" y="2619956"/>
            <a:ext cx="956812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52</a:t>
            </a:r>
            <a:endParaRPr/>
          </a:p>
        </p:txBody>
      </p:sp>
      <p:sp>
        <p:nvSpPr>
          <p:cNvPr id="510" name="Google Shape;510;p19"/>
          <p:cNvSpPr txBox="1"/>
          <p:nvPr/>
        </p:nvSpPr>
        <p:spPr>
          <a:xfrm>
            <a:off x="4766907" y="4517556"/>
            <a:ext cx="956812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72</a:t>
            </a:r>
            <a:endParaRPr/>
          </a:p>
        </p:txBody>
      </p:sp>
      <p:sp>
        <p:nvSpPr>
          <p:cNvPr id="511" name="Google Shape;511;p19"/>
          <p:cNvSpPr txBox="1"/>
          <p:nvPr/>
        </p:nvSpPr>
        <p:spPr>
          <a:xfrm>
            <a:off x="2964641" y="4541351"/>
            <a:ext cx="956812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41</a:t>
            </a:r>
            <a:endParaRPr/>
          </a:p>
        </p:txBody>
      </p:sp>
      <p:sp>
        <p:nvSpPr>
          <p:cNvPr id="512" name="Google Shape;512;p19"/>
          <p:cNvSpPr txBox="1"/>
          <p:nvPr/>
        </p:nvSpPr>
        <p:spPr>
          <a:xfrm>
            <a:off x="1208429" y="4536046"/>
            <a:ext cx="956812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52</a:t>
            </a:r>
            <a:endParaRPr/>
          </a:p>
        </p:txBody>
      </p:sp>
      <p:sp>
        <p:nvSpPr>
          <p:cNvPr id="513" name="Google Shape;513;p19"/>
          <p:cNvSpPr txBox="1"/>
          <p:nvPr/>
        </p:nvSpPr>
        <p:spPr>
          <a:xfrm>
            <a:off x="4791106" y="6283455"/>
            <a:ext cx="956812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64</a:t>
            </a:r>
            <a:endParaRPr/>
          </a:p>
        </p:txBody>
      </p:sp>
      <p:sp>
        <p:nvSpPr>
          <p:cNvPr id="514" name="Google Shape;514;p19"/>
          <p:cNvSpPr txBox="1"/>
          <p:nvPr/>
        </p:nvSpPr>
        <p:spPr>
          <a:xfrm>
            <a:off x="2988840" y="6307250"/>
            <a:ext cx="956812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92</a:t>
            </a:r>
            <a:endParaRPr/>
          </a:p>
        </p:txBody>
      </p:sp>
      <p:sp>
        <p:nvSpPr>
          <p:cNvPr id="515" name="Google Shape;515;p19"/>
          <p:cNvSpPr txBox="1"/>
          <p:nvPr/>
        </p:nvSpPr>
        <p:spPr>
          <a:xfrm>
            <a:off x="1232628" y="6301945"/>
            <a:ext cx="956812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40</a:t>
            </a:r>
            <a:endParaRPr/>
          </a:p>
        </p:txBody>
      </p:sp>
      <p:sp>
        <p:nvSpPr>
          <p:cNvPr id="516" name="Google Shape;516;p19"/>
          <p:cNvSpPr/>
          <p:nvPr/>
        </p:nvSpPr>
        <p:spPr>
          <a:xfrm>
            <a:off x="104330" y="7649000"/>
            <a:ext cx="2169020" cy="2015766"/>
          </a:xfrm>
          <a:prstGeom prst="rect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B0F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7" name="Google Shape;517;p19"/>
          <p:cNvSpPr txBox="1"/>
          <p:nvPr/>
        </p:nvSpPr>
        <p:spPr>
          <a:xfrm>
            <a:off x="152123" y="7658490"/>
            <a:ext cx="912429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g) 51 + 29 =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8" name="Google Shape;518;p19"/>
          <p:cNvSpPr/>
          <p:nvPr/>
        </p:nvSpPr>
        <p:spPr>
          <a:xfrm>
            <a:off x="2359067" y="7658491"/>
            <a:ext cx="2169020" cy="2015766"/>
          </a:xfrm>
          <a:prstGeom prst="rect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B0F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9" name="Google Shape;519;p19"/>
          <p:cNvSpPr txBox="1"/>
          <p:nvPr/>
        </p:nvSpPr>
        <p:spPr>
          <a:xfrm>
            <a:off x="2406860" y="7667981"/>
            <a:ext cx="920445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h) 37 + 46 =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0" name="Google Shape;520;p19"/>
          <p:cNvSpPr/>
          <p:nvPr/>
        </p:nvSpPr>
        <p:spPr>
          <a:xfrm>
            <a:off x="4626680" y="7649000"/>
            <a:ext cx="2169020" cy="2015766"/>
          </a:xfrm>
          <a:prstGeom prst="rect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B0F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1" name="Google Shape;521;p19"/>
          <p:cNvSpPr txBox="1"/>
          <p:nvPr/>
        </p:nvSpPr>
        <p:spPr>
          <a:xfrm>
            <a:off x="4674473" y="7658490"/>
            <a:ext cx="875561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i) 45 + 39 =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2" name="Google Shape;522;p19"/>
          <p:cNvSpPr txBox="1"/>
          <p:nvPr/>
        </p:nvSpPr>
        <p:spPr>
          <a:xfrm>
            <a:off x="5102476" y="8223464"/>
            <a:ext cx="956812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84</a:t>
            </a:r>
            <a:endParaRPr/>
          </a:p>
        </p:txBody>
      </p:sp>
      <p:sp>
        <p:nvSpPr>
          <p:cNvPr id="523" name="Google Shape;523;p19"/>
          <p:cNvSpPr txBox="1"/>
          <p:nvPr/>
        </p:nvSpPr>
        <p:spPr>
          <a:xfrm>
            <a:off x="3178800" y="8228854"/>
            <a:ext cx="956812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83</a:t>
            </a:r>
            <a:endParaRPr/>
          </a:p>
        </p:txBody>
      </p:sp>
      <p:sp>
        <p:nvSpPr>
          <p:cNvPr id="524" name="Google Shape;524;p19"/>
          <p:cNvSpPr txBox="1"/>
          <p:nvPr/>
        </p:nvSpPr>
        <p:spPr>
          <a:xfrm>
            <a:off x="1422588" y="8223549"/>
            <a:ext cx="956812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80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8" name="Shape 5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29" name="Google Shape;529;p20"/>
          <p:cNvGrpSpPr/>
          <p:nvPr/>
        </p:nvGrpSpPr>
        <p:grpSpPr>
          <a:xfrm>
            <a:off x="159068" y="5191388"/>
            <a:ext cx="6539864" cy="4381500"/>
            <a:chOff x="159068" y="5311167"/>
            <a:chExt cx="6539864" cy="4381500"/>
          </a:xfrm>
        </p:grpSpPr>
        <p:pic>
          <p:nvPicPr>
            <p:cNvPr id="530" name="Google Shape;530;p20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59068" y="5311167"/>
              <a:ext cx="5514975" cy="43815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531" name="Google Shape;531;p20"/>
            <p:cNvPicPr preferRelativeResize="0"/>
            <p:nvPr/>
          </p:nvPicPr>
          <p:blipFill rotWithShape="1">
            <a:blip r:embed="rId3">
              <a:alphaModFix/>
            </a:blip>
            <a:srcRect b="0" l="69735" r="3662" t="0"/>
            <a:stretch/>
          </p:blipFill>
          <p:spPr>
            <a:xfrm>
              <a:off x="5231750" y="5311167"/>
              <a:ext cx="1467182" cy="43815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532" name="Google Shape;532;p20"/>
            <p:cNvPicPr preferRelativeResize="0"/>
            <p:nvPr/>
          </p:nvPicPr>
          <p:blipFill rotWithShape="1">
            <a:blip r:embed="rId3">
              <a:alphaModFix/>
            </a:blip>
            <a:srcRect b="0" l="6619" r="0" t="0"/>
            <a:stretch/>
          </p:blipFill>
          <p:spPr>
            <a:xfrm>
              <a:off x="936852" y="5311167"/>
              <a:ext cx="5149954" cy="43815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533" name="Google Shape;533;p20"/>
          <p:cNvSpPr/>
          <p:nvPr/>
        </p:nvSpPr>
        <p:spPr>
          <a:xfrm>
            <a:off x="116464" y="6940706"/>
            <a:ext cx="6625074" cy="518305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4" name="Google Shape;534;p20"/>
          <p:cNvSpPr/>
          <p:nvPr/>
        </p:nvSpPr>
        <p:spPr>
          <a:xfrm>
            <a:off x="81069" y="3818691"/>
            <a:ext cx="6691370" cy="3461253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5" name="Google Shape;535;p20"/>
          <p:cNvSpPr txBox="1"/>
          <p:nvPr/>
        </p:nvSpPr>
        <p:spPr>
          <a:xfrm>
            <a:off x="1491145" y="262305"/>
            <a:ext cx="943142" cy="369332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Ones</a:t>
            </a:r>
            <a:endParaRPr/>
          </a:p>
        </p:txBody>
      </p:sp>
      <p:sp>
        <p:nvSpPr>
          <p:cNvPr id="536" name="Google Shape;536;p20"/>
          <p:cNvSpPr/>
          <p:nvPr/>
        </p:nvSpPr>
        <p:spPr>
          <a:xfrm>
            <a:off x="1490706" y="621490"/>
            <a:ext cx="943581" cy="857250"/>
          </a:xfrm>
          <a:prstGeom prst="rect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7" name="Google Shape;537;p20"/>
          <p:cNvSpPr/>
          <p:nvPr/>
        </p:nvSpPr>
        <p:spPr>
          <a:xfrm>
            <a:off x="1549077" y="1200687"/>
            <a:ext cx="211423" cy="192139"/>
          </a:xfrm>
          <a:prstGeom prst="flowChartConnector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8" name="Google Shape;538;p20"/>
          <p:cNvSpPr/>
          <p:nvPr/>
        </p:nvSpPr>
        <p:spPr>
          <a:xfrm>
            <a:off x="1843395" y="1200687"/>
            <a:ext cx="211423" cy="192139"/>
          </a:xfrm>
          <a:prstGeom prst="flowChartConnector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9" name="Google Shape;539;p20"/>
          <p:cNvSpPr/>
          <p:nvPr/>
        </p:nvSpPr>
        <p:spPr>
          <a:xfrm>
            <a:off x="2137713" y="1200687"/>
            <a:ext cx="211423" cy="192139"/>
          </a:xfrm>
          <a:prstGeom prst="flowChartConnector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0" name="Google Shape;540;p20"/>
          <p:cNvSpPr/>
          <p:nvPr/>
        </p:nvSpPr>
        <p:spPr>
          <a:xfrm>
            <a:off x="1484543" y="1602066"/>
            <a:ext cx="943581" cy="857250"/>
          </a:xfrm>
          <a:prstGeom prst="rect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1" name="Google Shape;541;p20"/>
          <p:cNvSpPr/>
          <p:nvPr/>
        </p:nvSpPr>
        <p:spPr>
          <a:xfrm>
            <a:off x="1542914" y="1919741"/>
            <a:ext cx="211423" cy="192139"/>
          </a:xfrm>
          <a:prstGeom prst="flowChartConnector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2" name="Google Shape;542;p20"/>
          <p:cNvSpPr/>
          <p:nvPr/>
        </p:nvSpPr>
        <p:spPr>
          <a:xfrm>
            <a:off x="1837232" y="1919741"/>
            <a:ext cx="211423" cy="192139"/>
          </a:xfrm>
          <a:prstGeom prst="flowChartConnector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3" name="Google Shape;543;p20"/>
          <p:cNvSpPr/>
          <p:nvPr/>
        </p:nvSpPr>
        <p:spPr>
          <a:xfrm>
            <a:off x="2131550" y="1919741"/>
            <a:ext cx="211423" cy="192139"/>
          </a:xfrm>
          <a:prstGeom prst="flowChartConnector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4" name="Google Shape;544;p20"/>
          <p:cNvSpPr/>
          <p:nvPr/>
        </p:nvSpPr>
        <p:spPr>
          <a:xfrm>
            <a:off x="1542914" y="2181263"/>
            <a:ext cx="211423" cy="192139"/>
          </a:xfrm>
          <a:prstGeom prst="flowChartConnector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5" name="Google Shape;545;p20"/>
          <p:cNvSpPr/>
          <p:nvPr/>
        </p:nvSpPr>
        <p:spPr>
          <a:xfrm>
            <a:off x="1837232" y="2181263"/>
            <a:ext cx="211423" cy="192139"/>
          </a:xfrm>
          <a:prstGeom prst="flowChartConnector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6" name="Google Shape;546;p20"/>
          <p:cNvSpPr/>
          <p:nvPr/>
        </p:nvSpPr>
        <p:spPr>
          <a:xfrm>
            <a:off x="2131550" y="2181263"/>
            <a:ext cx="211423" cy="192139"/>
          </a:xfrm>
          <a:prstGeom prst="flowChartConnector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7" name="Google Shape;547;p20"/>
          <p:cNvSpPr/>
          <p:nvPr/>
        </p:nvSpPr>
        <p:spPr>
          <a:xfrm>
            <a:off x="531601" y="622146"/>
            <a:ext cx="959544" cy="857250"/>
          </a:xfrm>
          <a:prstGeom prst="rect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8" name="Google Shape;548;p20"/>
          <p:cNvSpPr/>
          <p:nvPr/>
        </p:nvSpPr>
        <p:spPr>
          <a:xfrm>
            <a:off x="583619" y="1232200"/>
            <a:ext cx="215000" cy="192139"/>
          </a:xfrm>
          <a:prstGeom prst="flowChartConnector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9" name="Google Shape;549;p20"/>
          <p:cNvSpPr/>
          <p:nvPr/>
        </p:nvSpPr>
        <p:spPr>
          <a:xfrm>
            <a:off x="544164" y="1593629"/>
            <a:ext cx="943581" cy="857250"/>
          </a:xfrm>
          <a:prstGeom prst="rect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0" name="Google Shape;550;p20"/>
          <p:cNvSpPr/>
          <p:nvPr/>
        </p:nvSpPr>
        <p:spPr>
          <a:xfrm>
            <a:off x="602535" y="1911304"/>
            <a:ext cx="211423" cy="192139"/>
          </a:xfrm>
          <a:prstGeom prst="flowChartConnector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1" name="Google Shape;551;p20"/>
          <p:cNvSpPr/>
          <p:nvPr/>
        </p:nvSpPr>
        <p:spPr>
          <a:xfrm>
            <a:off x="602535" y="2172826"/>
            <a:ext cx="211423" cy="192139"/>
          </a:xfrm>
          <a:prstGeom prst="flowChartConnector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2" name="Google Shape;552;p20"/>
          <p:cNvSpPr/>
          <p:nvPr/>
        </p:nvSpPr>
        <p:spPr>
          <a:xfrm>
            <a:off x="896853" y="2172826"/>
            <a:ext cx="211423" cy="192139"/>
          </a:xfrm>
          <a:prstGeom prst="flowChartConnector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3" name="Google Shape;553;p20"/>
          <p:cNvSpPr/>
          <p:nvPr/>
        </p:nvSpPr>
        <p:spPr>
          <a:xfrm>
            <a:off x="1191171" y="2172826"/>
            <a:ext cx="211423" cy="192139"/>
          </a:xfrm>
          <a:prstGeom prst="flowChartConnector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4" name="Google Shape;554;p20"/>
          <p:cNvSpPr txBox="1"/>
          <p:nvPr/>
        </p:nvSpPr>
        <p:spPr>
          <a:xfrm>
            <a:off x="541732" y="262305"/>
            <a:ext cx="948751" cy="369332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Tens</a:t>
            </a:r>
            <a:endParaRPr/>
          </a:p>
        </p:txBody>
      </p:sp>
      <p:sp>
        <p:nvSpPr>
          <p:cNvPr id="555" name="Google Shape;555;p20"/>
          <p:cNvSpPr txBox="1"/>
          <p:nvPr/>
        </p:nvSpPr>
        <p:spPr>
          <a:xfrm>
            <a:off x="47355" y="1618173"/>
            <a:ext cx="308675" cy="7078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4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+</a:t>
            </a:r>
            <a:endParaRPr sz="4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556" name="Google Shape;556;p20"/>
          <p:cNvCxnSpPr/>
          <p:nvPr/>
        </p:nvCxnSpPr>
        <p:spPr>
          <a:xfrm>
            <a:off x="342179" y="2537368"/>
            <a:ext cx="2368995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557" name="Google Shape;557;p20"/>
          <p:cNvSpPr txBox="1"/>
          <p:nvPr/>
        </p:nvSpPr>
        <p:spPr>
          <a:xfrm>
            <a:off x="2820259" y="219246"/>
            <a:ext cx="2984737" cy="230832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j) What calculation is represented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in the place value diagram?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k) Explain why you have not needed to do an exchange when adding these two numbers.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8" name="Google Shape;558;p20"/>
          <p:cNvSpPr txBox="1"/>
          <p:nvPr/>
        </p:nvSpPr>
        <p:spPr>
          <a:xfrm>
            <a:off x="1497125" y="3909266"/>
            <a:ext cx="929780" cy="369332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Ones</a:t>
            </a:r>
            <a:endParaRPr/>
          </a:p>
        </p:txBody>
      </p:sp>
      <p:sp>
        <p:nvSpPr>
          <p:cNvPr id="559" name="Google Shape;559;p20"/>
          <p:cNvSpPr/>
          <p:nvPr/>
        </p:nvSpPr>
        <p:spPr>
          <a:xfrm>
            <a:off x="1493598" y="4278725"/>
            <a:ext cx="943581" cy="857250"/>
          </a:xfrm>
          <a:prstGeom prst="rect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0" name="Google Shape;560;p20"/>
          <p:cNvSpPr/>
          <p:nvPr/>
        </p:nvSpPr>
        <p:spPr>
          <a:xfrm>
            <a:off x="1551969" y="4596400"/>
            <a:ext cx="211423" cy="192139"/>
          </a:xfrm>
          <a:prstGeom prst="flowChartConnector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1" name="Google Shape;561;p20"/>
          <p:cNvSpPr/>
          <p:nvPr/>
        </p:nvSpPr>
        <p:spPr>
          <a:xfrm>
            <a:off x="1846287" y="4596400"/>
            <a:ext cx="211423" cy="192139"/>
          </a:xfrm>
          <a:prstGeom prst="flowChartConnector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2" name="Google Shape;562;p20"/>
          <p:cNvSpPr/>
          <p:nvPr/>
        </p:nvSpPr>
        <p:spPr>
          <a:xfrm>
            <a:off x="1551969" y="4857922"/>
            <a:ext cx="211423" cy="192139"/>
          </a:xfrm>
          <a:prstGeom prst="flowChartConnector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3" name="Google Shape;563;p20"/>
          <p:cNvSpPr/>
          <p:nvPr/>
        </p:nvSpPr>
        <p:spPr>
          <a:xfrm>
            <a:off x="1846287" y="4857922"/>
            <a:ext cx="211423" cy="192139"/>
          </a:xfrm>
          <a:prstGeom prst="flowChartConnector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4" name="Google Shape;564;p20"/>
          <p:cNvSpPr/>
          <p:nvPr/>
        </p:nvSpPr>
        <p:spPr>
          <a:xfrm>
            <a:off x="2140605" y="4857922"/>
            <a:ext cx="211423" cy="192139"/>
          </a:xfrm>
          <a:prstGeom prst="flowChartConnector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5" name="Google Shape;565;p20"/>
          <p:cNvSpPr/>
          <p:nvPr/>
        </p:nvSpPr>
        <p:spPr>
          <a:xfrm>
            <a:off x="1497709" y="5238753"/>
            <a:ext cx="943581" cy="857250"/>
          </a:xfrm>
          <a:prstGeom prst="rect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6" name="Google Shape;566;p20"/>
          <p:cNvSpPr/>
          <p:nvPr/>
        </p:nvSpPr>
        <p:spPr>
          <a:xfrm>
            <a:off x="1556080" y="5294905"/>
            <a:ext cx="211423" cy="192139"/>
          </a:xfrm>
          <a:prstGeom prst="flowChartConnector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7" name="Google Shape;567;p20"/>
          <p:cNvSpPr/>
          <p:nvPr/>
        </p:nvSpPr>
        <p:spPr>
          <a:xfrm>
            <a:off x="1556080" y="5556428"/>
            <a:ext cx="211423" cy="192139"/>
          </a:xfrm>
          <a:prstGeom prst="flowChartConnector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8" name="Google Shape;568;p20"/>
          <p:cNvSpPr/>
          <p:nvPr/>
        </p:nvSpPr>
        <p:spPr>
          <a:xfrm>
            <a:off x="1850398" y="5556428"/>
            <a:ext cx="211423" cy="192139"/>
          </a:xfrm>
          <a:prstGeom prst="flowChartConnector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9" name="Google Shape;569;p20"/>
          <p:cNvSpPr/>
          <p:nvPr/>
        </p:nvSpPr>
        <p:spPr>
          <a:xfrm>
            <a:off x="2144716" y="5556428"/>
            <a:ext cx="211423" cy="192139"/>
          </a:xfrm>
          <a:prstGeom prst="flowChartConnector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0" name="Google Shape;570;p20"/>
          <p:cNvSpPr/>
          <p:nvPr/>
        </p:nvSpPr>
        <p:spPr>
          <a:xfrm>
            <a:off x="1556080" y="5817950"/>
            <a:ext cx="211423" cy="192139"/>
          </a:xfrm>
          <a:prstGeom prst="flowChartConnector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1" name="Google Shape;571;p20"/>
          <p:cNvSpPr/>
          <p:nvPr/>
        </p:nvSpPr>
        <p:spPr>
          <a:xfrm>
            <a:off x="1850398" y="5817950"/>
            <a:ext cx="211423" cy="192139"/>
          </a:xfrm>
          <a:prstGeom prst="flowChartConnector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2" name="Google Shape;572;p20"/>
          <p:cNvSpPr/>
          <p:nvPr/>
        </p:nvSpPr>
        <p:spPr>
          <a:xfrm>
            <a:off x="2144716" y="5817950"/>
            <a:ext cx="211423" cy="192139"/>
          </a:xfrm>
          <a:prstGeom prst="flowChartConnector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3" name="Google Shape;573;p20"/>
          <p:cNvSpPr/>
          <p:nvPr/>
        </p:nvSpPr>
        <p:spPr>
          <a:xfrm>
            <a:off x="534493" y="4279381"/>
            <a:ext cx="959544" cy="857250"/>
          </a:xfrm>
          <a:prstGeom prst="rect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4" name="Google Shape;574;p20"/>
          <p:cNvSpPr/>
          <p:nvPr/>
        </p:nvSpPr>
        <p:spPr>
          <a:xfrm>
            <a:off x="593851" y="4858578"/>
            <a:ext cx="215000" cy="192139"/>
          </a:xfrm>
          <a:prstGeom prst="flowChartConnector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5" name="Google Shape;575;p20"/>
          <p:cNvSpPr/>
          <p:nvPr/>
        </p:nvSpPr>
        <p:spPr>
          <a:xfrm>
            <a:off x="547056" y="5240590"/>
            <a:ext cx="943581" cy="857250"/>
          </a:xfrm>
          <a:prstGeom prst="rect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6" name="Google Shape;576;p20"/>
          <p:cNvSpPr/>
          <p:nvPr/>
        </p:nvSpPr>
        <p:spPr>
          <a:xfrm>
            <a:off x="605427" y="5558265"/>
            <a:ext cx="211423" cy="192139"/>
          </a:xfrm>
          <a:prstGeom prst="flowChartConnector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7" name="Google Shape;577;p20"/>
          <p:cNvSpPr/>
          <p:nvPr/>
        </p:nvSpPr>
        <p:spPr>
          <a:xfrm>
            <a:off x="605427" y="5819787"/>
            <a:ext cx="211423" cy="192139"/>
          </a:xfrm>
          <a:prstGeom prst="flowChartConnector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8" name="Google Shape;578;p20"/>
          <p:cNvSpPr/>
          <p:nvPr/>
        </p:nvSpPr>
        <p:spPr>
          <a:xfrm>
            <a:off x="899745" y="5819787"/>
            <a:ext cx="211423" cy="192139"/>
          </a:xfrm>
          <a:prstGeom prst="flowChartConnector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9" name="Google Shape;579;p20"/>
          <p:cNvSpPr/>
          <p:nvPr/>
        </p:nvSpPr>
        <p:spPr>
          <a:xfrm>
            <a:off x="1194063" y="5819787"/>
            <a:ext cx="211423" cy="192139"/>
          </a:xfrm>
          <a:prstGeom prst="flowChartConnector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0" name="Google Shape;580;p20"/>
          <p:cNvSpPr txBox="1"/>
          <p:nvPr/>
        </p:nvSpPr>
        <p:spPr>
          <a:xfrm>
            <a:off x="544624" y="3909266"/>
            <a:ext cx="948751" cy="369332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Tens</a:t>
            </a:r>
            <a:endParaRPr/>
          </a:p>
        </p:txBody>
      </p:sp>
      <p:sp>
        <p:nvSpPr>
          <p:cNvPr id="581" name="Google Shape;581;p20"/>
          <p:cNvSpPr txBox="1"/>
          <p:nvPr/>
        </p:nvSpPr>
        <p:spPr>
          <a:xfrm>
            <a:off x="81069" y="5254454"/>
            <a:ext cx="308675" cy="7078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4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+</a:t>
            </a:r>
            <a:endParaRPr sz="4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2" name="Google Shape;582;p20"/>
          <p:cNvSpPr txBox="1"/>
          <p:nvPr/>
        </p:nvSpPr>
        <p:spPr>
          <a:xfrm>
            <a:off x="2818015" y="3888208"/>
            <a:ext cx="3730628" cy="230832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l) What calculation is represented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in the place value diagram?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m) Explain why there are six counters in the tens </a:t>
            </a:r>
            <a:b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column in the answer to this calculation.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3" name="Google Shape;583;p20"/>
          <p:cNvSpPr/>
          <p:nvPr/>
        </p:nvSpPr>
        <p:spPr>
          <a:xfrm>
            <a:off x="5257975" y="758212"/>
            <a:ext cx="807470" cy="377973"/>
          </a:xfrm>
          <a:prstGeom prst="rect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584" name="Google Shape;584;p20"/>
          <p:cNvGrpSpPr/>
          <p:nvPr/>
        </p:nvGrpSpPr>
        <p:grpSpPr>
          <a:xfrm>
            <a:off x="1468306" y="2586285"/>
            <a:ext cx="943581" cy="857250"/>
            <a:chOff x="1647219" y="3293473"/>
            <a:chExt cx="1343631" cy="1373777"/>
          </a:xfrm>
        </p:grpSpPr>
        <p:sp>
          <p:nvSpPr>
            <p:cNvPr id="585" name="Google Shape;585;p20"/>
            <p:cNvSpPr/>
            <p:nvPr/>
          </p:nvSpPr>
          <p:spPr>
            <a:xfrm>
              <a:off x="1647219" y="3293473"/>
              <a:ext cx="1343631" cy="1373777"/>
            </a:xfrm>
            <a:prstGeom prst="rect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86" name="Google Shape;586;p20"/>
            <p:cNvSpPr/>
            <p:nvPr/>
          </p:nvSpPr>
          <p:spPr>
            <a:xfrm>
              <a:off x="1730337" y="3383459"/>
              <a:ext cx="301060" cy="307910"/>
            </a:xfrm>
            <a:prstGeom prst="flowChartConnector">
              <a:avLst/>
            </a:prstGeom>
            <a:solidFill>
              <a:schemeClr val="accent1"/>
            </a:solidFill>
            <a:ln cap="flat" cmpd="sng" w="12700">
              <a:solidFill>
                <a:srgbClr val="42719B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87" name="Google Shape;587;p20"/>
            <p:cNvSpPr/>
            <p:nvPr/>
          </p:nvSpPr>
          <p:spPr>
            <a:xfrm>
              <a:off x="2149437" y="3383459"/>
              <a:ext cx="301060" cy="307910"/>
            </a:xfrm>
            <a:prstGeom prst="flowChartConnector">
              <a:avLst/>
            </a:prstGeom>
            <a:solidFill>
              <a:schemeClr val="accent1"/>
            </a:solidFill>
            <a:ln cap="flat" cmpd="sng" w="12700">
              <a:solidFill>
                <a:srgbClr val="42719B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88" name="Google Shape;588;p20"/>
            <p:cNvSpPr/>
            <p:nvPr/>
          </p:nvSpPr>
          <p:spPr>
            <a:xfrm>
              <a:off x="2568537" y="3383459"/>
              <a:ext cx="301060" cy="307910"/>
            </a:xfrm>
            <a:prstGeom prst="flowChartConnector">
              <a:avLst/>
            </a:prstGeom>
            <a:solidFill>
              <a:schemeClr val="accent1"/>
            </a:solidFill>
            <a:ln cap="flat" cmpd="sng" w="12700">
              <a:solidFill>
                <a:srgbClr val="42719B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89" name="Google Shape;589;p20"/>
            <p:cNvSpPr/>
            <p:nvPr/>
          </p:nvSpPr>
          <p:spPr>
            <a:xfrm>
              <a:off x="1730337" y="3802559"/>
              <a:ext cx="301060" cy="307910"/>
            </a:xfrm>
            <a:prstGeom prst="flowChartConnector">
              <a:avLst/>
            </a:prstGeom>
            <a:solidFill>
              <a:schemeClr val="accent1"/>
            </a:solidFill>
            <a:ln cap="flat" cmpd="sng" w="12700">
              <a:solidFill>
                <a:srgbClr val="42719B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90" name="Google Shape;590;p20"/>
            <p:cNvSpPr/>
            <p:nvPr/>
          </p:nvSpPr>
          <p:spPr>
            <a:xfrm>
              <a:off x="2149437" y="3802559"/>
              <a:ext cx="301060" cy="307910"/>
            </a:xfrm>
            <a:prstGeom prst="flowChartConnector">
              <a:avLst/>
            </a:prstGeom>
            <a:solidFill>
              <a:schemeClr val="accent1"/>
            </a:solidFill>
            <a:ln cap="flat" cmpd="sng" w="12700">
              <a:solidFill>
                <a:srgbClr val="42719B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91" name="Google Shape;591;p20"/>
            <p:cNvSpPr/>
            <p:nvPr/>
          </p:nvSpPr>
          <p:spPr>
            <a:xfrm>
              <a:off x="2568537" y="3802559"/>
              <a:ext cx="301060" cy="307910"/>
            </a:xfrm>
            <a:prstGeom prst="flowChartConnector">
              <a:avLst/>
            </a:prstGeom>
            <a:solidFill>
              <a:schemeClr val="accent1"/>
            </a:solidFill>
            <a:ln cap="flat" cmpd="sng" w="12700">
              <a:solidFill>
                <a:srgbClr val="42719B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92" name="Google Shape;592;p20"/>
            <p:cNvSpPr/>
            <p:nvPr/>
          </p:nvSpPr>
          <p:spPr>
            <a:xfrm>
              <a:off x="1730337" y="4221659"/>
              <a:ext cx="301060" cy="307910"/>
            </a:xfrm>
            <a:prstGeom prst="flowChartConnector">
              <a:avLst/>
            </a:prstGeom>
            <a:solidFill>
              <a:schemeClr val="accent1"/>
            </a:solidFill>
            <a:ln cap="flat" cmpd="sng" w="12700">
              <a:solidFill>
                <a:srgbClr val="42719B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93" name="Google Shape;593;p20"/>
            <p:cNvSpPr/>
            <p:nvPr/>
          </p:nvSpPr>
          <p:spPr>
            <a:xfrm>
              <a:off x="2149437" y="4221659"/>
              <a:ext cx="301060" cy="307910"/>
            </a:xfrm>
            <a:prstGeom prst="flowChartConnector">
              <a:avLst/>
            </a:prstGeom>
            <a:solidFill>
              <a:schemeClr val="accent1"/>
            </a:solidFill>
            <a:ln cap="flat" cmpd="sng" w="12700">
              <a:solidFill>
                <a:srgbClr val="42719B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94" name="Google Shape;594;p20"/>
            <p:cNvSpPr/>
            <p:nvPr/>
          </p:nvSpPr>
          <p:spPr>
            <a:xfrm>
              <a:off x="2568537" y="4221659"/>
              <a:ext cx="301060" cy="307910"/>
            </a:xfrm>
            <a:prstGeom prst="flowChartConnector">
              <a:avLst/>
            </a:prstGeom>
            <a:solidFill>
              <a:schemeClr val="accent1"/>
            </a:solidFill>
            <a:ln cap="flat" cmpd="sng" w="12700">
              <a:solidFill>
                <a:srgbClr val="42719B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595" name="Google Shape;595;p20"/>
          <p:cNvSpPr/>
          <p:nvPr/>
        </p:nvSpPr>
        <p:spPr>
          <a:xfrm>
            <a:off x="517653" y="2588122"/>
            <a:ext cx="943581" cy="857250"/>
          </a:xfrm>
          <a:prstGeom prst="rect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6" name="Google Shape;596;p20"/>
          <p:cNvSpPr/>
          <p:nvPr/>
        </p:nvSpPr>
        <p:spPr>
          <a:xfrm>
            <a:off x="572396" y="2905797"/>
            <a:ext cx="211423" cy="192139"/>
          </a:xfrm>
          <a:prstGeom prst="flowChartConnector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7" name="Google Shape;597;p20"/>
          <p:cNvSpPr/>
          <p:nvPr/>
        </p:nvSpPr>
        <p:spPr>
          <a:xfrm>
            <a:off x="866714" y="2905797"/>
            <a:ext cx="211423" cy="192139"/>
          </a:xfrm>
          <a:prstGeom prst="flowChartConnector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8" name="Google Shape;598;p20"/>
          <p:cNvSpPr/>
          <p:nvPr/>
        </p:nvSpPr>
        <p:spPr>
          <a:xfrm>
            <a:off x="576024" y="3167319"/>
            <a:ext cx="211423" cy="192139"/>
          </a:xfrm>
          <a:prstGeom prst="flowChartConnector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9" name="Google Shape;599;p20"/>
          <p:cNvSpPr/>
          <p:nvPr/>
        </p:nvSpPr>
        <p:spPr>
          <a:xfrm>
            <a:off x="870342" y="3167319"/>
            <a:ext cx="211423" cy="192139"/>
          </a:xfrm>
          <a:prstGeom prst="flowChartConnector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0" name="Google Shape;600;p20"/>
          <p:cNvSpPr/>
          <p:nvPr/>
        </p:nvSpPr>
        <p:spPr>
          <a:xfrm>
            <a:off x="1164660" y="3167319"/>
            <a:ext cx="211423" cy="192139"/>
          </a:xfrm>
          <a:prstGeom prst="flowChartConnector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1" name="Google Shape;601;p20"/>
          <p:cNvSpPr txBox="1"/>
          <p:nvPr/>
        </p:nvSpPr>
        <p:spPr>
          <a:xfrm>
            <a:off x="69049" y="2591319"/>
            <a:ext cx="308675" cy="7078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4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=</a:t>
            </a:r>
            <a:endParaRPr/>
          </a:p>
        </p:txBody>
      </p:sp>
      <p:cxnSp>
        <p:nvCxnSpPr>
          <p:cNvPr id="602" name="Google Shape;602;p20"/>
          <p:cNvCxnSpPr/>
          <p:nvPr/>
        </p:nvCxnSpPr>
        <p:spPr>
          <a:xfrm>
            <a:off x="315194" y="6206014"/>
            <a:ext cx="2368995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603" name="Google Shape;603;p20"/>
          <p:cNvSpPr/>
          <p:nvPr/>
        </p:nvSpPr>
        <p:spPr>
          <a:xfrm>
            <a:off x="1515720" y="6249988"/>
            <a:ext cx="943581" cy="857250"/>
          </a:xfrm>
          <a:prstGeom prst="rect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4" name="Google Shape;604;p20"/>
          <p:cNvSpPr/>
          <p:nvPr/>
        </p:nvSpPr>
        <p:spPr>
          <a:xfrm>
            <a:off x="1574091" y="6829185"/>
            <a:ext cx="211423" cy="192139"/>
          </a:xfrm>
          <a:prstGeom prst="flowChartConnector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5" name="Google Shape;605;p20"/>
          <p:cNvSpPr/>
          <p:nvPr/>
        </p:nvSpPr>
        <p:spPr>
          <a:xfrm>
            <a:off x="1868409" y="6829185"/>
            <a:ext cx="211423" cy="192139"/>
          </a:xfrm>
          <a:prstGeom prst="flowChartConnector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6" name="Google Shape;606;p20"/>
          <p:cNvSpPr/>
          <p:nvPr/>
        </p:nvSpPr>
        <p:spPr>
          <a:xfrm>
            <a:off x="565067" y="6251825"/>
            <a:ext cx="943581" cy="857250"/>
          </a:xfrm>
          <a:prstGeom prst="rect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7" name="Google Shape;607;p20"/>
          <p:cNvSpPr/>
          <p:nvPr/>
        </p:nvSpPr>
        <p:spPr>
          <a:xfrm>
            <a:off x="623438" y="6569500"/>
            <a:ext cx="211423" cy="192139"/>
          </a:xfrm>
          <a:prstGeom prst="flowChartConnector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8" name="Google Shape;608;p20"/>
          <p:cNvSpPr/>
          <p:nvPr/>
        </p:nvSpPr>
        <p:spPr>
          <a:xfrm>
            <a:off x="917756" y="6569500"/>
            <a:ext cx="211423" cy="192139"/>
          </a:xfrm>
          <a:prstGeom prst="flowChartConnector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9" name="Google Shape;609;p20"/>
          <p:cNvSpPr/>
          <p:nvPr/>
        </p:nvSpPr>
        <p:spPr>
          <a:xfrm>
            <a:off x="623438" y="6831022"/>
            <a:ext cx="211423" cy="192139"/>
          </a:xfrm>
          <a:prstGeom prst="flowChartConnector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0" name="Google Shape;610;p20"/>
          <p:cNvSpPr/>
          <p:nvPr/>
        </p:nvSpPr>
        <p:spPr>
          <a:xfrm>
            <a:off x="917756" y="6831022"/>
            <a:ext cx="211423" cy="192139"/>
          </a:xfrm>
          <a:prstGeom prst="flowChartConnector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1" name="Google Shape;611;p20"/>
          <p:cNvSpPr/>
          <p:nvPr/>
        </p:nvSpPr>
        <p:spPr>
          <a:xfrm>
            <a:off x="1212074" y="6831022"/>
            <a:ext cx="211423" cy="192139"/>
          </a:xfrm>
          <a:prstGeom prst="flowChartConnector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2" name="Google Shape;612;p20"/>
          <p:cNvSpPr txBox="1"/>
          <p:nvPr/>
        </p:nvSpPr>
        <p:spPr>
          <a:xfrm>
            <a:off x="116463" y="6255022"/>
            <a:ext cx="308675" cy="7078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4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=</a:t>
            </a:r>
            <a:endParaRPr/>
          </a:p>
        </p:txBody>
      </p:sp>
      <p:sp>
        <p:nvSpPr>
          <p:cNvPr id="613" name="Google Shape;613;p20"/>
          <p:cNvSpPr/>
          <p:nvPr/>
        </p:nvSpPr>
        <p:spPr>
          <a:xfrm>
            <a:off x="1225790" y="6562703"/>
            <a:ext cx="211423" cy="192139"/>
          </a:xfrm>
          <a:prstGeom prst="flowChartConnector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4" name="Google Shape;614;p20"/>
          <p:cNvSpPr txBox="1"/>
          <p:nvPr/>
        </p:nvSpPr>
        <p:spPr>
          <a:xfrm>
            <a:off x="4969406" y="512807"/>
            <a:ext cx="943581" cy="120032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+</a:t>
            </a:r>
            <a:br>
              <a:rPr lang="en-GB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=</a:t>
            </a:r>
            <a:endParaRPr/>
          </a:p>
        </p:txBody>
      </p:sp>
      <p:cxnSp>
        <p:nvCxnSpPr>
          <p:cNvPr id="615" name="Google Shape;615;p20"/>
          <p:cNvCxnSpPr/>
          <p:nvPr/>
        </p:nvCxnSpPr>
        <p:spPr>
          <a:xfrm>
            <a:off x="5185394" y="1215866"/>
            <a:ext cx="943581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616" name="Google Shape;616;p20"/>
          <p:cNvSpPr/>
          <p:nvPr/>
        </p:nvSpPr>
        <p:spPr>
          <a:xfrm>
            <a:off x="5255695" y="323821"/>
            <a:ext cx="807470" cy="377973"/>
          </a:xfrm>
          <a:prstGeom prst="rect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7" name="Google Shape;617;p20"/>
          <p:cNvSpPr/>
          <p:nvPr/>
        </p:nvSpPr>
        <p:spPr>
          <a:xfrm>
            <a:off x="5263724" y="1267236"/>
            <a:ext cx="807470" cy="377973"/>
          </a:xfrm>
          <a:prstGeom prst="rect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8" name="Google Shape;618;p20"/>
          <p:cNvSpPr/>
          <p:nvPr/>
        </p:nvSpPr>
        <p:spPr>
          <a:xfrm>
            <a:off x="83315" y="163187"/>
            <a:ext cx="6691370" cy="3461253"/>
          </a:xfrm>
          <a:prstGeom prst="rect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9" name="Google Shape;619;p20"/>
          <p:cNvSpPr/>
          <p:nvPr/>
        </p:nvSpPr>
        <p:spPr>
          <a:xfrm>
            <a:off x="5255729" y="4378914"/>
            <a:ext cx="807470" cy="377973"/>
          </a:xfrm>
          <a:prstGeom prst="rect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0" name="Google Shape;620;p20"/>
          <p:cNvSpPr txBox="1"/>
          <p:nvPr/>
        </p:nvSpPr>
        <p:spPr>
          <a:xfrm>
            <a:off x="4967160" y="4133509"/>
            <a:ext cx="943581" cy="120032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+</a:t>
            </a:r>
            <a:br>
              <a:rPr lang="en-GB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=</a:t>
            </a:r>
            <a:endParaRPr/>
          </a:p>
        </p:txBody>
      </p:sp>
      <p:cxnSp>
        <p:nvCxnSpPr>
          <p:cNvPr id="621" name="Google Shape;621;p20"/>
          <p:cNvCxnSpPr/>
          <p:nvPr/>
        </p:nvCxnSpPr>
        <p:spPr>
          <a:xfrm>
            <a:off x="5183148" y="4836568"/>
            <a:ext cx="943581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622" name="Google Shape;622;p20"/>
          <p:cNvSpPr/>
          <p:nvPr/>
        </p:nvSpPr>
        <p:spPr>
          <a:xfrm>
            <a:off x="5253449" y="3944523"/>
            <a:ext cx="807470" cy="377973"/>
          </a:xfrm>
          <a:prstGeom prst="rect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3" name="Google Shape;623;p20"/>
          <p:cNvSpPr/>
          <p:nvPr/>
        </p:nvSpPr>
        <p:spPr>
          <a:xfrm>
            <a:off x="5261478" y="4887938"/>
            <a:ext cx="807470" cy="377973"/>
          </a:xfrm>
          <a:prstGeom prst="rect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4" name="Google Shape;624;p20"/>
          <p:cNvSpPr/>
          <p:nvPr/>
        </p:nvSpPr>
        <p:spPr>
          <a:xfrm>
            <a:off x="2954078" y="2501792"/>
            <a:ext cx="3737704" cy="1057907"/>
          </a:xfrm>
          <a:prstGeom prst="rect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5" name="Google Shape;625;p20"/>
          <p:cNvSpPr/>
          <p:nvPr/>
        </p:nvSpPr>
        <p:spPr>
          <a:xfrm>
            <a:off x="2957984" y="6149659"/>
            <a:ext cx="3737704" cy="1057907"/>
          </a:xfrm>
          <a:prstGeom prst="rect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6" name="Google Shape;626;p20"/>
          <p:cNvSpPr txBox="1"/>
          <p:nvPr>
            <p:ph idx="12" type="sldNum"/>
          </p:nvPr>
        </p:nvSpPr>
        <p:spPr>
          <a:xfrm>
            <a:off x="5298608" y="9472584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627" name="Google Shape;627;p20"/>
          <p:cNvSpPr txBox="1"/>
          <p:nvPr/>
        </p:nvSpPr>
        <p:spPr>
          <a:xfrm>
            <a:off x="5189053" y="284543"/>
            <a:ext cx="956812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13</a:t>
            </a:r>
            <a:endParaRPr/>
          </a:p>
        </p:txBody>
      </p:sp>
      <p:sp>
        <p:nvSpPr>
          <p:cNvPr id="628" name="Google Shape;628;p20"/>
          <p:cNvSpPr txBox="1"/>
          <p:nvPr/>
        </p:nvSpPr>
        <p:spPr>
          <a:xfrm>
            <a:off x="5173366" y="740712"/>
            <a:ext cx="956812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46</a:t>
            </a:r>
            <a:endParaRPr/>
          </a:p>
        </p:txBody>
      </p:sp>
      <p:sp>
        <p:nvSpPr>
          <p:cNvPr id="629" name="Google Shape;629;p20"/>
          <p:cNvSpPr txBox="1"/>
          <p:nvPr/>
        </p:nvSpPr>
        <p:spPr>
          <a:xfrm>
            <a:off x="5189053" y="1241592"/>
            <a:ext cx="956812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59</a:t>
            </a:r>
            <a:endParaRPr/>
          </a:p>
        </p:txBody>
      </p:sp>
      <p:sp>
        <p:nvSpPr>
          <p:cNvPr id="630" name="Google Shape;630;p20"/>
          <p:cNvSpPr txBox="1"/>
          <p:nvPr/>
        </p:nvSpPr>
        <p:spPr>
          <a:xfrm>
            <a:off x="5163851" y="3930889"/>
            <a:ext cx="956812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15</a:t>
            </a:r>
            <a:endParaRPr/>
          </a:p>
        </p:txBody>
      </p:sp>
      <p:sp>
        <p:nvSpPr>
          <p:cNvPr id="631" name="Google Shape;631;p20"/>
          <p:cNvSpPr txBox="1"/>
          <p:nvPr/>
        </p:nvSpPr>
        <p:spPr>
          <a:xfrm>
            <a:off x="5148164" y="4387058"/>
            <a:ext cx="956812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47</a:t>
            </a:r>
            <a:endParaRPr/>
          </a:p>
        </p:txBody>
      </p:sp>
      <p:sp>
        <p:nvSpPr>
          <p:cNvPr id="632" name="Google Shape;632;p20"/>
          <p:cNvSpPr txBox="1"/>
          <p:nvPr/>
        </p:nvSpPr>
        <p:spPr>
          <a:xfrm>
            <a:off x="5163851" y="4887938"/>
            <a:ext cx="956812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62</a:t>
            </a:r>
            <a:endParaRPr/>
          </a:p>
        </p:txBody>
      </p:sp>
      <p:sp>
        <p:nvSpPr>
          <p:cNvPr id="633" name="Google Shape;633;p20"/>
          <p:cNvSpPr txBox="1"/>
          <p:nvPr/>
        </p:nvSpPr>
        <p:spPr>
          <a:xfrm>
            <a:off x="3114987" y="6192182"/>
            <a:ext cx="3159517" cy="7078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10 ones were exchanged for 1 ten</a:t>
            </a:r>
            <a:endParaRPr/>
          </a:p>
        </p:txBody>
      </p:sp>
      <p:sp>
        <p:nvSpPr>
          <p:cNvPr id="634" name="Google Shape;634;p20"/>
          <p:cNvSpPr txBox="1"/>
          <p:nvPr/>
        </p:nvSpPr>
        <p:spPr>
          <a:xfrm>
            <a:off x="3103570" y="2718444"/>
            <a:ext cx="3159517" cy="7078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No column’s answer was higher than 9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8" name="Shape 6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9" name="Google Shape;639;p21"/>
          <p:cNvSpPr/>
          <p:nvPr/>
        </p:nvSpPr>
        <p:spPr>
          <a:xfrm>
            <a:off x="96102" y="82142"/>
            <a:ext cx="6675966" cy="235607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Adding multiple integers, up to two digits, using column method involving exchanges </a:t>
            </a:r>
            <a:endParaRPr sz="12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640" name="Google Shape;640;p21"/>
          <p:cNvGraphicFramePr/>
          <p:nvPr/>
        </p:nvGraphicFramePr>
        <p:xfrm>
          <a:off x="123301" y="779816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{B1698552-7BC1-484D-9047-C41039C6CE85}</a:tableStyleId>
              </a:tblPr>
              <a:tblGrid>
                <a:gridCol w="1127975"/>
                <a:gridCol w="1720525"/>
                <a:gridCol w="1888950"/>
                <a:gridCol w="1835025"/>
              </a:tblGrid>
              <a:tr h="2612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100">
                          <a:solidFill>
                            <a:schemeClr val="dk1"/>
                          </a:solidFill>
                        </a:rPr>
                        <a:t>Steps</a:t>
                      </a:r>
                      <a:endParaRPr b="1" sz="11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Calculate 47 + 48 + 79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Calibri"/>
                        <a:buNone/>
                      </a:pPr>
                      <a:r>
                        <a:rPr b="0" lang="en-GB" sz="1100">
                          <a:solidFill>
                            <a:schemeClr val="dk1"/>
                          </a:solidFill>
                        </a:rPr>
                        <a:t>Calculate 56 + 55 + 31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Calibri"/>
                        <a:buNone/>
                      </a:pPr>
                      <a:r>
                        <a:rPr b="0" lang="en-GB" sz="1100">
                          <a:solidFill>
                            <a:schemeClr val="dk1"/>
                          </a:solidFill>
                        </a:rPr>
                        <a:t>Calculate 61 + 29 + 41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7867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Calibri"/>
                        <a:buNone/>
                      </a:pPr>
                      <a:r>
                        <a:rPr lang="en-GB" sz="1100">
                          <a:solidFill>
                            <a:schemeClr val="dk1"/>
                          </a:solidFill>
                        </a:rPr>
                        <a:t>1. Add each column starting with the ones column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 rowSpan="3"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 rowSpan="3"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 rowSpan="3"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4938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>
                          <a:solidFill>
                            <a:schemeClr val="dk1"/>
                          </a:solidFill>
                        </a:rPr>
                        <a:t>2. Write how many groups of ten are exchanged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 vMerge="1"/>
                <a:tc vMerge="1"/>
                <a:tc vMerge="1"/>
              </a:tr>
              <a:tr h="4938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>
                          <a:solidFill>
                            <a:schemeClr val="dk1"/>
                          </a:solidFill>
                        </a:rPr>
                        <a:t>3. Include this when adding up the next column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 vMerge="1"/>
                <a:tc vMerge="1"/>
                <a:tc vMerge="1"/>
              </a:tr>
            </a:tbl>
          </a:graphicData>
        </a:graphic>
      </p:graphicFrame>
      <p:sp>
        <p:nvSpPr>
          <p:cNvPr id="641" name="Google Shape;641;p21"/>
          <p:cNvSpPr txBox="1"/>
          <p:nvPr/>
        </p:nvSpPr>
        <p:spPr>
          <a:xfrm>
            <a:off x="5074188" y="504691"/>
            <a:ext cx="1577355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GB" sz="1200">
                <a:solidFill>
                  <a:srgbClr val="00B050"/>
                </a:solidFill>
                <a:latin typeface="Calibri"/>
                <a:ea typeface="Calibri"/>
                <a:cs typeface="Calibri"/>
                <a:sym typeface="Calibri"/>
              </a:rPr>
              <a:t>Example 27 - You do…</a:t>
            </a:r>
            <a:endParaRPr/>
          </a:p>
        </p:txBody>
      </p:sp>
      <p:sp>
        <p:nvSpPr>
          <p:cNvPr id="642" name="Google Shape;642;p21"/>
          <p:cNvSpPr txBox="1"/>
          <p:nvPr/>
        </p:nvSpPr>
        <p:spPr>
          <a:xfrm>
            <a:off x="3153383" y="506559"/>
            <a:ext cx="1554336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GB" sz="120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Example 26 - We do…</a:t>
            </a:r>
            <a:endParaRPr/>
          </a:p>
        </p:txBody>
      </p:sp>
      <p:sp>
        <p:nvSpPr>
          <p:cNvPr id="643" name="Google Shape;643;p21"/>
          <p:cNvSpPr txBox="1"/>
          <p:nvPr/>
        </p:nvSpPr>
        <p:spPr>
          <a:xfrm>
            <a:off x="1412682" y="508814"/>
            <a:ext cx="1305294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GB" sz="1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Example 25 I do…</a:t>
            </a:r>
            <a:endParaRPr/>
          </a:p>
        </p:txBody>
      </p:sp>
      <p:sp>
        <p:nvSpPr>
          <p:cNvPr id="644" name="Google Shape;644;p21"/>
          <p:cNvSpPr/>
          <p:nvPr/>
        </p:nvSpPr>
        <p:spPr>
          <a:xfrm>
            <a:off x="69362" y="3249773"/>
            <a:ext cx="1137954" cy="340453"/>
          </a:xfrm>
          <a:prstGeom prst="rect">
            <a:avLst/>
          </a:prstGeom>
          <a:solidFill>
            <a:srgbClr val="0070C0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Independent Practice</a:t>
            </a:r>
            <a:endParaRPr/>
          </a:p>
        </p:txBody>
      </p:sp>
      <p:sp>
        <p:nvSpPr>
          <p:cNvPr id="645" name="Google Shape;645;p21"/>
          <p:cNvSpPr txBox="1"/>
          <p:nvPr/>
        </p:nvSpPr>
        <p:spPr>
          <a:xfrm>
            <a:off x="1280315" y="3321148"/>
            <a:ext cx="3446713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9. Add the following integers using column method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646" name="Google Shape;646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477293" y="1401144"/>
            <a:ext cx="1161184" cy="1424094"/>
          </a:xfrm>
          <a:prstGeom prst="rect">
            <a:avLst/>
          </a:prstGeom>
          <a:noFill/>
          <a:ln>
            <a:noFill/>
          </a:ln>
        </p:spPr>
      </p:pic>
      <p:pic>
        <p:nvPicPr>
          <p:cNvPr id="647" name="Google Shape;647;p2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407631" y="1488086"/>
            <a:ext cx="1141921" cy="1315928"/>
          </a:xfrm>
          <a:prstGeom prst="rect">
            <a:avLst/>
          </a:prstGeom>
          <a:noFill/>
          <a:ln>
            <a:noFill/>
          </a:ln>
        </p:spPr>
      </p:pic>
      <p:pic>
        <p:nvPicPr>
          <p:cNvPr id="648" name="Google Shape;648;p2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200977" y="1411418"/>
            <a:ext cx="1307314" cy="1329286"/>
          </a:xfrm>
          <a:prstGeom prst="rect">
            <a:avLst/>
          </a:prstGeom>
          <a:noFill/>
          <a:ln>
            <a:noFill/>
          </a:ln>
        </p:spPr>
      </p:pic>
      <p:pic>
        <p:nvPicPr>
          <p:cNvPr id="649" name="Google Shape;649;p21"/>
          <p:cNvPicPr preferRelativeResize="0"/>
          <p:nvPr/>
        </p:nvPicPr>
        <p:blipFill rotWithShape="1">
          <a:blip r:embed="rId6">
            <a:alphaModFix/>
          </a:blip>
          <a:srcRect b="50310" l="0" r="0" t="0"/>
          <a:stretch/>
        </p:blipFill>
        <p:spPr>
          <a:xfrm>
            <a:off x="168660" y="3687632"/>
            <a:ext cx="6496042" cy="2826002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650" name="Google Shape;650;p21"/>
          <p:cNvGrpSpPr/>
          <p:nvPr/>
        </p:nvGrpSpPr>
        <p:grpSpPr>
          <a:xfrm>
            <a:off x="1662704" y="1309949"/>
            <a:ext cx="512982" cy="235309"/>
            <a:chOff x="1662704" y="1053277"/>
            <a:chExt cx="512982" cy="235309"/>
          </a:xfrm>
        </p:grpSpPr>
        <p:sp>
          <p:nvSpPr>
            <p:cNvPr id="651" name="Google Shape;651;p21"/>
            <p:cNvSpPr/>
            <p:nvPr/>
          </p:nvSpPr>
          <p:spPr>
            <a:xfrm>
              <a:off x="1972639" y="1054987"/>
              <a:ext cx="203047" cy="233599"/>
            </a:xfrm>
            <a:prstGeom prst="rect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52" name="Google Shape;652;p21"/>
            <p:cNvSpPr/>
            <p:nvPr/>
          </p:nvSpPr>
          <p:spPr>
            <a:xfrm>
              <a:off x="1662704" y="1053277"/>
              <a:ext cx="203047" cy="233599"/>
            </a:xfrm>
            <a:prstGeom prst="rect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653" name="Google Shape;653;p21"/>
          <p:cNvGrpSpPr/>
          <p:nvPr/>
        </p:nvGrpSpPr>
        <p:grpSpPr>
          <a:xfrm>
            <a:off x="3566465" y="1279311"/>
            <a:ext cx="512982" cy="235309"/>
            <a:chOff x="1662704" y="1053277"/>
            <a:chExt cx="512982" cy="235309"/>
          </a:xfrm>
        </p:grpSpPr>
        <p:sp>
          <p:nvSpPr>
            <p:cNvPr id="654" name="Google Shape;654;p21"/>
            <p:cNvSpPr/>
            <p:nvPr/>
          </p:nvSpPr>
          <p:spPr>
            <a:xfrm>
              <a:off x="1972639" y="1054987"/>
              <a:ext cx="203047" cy="233599"/>
            </a:xfrm>
            <a:prstGeom prst="rect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55" name="Google Shape;655;p21"/>
            <p:cNvSpPr/>
            <p:nvPr/>
          </p:nvSpPr>
          <p:spPr>
            <a:xfrm>
              <a:off x="1662704" y="1053277"/>
              <a:ext cx="203047" cy="233599"/>
            </a:xfrm>
            <a:prstGeom prst="rect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656" name="Google Shape;656;p21"/>
          <p:cNvGrpSpPr/>
          <p:nvPr/>
        </p:nvGrpSpPr>
        <p:grpSpPr>
          <a:xfrm>
            <a:off x="5427349" y="1277601"/>
            <a:ext cx="512982" cy="235309"/>
            <a:chOff x="1662704" y="1053277"/>
            <a:chExt cx="512982" cy="235309"/>
          </a:xfrm>
        </p:grpSpPr>
        <p:sp>
          <p:nvSpPr>
            <p:cNvPr id="657" name="Google Shape;657;p21"/>
            <p:cNvSpPr/>
            <p:nvPr/>
          </p:nvSpPr>
          <p:spPr>
            <a:xfrm>
              <a:off x="1972639" y="1054987"/>
              <a:ext cx="203047" cy="233599"/>
            </a:xfrm>
            <a:prstGeom prst="rect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58" name="Google Shape;658;p21"/>
            <p:cNvSpPr/>
            <p:nvPr/>
          </p:nvSpPr>
          <p:spPr>
            <a:xfrm>
              <a:off x="1662704" y="1053277"/>
              <a:ext cx="203047" cy="233599"/>
            </a:xfrm>
            <a:prstGeom prst="rect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659" name="Google Shape;659;p21"/>
          <p:cNvGrpSpPr/>
          <p:nvPr/>
        </p:nvGrpSpPr>
        <p:grpSpPr>
          <a:xfrm>
            <a:off x="400692" y="3760160"/>
            <a:ext cx="522877" cy="224957"/>
            <a:chOff x="1662704" y="1053277"/>
            <a:chExt cx="512982" cy="235309"/>
          </a:xfrm>
        </p:grpSpPr>
        <p:sp>
          <p:nvSpPr>
            <p:cNvPr id="660" name="Google Shape;660;p21"/>
            <p:cNvSpPr/>
            <p:nvPr/>
          </p:nvSpPr>
          <p:spPr>
            <a:xfrm>
              <a:off x="1972639" y="1054987"/>
              <a:ext cx="203047" cy="233599"/>
            </a:xfrm>
            <a:prstGeom prst="rect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61" name="Google Shape;661;p21"/>
            <p:cNvSpPr/>
            <p:nvPr/>
          </p:nvSpPr>
          <p:spPr>
            <a:xfrm>
              <a:off x="1662704" y="1053277"/>
              <a:ext cx="203047" cy="233599"/>
            </a:xfrm>
            <a:prstGeom prst="rect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662" name="Google Shape;662;p21"/>
          <p:cNvGrpSpPr/>
          <p:nvPr/>
        </p:nvGrpSpPr>
        <p:grpSpPr>
          <a:xfrm>
            <a:off x="1711200" y="3758525"/>
            <a:ext cx="522877" cy="224957"/>
            <a:chOff x="1662704" y="1053277"/>
            <a:chExt cx="512982" cy="235309"/>
          </a:xfrm>
        </p:grpSpPr>
        <p:sp>
          <p:nvSpPr>
            <p:cNvPr id="663" name="Google Shape;663;p21"/>
            <p:cNvSpPr/>
            <p:nvPr/>
          </p:nvSpPr>
          <p:spPr>
            <a:xfrm>
              <a:off x="1972639" y="1054987"/>
              <a:ext cx="203047" cy="233599"/>
            </a:xfrm>
            <a:prstGeom prst="rect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64" name="Google Shape;664;p21"/>
            <p:cNvSpPr/>
            <p:nvPr/>
          </p:nvSpPr>
          <p:spPr>
            <a:xfrm>
              <a:off x="1662704" y="1053277"/>
              <a:ext cx="203047" cy="233599"/>
            </a:xfrm>
            <a:prstGeom prst="rect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665" name="Google Shape;665;p21"/>
          <p:cNvGrpSpPr/>
          <p:nvPr/>
        </p:nvGrpSpPr>
        <p:grpSpPr>
          <a:xfrm>
            <a:off x="5593195" y="3755255"/>
            <a:ext cx="522877" cy="224957"/>
            <a:chOff x="1662704" y="1053277"/>
            <a:chExt cx="512982" cy="235309"/>
          </a:xfrm>
        </p:grpSpPr>
        <p:sp>
          <p:nvSpPr>
            <p:cNvPr id="666" name="Google Shape;666;p21"/>
            <p:cNvSpPr/>
            <p:nvPr/>
          </p:nvSpPr>
          <p:spPr>
            <a:xfrm>
              <a:off x="1972639" y="1054987"/>
              <a:ext cx="203047" cy="233599"/>
            </a:xfrm>
            <a:prstGeom prst="rect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67" name="Google Shape;667;p21"/>
            <p:cNvSpPr/>
            <p:nvPr/>
          </p:nvSpPr>
          <p:spPr>
            <a:xfrm>
              <a:off x="1662704" y="1053277"/>
              <a:ext cx="203047" cy="233599"/>
            </a:xfrm>
            <a:prstGeom prst="rect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668" name="Google Shape;668;p21"/>
          <p:cNvGrpSpPr/>
          <p:nvPr/>
        </p:nvGrpSpPr>
        <p:grpSpPr>
          <a:xfrm>
            <a:off x="4335566" y="3756890"/>
            <a:ext cx="522877" cy="224957"/>
            <a:chOff x="1662704" y="1053277"/>
            <a:chExt cx="512982" cy="235309"/>
          </a:xfrm>
        </p:grpSpPr>
        <p:sp>
          <p:nvSpPr>
            <p:cNvPr id="669" name="Google Shape;669;p21"/>
            <p:cNvSpPr/>
            <p:nvPr/>
          </p:nvSpPr>
          <p:spPr>
            <a:xfrm>
              <a:off x="1972639" y="1054987"/>
              <a:ext cx="203047" cy="233599"/>
            </a:xfrm>
            <a:prstGeom prst="rect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70" name="Google Shape;670;p21"/>
            <p:cNvSpPr/>
            <p:nvPr/>
          </p:nvSpPr>
          <p:spPr>
            <a:xfrm>
              <a:off x="1662704" y="1053277"/>
              <a:ext cx="203047" cy="233599"/>
            </a:xfrm>
            <a:prstGeom prst="rect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671" name="Google Shape;671;p21"/>
          <p:cNvGrpSpPr/>
          <p:nvPr/>
        </p:nvGrpSpPr>
        <p:grpSpPr>
          <a:xfrm>
            <a:off x="3025334" y="3762665"/>
            <a:ext cx="522877" cy="224957"/>
            <a:chOff x="1662704" y="1053277"/>
            <a:chExt cx="512982" cy="235309"/>
          </a:xfrm>
        </p:grpSpPr>
        <p:sp>
          <p:nvSpPr>
            <p:cNvPr id="672" name="Google Shape;672;p21"/>
            <p:cNvSpPr/>
            <p:nvPr/>
          </p:nvSpPr>
          <p:spPr>
            <a:xfrm>
              <a:off x="1972639" y="1054987"/>
              <a:ext cx="203047" cy="233599"/>
            </a:xfrm>
            <a:prstGeom prst="rect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73" name="Google Shape;673;p21"/>
            <p:cNvSpPr/>
            <p:nvPr/>
          </p:nvSpPr>
          <p:spPr>
            <a:xfrm>
              <a:off x="1662704" y="1053277"/>
              <a:ext cx="203047" cy="233599"/>
            </a:xfrm>
            <a:prstGeom prst="rect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674" name="Google Shape;674;p21"/>
          <p:cNvGrpSpPr/>
          <p:nvPr/>
        </p:nvGrpSpPr>
        <p:grpSpPr>
          <a:xfrm>
            <a:off x="409256" y="5227649"/>
            <a:ext cx="522877" cy="224957"/>
            <a:chOff x="1662704" y="1053277"/>
            <a:chExt cx="512982" cy="235309"/>
          </a:xfrm>
        </p:grpSpPr>
        <p:sp>
          <p:nvSpPr>
            <p:cNvPr id="675" name="Google Shape;675;p21"/>
            <p:cNvSpPr/>
            <p:nvPr/>
          </p:nvSpPr>
          <p:spPr>
            <a:xfrm>
              <a:off x="1972639" y="1054987"/>
              <a:ext cx="203047" cy="233599"/>
            </a:xfrm>
            <a:prstGeom prst="rect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76" name="Google Shape;676;p21"/>
            <p:cNvSpPr/>
            <p:nvPr/>
          </p:nvSpPr>
          <p:spPr>
            <a:xfrm>
              <a:off x="1662704" y="1053277"/>
              <a:ext cx="203047" cy="233599"/>
            </a:xfrm>
            <a:prstGeom prst="rect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677" name="Google Shape;677;p21"/>
          <p:cNvGrpSpPr/>
          <p:nvPr/>
        </p:nvGrpSpPr>
        <p:grpSpPr>
          <a:xfrm>
            <a:off x="1719764" y="5226014"/>
            <a:ext cx="522877" cy="224957"/>
            <a:chOff x="1662704" y="1053277"/>
            <a:chExt cx="512982" cy="235309"/>
          </a:xfrm>
        </p:grpSpPr>
        <p:sp>
          <p:nvSpPr>
            <p:cNvPr id="678" name="Google Shape;678;p21"/>
            <p:cNvSpPr/>
            <p:nvPr/>
          </p:nvSpPr>
          <p:spPr>
            <a:xfrm>
              <a:off x="1972639" y="1054987"/>
              <a:ext cx="203047" cy="233599"/>
            </a:xfrm>
            <a:prstGeom prst="rect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79" name="Google Shape;679;p21"/>
            <p:cNvSpPr/>
            <p:nvPr/>
          </p:nvSpPr>
          <p:spPr>
            <a:xfrm>
              <a:off x="1662704" y="1053277"/>
              <a:ext cx="203047" cy="233599"/>
            </a:xfrm>
            <a:prstGeom prst="rect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680" name="Google Shape;680;p21"/>
          <p:cNvGrpSpPr/>
          <p:nvPr/>
        </p:nvGrpSpPr>
        <p:grpSpPr>
          <a:xfrm>
            <a:off x="5601759" y="5222744"/>
            <a:ext cx="522877" cy="224957"/>
            <a:chOff x="1662704" y="1053277"/>
            <a:chExt cx="512982" cy="235309"/>
          </a:xfrm>
        </p:grpSpPr>
        <p:sp>
          <p:nvSpPr>
            <p:cNvPr id="681" name="Google Shape;681;p21"/>
            <p:cNvSpPr/>
            <p:nvPr/>
          </p:nvSpPr>
          <p:spPr>
            <a:xfrm>
              <a:off x="1972639" y="1054987"/>
              <a:ext cx="203047" cy="233599"/>
            </a:xfrm>
            <a:prstGeom prst="rect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82" name="Google Shape;682;p21"/>
            <p:cNvSpPr/>
            <p:nvPr/>
          </p:nvSpPr>
          <p:spPr>
            <a:xfrm>
              <a:off x="1662704" y="1053277"/>
              <a:ext cx="203047" cy="233599"/>
            </a:xfrm>
            <a:prstGeom prst="rect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683" name="Google Shape;683;p21"/>
          <p:cNvGrpSpPr/>
          <p:nvPr/>
        </p:nvGrpSpPr>
        <p:grpSpPr>
          <a:xfrm>
            <a:off x="4344130" y="5224379"/>
            <a:ext cx="522877" cy="224957"/>
            <a:chOff x="1662704" y="1053277"/>
            <a:chExt cx="512982" cy="235309"/>
          </a:xfrm>
        </p:grpSpPr>
        <p:sp>
          <p:nvSpPr>
            <p:cNvPr id="684" name="Google Shape;684;p21"/>
            <p:cNvSpPr/>
            <p:nvPr/>
          </p:nvSpPr>
          <p:spPr>
            <a:xfrm>
              <a:off x="1972639" y="1054987"/>
              <a:ext cx="203047" cy="233599"/>
            </a:xfrm>
            <a:prstGeom prst="rect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85" name="Google Shape;685;p21"/>
            <p:cNvSpPr/>
            <p:nvPr/>
          </p:nvSpPr>
          <p:spPr>
            <a:xfrm>
              <a:off x="1662704" y="1053277"/>
              <a:ext cx="203047" cy="233599"/>
            </a:xfrm>
            <a:prstGeom prst="rect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686" name="Google Shape;686;p21"/>
          <p:cNvGrpSpPr/>
          <p:nvPr/>
        </p:nvGrpSpPr>
        <p:grpSpPr>
          <a:xfrm>
            <a:off x="3033898" y="5230154"/>
            <a:ext cx="522877" cy="224957"/>
            <a:chOff x="1662704" y="1053277"/>
            <a:chExt cx="512982" cy="235309"/>
          </a:xfrm>
        </p:grpSpPr>
        <p:sp>
          <p:nvSpPr>
            <p:cNvPr id="687" name="Google Shape;687;p21"/>
            <p:cNvSpPr/>
            <p:nvPr/>
          </p:nvSpPr>
          <p:spPr>
            <a:xfrm>
              <a:off x="1972639" y="1054987"/>
              <a:ext cx="203047" cy="233599"/>
            </a:xfrm>
            <a:prstGeom prst="rect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88" name="Google Shape;688;p21"/>
            <p:cNvSpPr/>
            <p:nvPr/>
          </p:nvSpPr>
          <p:spPr>
            <a:xfrm>
              <a:off x="1662704" y="1053277"/>
              <a:ext cx="203047" cy="233599"/>
            </a:xfrm>
            <a:prstGeom prst="rect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689" name="Google Shape;689;p21"/>
          <p:cNvPicPr preferRelativeResize="0"/>
          <p:nvPr/>
        </p:nvPicPr>
        <p:blipFill rotWithShape="1">
          <a:blip r:embed="rId6">
            <a:alphaModFix/>
          </a:blip>
          <a:srcRect b="0" l="0" r="0" t="49981"/>
          <a:stretch/>
        </p:blipFill>
        <p:spPr>
          <a:xfrm>
            <a:off x="159482" y="6559030"/>
            <a:ext cx="6505220" cy="2848750"/>
          </a:xfrm>
          <a:prstGeom prst="rect">
            <a:avLst/>
          </a:prstGeom>
          <a:noFill/>
          <a:ln>
            <a:noFill/>
          </a:ln>
        </p:spPr>
      </p:pic>
      <p:sp>
        <p:nvSpPr>
          <p:cNvPr id="690" name="Google Shape;690;p21"/>
          <p:cNvSpPr txBox="1"/>
          <p:nvPr>
            <p:ph idx="12" type="sldNum"/>
          </p:nvPr>
        </p:nvSpPr>
        <p:spPr>
          <a:xfrm>
            <a:off x="5249629" y="9296455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691" name="Google Shape;691;p21"/>
          <p:cNvSpPr txBox="1"/>
          <p:nvPr/>
        </p:nvSpPr>
        <p:spPr>
          <a:xfrm>
            <a:off x="1647136" y="4563943"/>
            <a:ext cx="956812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1  4  3</a:t>
            </a:r>
            <a:endParaRPr/>
          </a:p>
        </p:txBody>
      </p:sp>
      <p:sp>
        <p:nvSpPr>
          <p:cNvPr id="692" name="Google Shape;692;p21"/>
          <p:cNvSpPr txBox="1"/>
          <p:nvPr/>
        </p:nvSpPr>
        <p:spPr>
          <a:xfrm>
            <a:off x="459824" y="4563943"/>
            <a:ext cx="956812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6  5</a:t>
            </a:r>
            <a:endParaRPr/>
          </a:p>
        </p:txBody>
      </p:sp>
      <p:sp>
        <p:nvSpPr>
          <p:cNvPr id="693" name="Google Shape;693;p21"/>
          <p:cNvSpPr txBox="1"/>
          <p:nvPr/>
        </p:nvSpPr>
        <p:spPr>
          <a:xfrm>
            <a:off x="1557271" y="2338942"/>
            <a:ext cx="956812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1  7   4</a:t>
            </a:r>
            <a:endParaRPr/>
          </a:p>
        </p:txBody>
      </p:sp>
      <p:sp>
        <p:nvSpPr>
          <p:cNvPr id="694" name="Google Shape;694;p21"/>
          <p:cNvSpPr txBox="1"/>
          <p:nvPr/>
        </p:nvSpPr>
        <p:spPr>
          <a:xfrm>
            <a:off x="3490800" y="2343757"/>
            <a:ext cx="956812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1  4  2</a:t>
            </a:r>
            <a:endParaRPr/>
          </a:p>
        </p:txBody>
      </p:sp>
      <p:sp>
        <p:nvSpPr>
          <p:cNvPr id="695" name="Google Shape;695;p21"/>
          <p:cNvSpPr txBox="1"/>
          <p:nvPr/>
        </p:nvSpPr>
        <p:spPr>
          <a:xfrm>
            <a:off x="5362255" y="2278557"/>
            <a:ext cx="956812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1  3   1</a:t>
            </a:r>
            <a:endParaRPr/>
          </a:p>
        </p:txBody>
      </p:sp>
      <p:sp>
        <p:nvSpPr>
          <p:cNvPr id="696" name="Google Shape;696;p21"/>
          <p:cNvSpPr txBox="1"/>
          <p:nvPr/>
        </p:nvSpPr>
        <p:spPr>
          <a:xfrm>
            <a:off x="3088059" y="4563943"/>
            <a:ext cx="956812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7 8</a:t>
            </a:r>
            <a:endParaRPr/>
          </a:p>
        </p:txBody>
      </p:sp>
      <p:sp>
        <p:nvSpPr>
          <p:cNvPr id="697" name="Google Shape;697;p21"/>
          <p:cNvSpPr txBox="1"/>
          <p:nvPr/>
        </p:nvSpPr>
        <p:spPr>
          <a:xfrm>
            <a:off x="4248622" y="4579062"/>
            <a:ext cx="956812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1  6  3</a:t>
            </a:r>
            <a:endParaRPr/>
          </a:p>
        </p:txBody>
      </p:sp>
      <p:sp>
        <p:nvSpPr>
          <p:cNvPr id="698" name="Google Shape;698;p21"/>
          <p:cNvSpPr txBox="1"/>
          <p:nvPr/>
        </p:nvSpPr>
        <p:spPr>
          <a:xfrm>
            <a:off x="5558969" y="4573876"/>
            <a:ext cx="956812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1  0  4</a:t>
            </a:r>
            <a:endParaRPr/>
          </a:p>
        </p:txBody>
      </p:sp>
      <p:sp>
        <p:nvSpPr>
          <p:cNvPr id="699" name="Google Shape;699;p21"/>
          <p:cNvSpPr txBox="1"/>
          <p:nvPr/>
        </p:nvSpPr>
        <p:spPr>
          <a:xfrm>
            <a:off x="1637446" y="5991923"/>
            <a:ext cx="956812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1  4  2</a:t>
            </a:r>
            <a:endParaRPr/>
          </a:p>
        </p:txBody>
      </p:sp>
      <p:sp>
        <p:nvSpPr>
          <p:cNvPr id="700" name="Google Shape;700;p21"/>
          <p:cNvSpPr txBox="1"/>
          <p:nvPr/>
        </p:nvSpPr>
        <p:spPr>
          <a:xfrm>
            <a:off x="323503" y="6008165"/>
            <a:ext cx="956812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2  0  4</a:t>
            </a:r>
            <a:endParaRPr/>
          </a:p>
        </p:txBody>
      </p:sp>
      <p:sp>
        <p:nvSpPr>
          <p:cNvPr id="701" name="Google Shape;701;p21"/>
          <p:cNvSpPr txBox="1"/>
          <p:nvPr/>
        </p:nvSpPr>
        <p:spPr>
          <a:xfrm>
            <a:off x="2966323" y="5991923"/>
            <a:ext cx="956812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1  6  2</a:t>
            </a:r>
            <a:endParaRPr/>
          </a:p>
        </p:txBody>
      </p:sp>
      <p:sp>
        <p:nvSpPr>
          <p:cNvPr id="702" name="Google Shape;702;p21"/>
          <p:cNvSpPr txBox="1"/>
          <p:nvPr/>
        </p:nvSpPr>
        <p:spPr>
          <a:xfrm>
            <a:off x="4238932" y="6007042"/>
            <a:ext cx="956812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1  2  2</a:t>
            </a:r>
            <a:endParaRPr/>
          </a:p>
        </p:txBody>
      </p:sp>
      <p:sp>
        <p:nvSpPr>
          <p:cNvPr id="703" name="Google Shape;703;p21"/>
          <p:cNvSpPr txBox="1"/>
          <p:nvPr/>
        </p:nvSpPr>
        <p:spPr>
          <a:xfrm>
            <a:off x="5549279" y="6001856"/>
            <a:ext cx="956812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1  6  5</a:t>
            </a:r>
            <a:endParaRPr/>
          </a:p>
        </p:txBody>
      </p:sp>
      <p:sp>
        <p:nvSpPr>
          <p:cNvPr id="704" name="Google Shape;704;p21"/>
          <p:cNvSpPr txBox="1"/>
          <p:nvPr/>
        </p:nvSpPr>
        <p:spPr>
          <a:xfrm>
            <a:off x="1764235" y="7467000"/>
            <a:ext cx="956812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9  3</a:t>
            </a:r>
            <a:endParaRPr/>
          </a:p>
        </p:txBody>
      </p:sp>
      <p:sp>
        <p:nvSpPr>
          <p:cNvPr id="705" name="Google Shape;705;p21"/>
          <p:cNvSpPr txBox="1"/>
          <p:nvPr/>
        </p:nvSpPr>
        <p:spPr>
          <a:xfrm>
            <a:off x="304766" y="7483242"/>
            <a:ext cx="956812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1  4  7</a:t>
            </a:r>
            <a:endParaRPr/>
          </a:p>
        </p:txBody>
      </p:sp>
      <p:sp>
        <p:nvSpPr>
          <p:cNvPr id="706" name="Google Shape;706;p21"/>
          <p:cNvSpPr txBox="1"/>
          <p:nvPr/>
        </p:nvSpPr>
        <p:spPr>
          <a:xfrm>
            <a:off x="2947586" y="7467000"/>
            <a:ext cx="956812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1  4  9</a:t>
            </a:r>
            <a:endParaRPr/>
          </a:p>
        </p:txBody>
      </p:sp>
      <p:sp>
        <p:nvSpPr>
          <p:cNvPr id="707" name="Google Shape;707;p21"/>
          <p:cNvSpPr txBox="1"/>
          <p:nvPr/>
        </p:nvSpPr>
        <p:spPr>
          <a:xfrm>
            <a:off x="4220195" y="7482119"/>
            <a:ext cx="956812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2  0  7</a:t>
            </a:r>
            <a:endParaRPr/>
          </a:p>
        </p:txBody>
      </p:sp>
      <p:sp>
        <p:nvSpPr>
          <p:cNvPr id="708" name="Google Shape;708;p21"/>
          <p:cNvSpPr txBox="1"/>
          <p:nvPr/>
        </p:nvSpPr>
        <p:spPr>
          <a:xfrm>
            <a:off x="5530542" y="7476933"/>
            <a:ext cx="956812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1  3  7</a:t>
            </a:r>
            <a:endParaRPr/>
          </a:p>
        </p:txBody>
      </p:sp>
      <p:sp>
        <p:nvSpPr>
          <p:cNvPr id="709" name="Google Shape;709;p21"/>
          <p:cNvSpPr txBox="1"/>
          <p:nvPr/>
        </p:nvSpPr>
        <p:spPr>
          <a:xfrm>
            <a:off x="1616272" y="8914868"/>
            <a:ext cx="956812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1  3  7</a:t>
            </a:r>
            <a:endParaRPr/>
          </a:p>
        </p:txBody>
      </p:sp>
      <p:sp>
        <p:nvSpPr>
          <p:cNvPr id="710" name="Google Shape;710;p21"/>
          <p:cNvSpPr txBox="1"/>
          <p:nvPr/>
        </p:nvSpPr>
        <p:spPr>
          <a:xfrm>
            <a:off x="323503" y="8889112"/>
            <a:ext cx="956812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2  0  6</a:t>
            </a:r>
            <a:endParaRPr/>
          </a:p>
        </p:txBody>
      </p:sp>
      <p:sp>
        <p:nvSpPr>
          <p:cNvPr id="711" name="Google Shape;711;p21"/>
          <p:cNvSpPr txBox="1"/>
          <p:nvPr/>
        </p:nvSpPr>
        <p:spPr>
          <a:xfrm>
            <a:off x="2938275" y="8889112"/>
            <a:ext cx="956812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1  6  3</a:t>
            </a:r>
            <a:endParaRPr/>
          </a:p>
        </p:txBody>
      </p:sp>
      <p:sp>
        <p:nvSpPr>
          <p:cNvPr id="712" name="Google Shape;712;p21"/>
          <p:cNvSpPr txBox="1"/>
          <p:nvPr/>
        </p:nvSpPr>
        <p:spPr>
          <a:xfrm>
            <a:off x="4260278" y="8889112"/>
            <a:ext cx="956812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1  1  9</a:t>
            </a:r>
            <a:endParaRPr/>
          </a:p>
        </p:txBody>
      </p:sp>
      <p:sp>
        <p:nvSpPr>
          <p:cNvPr id="713" name="Google Shape;713;p21"/>
          <p:cNvSpPr txBox="1"/>
          <p:nvPr/>
        </p:nvSpPr>
        <p:spPr>
          <a:xfrm>
            <a:off x="5558969" y="8914868"/>
            <a:ext cx="956812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2  1  0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7" name="Shape 7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8" name="Google Shape;718;p22"/>
          <p:cNvSpPr/>
          <p:nvPr/>
        </p:nvSpPr>
        <p:spPr>
          <a:xfrm>
            <a:off x="1644986" y="2149298"/>
            <a:ext cx="1245632" cy="398914"/>
          </a:xfrm>
          <a:prstGeom prst="rect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9" name="Google Shape;719;p22"/>
          <p:cNvSpPr/>
          <p:nvPr/>
        </p:nvSpPr>
        <p:spPr>
          <a:xfrm>
            <a:off x="3503133" y="2149298"/>
            <a:ext cx="1245632" cy="398914"/>
          </a:xfrm>
          <a:prstGeom prst="rect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0" name="Google Shape;720;p22"/>
          <p:cNvSpPr/>
          <p:nvPr/>
        </p:nvSpPr>
        <p:spPr>
          <a:xfrm>
            <a:off x="5318428" y="2165482"/>
            <a:ext cx="1245632" cy="398914"/>
          </a:xfrm>
          <a:prstGeom prst="rect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1" name="Google Shape;721;p22"/>
          <p:cNvSpPr/>
          <p:nvPr/>
        </p:nvSpPr>
        <p:spPr>
          <a:xfrm>
            <a:off x="120512" y="101993"/>
            <a:ext cx="6675966" cy="235607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Setting out and adding multiple integers, up to two digits, using column method involving exchanges </a:t>
            </a:r>
            <a:endParaRPr sz="12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2" name="Google Shape;722;p22"/>
          <p:cNvSpPr/>
          <p:nvPr/>
        </p:nvSpPr>
        <p:spPr>
          <a:xfrm>
            <a:off x="98857" y="2789693"/>
            <a:ext cx="1137954" cy="340453"/>
          </a:xfrm>
          <a:prstGeom prst="rect">
            <a:avLst/>
          </a:prstGeom>
          <a:solidFill>
            <a:srgbClr val="0070C0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Independent Practice</a:t>
            </a:r>
            <a:endParaRPr/>
          </a:p>
        </p:txBody>
      </p:sp>
      <p:sp>
        <p:nvSpPr>
          <p:cNvPr id="723" name="Google Shape;723;p22"/>
          <p:cNvSpPr txBox="1"/>
          <p:nvPr/>
        </p:nvSpPr>
        <p:spPr>
          <a:xfrm>
            <a:off x="1283339" y="2822647"/>
            <a:ext cx="3368166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 Add the following integers using column method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4" name="Google Shape;724;p22"/>
          <p:cNvSpPr txBox="1"/>
          <p:nvPr/>
        </p:nvSpPr>
        <p:spPr>
          <a:xfrm>
            <a:off x="5131360" y="298983"/>
            <a:ext cx="1577355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GB" sz="1200">
                <a:solidFill>
                  <a:srgbClr val="00B050"/>
                </a:solidFill>
                <a:latin typeface="Calibri"/>
                <a:ea typeface="Calibri"/>
                <a:cs typeface="Calibri"/>
                <a:sym typeface="Calibri"/>
              </a:rPr>
              <a:t>Example 30 - You do…</a:t>
            </a:r>
            <a:endParaRPr/>
          </a:p>
        </p:txBody>
      </p:sp>
      <p:sp>
        <p:nvSpPr>
          <p:cNvPr id="725" name="Google Shape;725;p22"/>
          <p:cNvSpPr txBox="1"/>
          <p:nvPr/>
        </p:nvSpPr>
        <p:spPr>
          <a:xfrm>
            <a:off x="3332777" y="301958"/>
            <a:ext cx="1554336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GB" sz="120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Example 29 - We do…</a:t>
            </a:r>
            <a:endParaRPr/>
          </a:p>
        </p:txBody>
      </p:sp>
      <p:sp>
        <p:nvSpPr>
          <p:cNvPr id="726" name="Google Shape;726;p22"/>
          <p:cNvSpPr txBox="1"/>
          <p:nvPr/>
        </p:nvSpPr>
        <p:spPr>
          <a:xfrm>
            <a:off x="1513076" y="329688"/>
            <a:ext cx="1387046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GB" sz="1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Example 28 - I do…</a:t>
            </a:r>
            <a:endParaRPr/>
          </a:p>
        </p:txBody>
      </p:sp>
      <p:graphicFrame>
        <p:nvGraphicFramePr>
          <p:cNvPr id="727" name="Google Shape;727;p22"/>
          <p:cNvGraphicFramePr/>
          <p:nvPr/>
        </p:nvGraphicFramePr>
        <p:xfrm>
          <a:off x="120511" y="591261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{B1698552-7BC1-484D-9047-C41039C6CE85}</a:tableStyleId>
              </a:tblPr>
              <a:tblGrid>
                <a:gridCol w="1323275"/>
                <a:gridCol w="1764625"/>
                <a:gridCol w="1762825"/>
                <a:gridCol w="1825225"/>
              </a:tblGrid>
              <a:tr h="3203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100">
                          <a:solidFill>
                            <a:schemeClr val="dk1"/>
                          </a:solidFill>
                        </a:rPr>
                        <a:t>Steps</a:t>
                      </a:r>
                      <a:endParaRPr b="1" sz="11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Calibri"/>
                        <a:buNone/>
                      </a:pPr>
                      <a:r>
                        <a:rPr b="0" lang="en-GB" sz="1100">
                          <a:solidFill>
                            <a:schemeClr val="dk1"/>
                          </a:solidFill>
                        </a:rPr>
                        <a:t> 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Calibri"/>
                        <a:buNone/>
                      </a:pPr>
                      <a:r>
                        <a:t/>
                      </a:r>
                      <a:endParaRPr b="0" sz="11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5883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Calibri"/>
                        <a:buNone/>
                      </a:pPr>
                      <a:r>
                        <a:rPr lang="en-GB" sz="1100">
                          <a:solidFill>
                            <a:schemeClr val="dk1"/>
                          </a:solidFill>
                        </a:rPr>
                        <a:t>1. Line up numbers in the correct columns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 rowSpan="4"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 rowSpan="4"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 rowSpan="4"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6324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>
                          <a:solidFill>
                            <a:schemeClr val="dk1"/>
                          </a:solidFill>
                        </a:rPr>
                        <a:t>2. Add each column starting with the ones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 vMerge="1"/>
                <a:tc vMerge="1"/>
                <a:tc vMerge="1"/>
              </a:tr>
              <a:tr h="6324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>
                          <a:solidFill>
                            <a:schemeClr val="dk1"/>
                          </a:solidFill>
                        </a:rPr>
                        <a:t>3. Write how many groups of ten are exchanged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 vMerge="1"/>
                <a:tc vMerge="1"/>
                <a:tc vMerge="1"/>
              </a:tr>
              <a:tr h="4449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>
                          <a:solidFill>
                            <a:schemeClr val="dk1"/>
                          </a:solidFill>
                        </a:rPr>
                        <a:t>4. Add this to your next column and repeat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 vMerge="1"/>
                <a:tc vMerge="1"/>
                <a:tc vMerge="1"/>
              </a:tr>
            </a:tbl>
          </a:graphicData>
        </a:graphic>
      </p:graphicFrame>
      <p:sp>
        <p:nvSpPr>
          <p:cNvPr id="728" name="Google Shape;728;p22"/>
          <p:cNvSpPr txBox="1"/>
          <p:nvPr/>
        </p:nvSpPr>
        <p:spPr>
          <a:xfrm>
            <a:off x="1443709" y="609814"/>
            <a:ext cx="1662763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Calculate 42 + 52 + 38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9" name="Google Shape;729;p22"/>
          <p:cNvSpPr txBox="1"/>
          <p:nvPr/>
        </p:nvSpPr>
        <p:spPr>
          <a:xfrm>
            <a:off x="3320244" y="608879"/>
            <a:ext cx="1513684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Calculate 29 + 17 + 9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0" name="Google Shape;730;p22"/>
          <p:cNvSpPr txBox="1"/>
          <p:nvPr/>
        </p:nvSpPr>
        <p:spPr>
          <a:xfrm>
            <a:off x="5114503" y="591261"/>
            <a:ext cx="1577354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Calculate 45 + 56 + 17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1" name="Google Shape;731;p22"/>
          <p:cNvSpPr/>
          <p:nvPr/>
        </p:nvSpPr>
        <p:spPr>
          <a:xfrm>
            <a:off x="1824545" y="2894247"/>
            <a:ext cx="1245632" cy="398914"/>
          </a:xfrm>
          <a:prstGeom prst="rect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2" name="Google Shape;732;p22"/>
          <p:cNvSpPr/>
          <p:nvPr/>
        </p:nvSpPr>
        <p:spPr>
          <a:xfrm>
            <a:off x="3618524" y="2894247"/>
            <a:ext cx="1245632" cy="398914"/>
          </a:xfrm>
          <a:prstGeom prst="rect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3" name="Google Shape;733;p22"/>
          <p:cNvSpPr/>
          <p:nvPr/>
        </p:nvSpPr>
        <p:spPr>
          <a:xfrm>
            <a:off x="5449861" y="2894389"/>
            <a:ext cx="1245632" cy="398914"/>
          </a:xfrm>
          <a:prstGeom prst="rect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4" name="Google Shape;734;p22"/>
          <p:cNvSpPr/>
          <p:nvPr/>
        </p:nvSpPr>
        <p:spPr>
          <a:xfrm>
            <a:off x="69362" y="3416499"/>
            <a:ext cx="1137954" cy="340453"/>
          </a:xfrm>
          <a:prstGeom prst="rect">
            <a:avLst/>
          </a:prstGeom>
          <a:solidFill>
            <a:srgbClr val="0070C0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Independent Practice</a:t>
            </a:r>
            <a:endParaRPr/>
          </a:p>
        </p:txBody>
      </p:sp>
      <p:sp>
        <p:nvSpPr>
          <p:cNvPr id="735" name="Google Shape;735;p22"/>
          <p:cNvSpPr txBox="1"/>
          <p:nvPr/>
        </p:nvSpPr>
        <p:spPr>
          <a:xfrm>
            <a:off x="1280315" y="3487874"/>
            <a:ext cx="3446713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10. Add the following integers using column method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6" name="Google Shape;736;p22"/>
          <p:cNvSpPr/>
          <p:nvPr/>
        </p:nvSpPr>
        <p:spPr>
          <a:xfrm>
            <a:off x="90283" y="3827115"/>
            <a:ext cx="2169020" cy="1857742"/>
          </a:xfrm>
          <a:prstGeom prst="rect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B0F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7" name="Google Shape;737;p22"/>
          <p:cNvSpPr txBox="1"/>
          <p:nvPr/>
        </p:nvSpPr>
        <p:spPr>
          <a:xfrm>
            <a:off x="138076" y="3836605"/>
            <a:ext cx="1218603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a) 35 + 52 + 26 =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8" name="Google Shape;738;p22"/>
          <p:cNvSpPr/>
          <p:nvPr/>
        </p:nvSpPr>
        <p:spPr>
          <a:xfrm>
            <a:off x="2345020" y="3836606"/>
            <a:ext cx="2169020" cy="1857742"/>
          </a:xfrm>
          <a:prstGeom prst="rect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B0F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9" name="Google Shape;739;p22"/>
          <p:cNvSpPr txBox="1"/>
          <p:nvPr/>
        </p:nvSpPr>
        <p:spPr>
          <a:xfrm>
            <a:off x="2392813" y="3846096"/>
            <a:ext cx="1260281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b) 25 + 16  + 98 =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0" name="Google Shape;740;p22"/>
          <p:cNvSpPr/>
          <p:nvPr/>
        </p:nvSpPr>
        <p:spPr>
          <a:xfrm>
            <a:off x="4612633" y="3827115"/>
            <a:ext cx="2169020" cy="1857742"/>
          </a:xfrm>
          <a:prstGeom prst="rect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B0F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1" name="Google Shape;741;p22"/>
          <p:cNvSpPr txBox="1"/>
          <p:nvPr/>
        </p:nvSpPr>
        <p:spPr>
          <a:xfrm>
            <a:off x="4660426" y="3836605"/>
            <a:ext cx="1132041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c) 35 + 17 + 9 =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2" name="Google Shape;742;p22"/>
          <p:cNvSpPr txBox="1"/>
          <p:nvPr/>
        </p:nvSpPr>
        <p:spPr>
          <a:xfrm>
            <a:off x="138076" y="5851263"/>
            <a:ext cx="1225015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d) 25 + 66 + 15 =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3" name="Google Shape;743;p22"/>
          <p:cNvSpPr txBox="1"/>
          <p:nvPr/>
        </p:nvSpPr>
        <p:spPr>
          <a:xfrm>
            <a:off x="2392813" y="5860754"/>
            <a:ext cx="1186543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e) 38 + 54 + 54=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4" name="Google Shape;744;p22"/>
          <p:cNvSpPr txBox="1"/>
          <p:nvPr/>
        </p:nvSpPr>
        <p:spPr>
          <a:xfrm>
            <a:off x="4648481" y="5793226"/>
            <a:ext cx="2059498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f) Liam travels 49 miles, then 19 miles, then another 19 miles. How far does he travel?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5" name="Google Shape;745;p22"/>
          <p:cNvSpPr/>
          <p:nvPr/>
        </p:nvSpPr>
        <p:spPr>
          <a:xfrm>
            <a:off x="98847" y="5767215"/>
            <a:ext cx="2169020" cy="1857742"/>
          </a:xfrm>
          <a:prstGeom prst="rect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B0F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6" name="Google Shape;746;p22"/>
          <p:cNvSpPr/>
          <p:nvPr/>
        </p:nvSpPr>
        <p:spPr>
          <a:xfrm>
            <a:off x="2353584" y="5776706"/>
            <a:ext cx="2169020" cy="1857742"/>
          </a:xfrm>
          <a:prstGeom prst="rect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B0F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7" name="Google Shape;747;p22"/>
          <p:cNvSpPr/>
          <p:nvPr/>
        </p:nvSpPr>
        <p:spPr>
          <a:xfrm>
            <a:off x="4621197" y="5767215"/>
            <a:ext cx="2169020" cy="1857742"/>
          </a:xfrm>
          <a:prstGeom prst="rect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B0F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8" name="Google Shape;748;p22"/>
          <p:cNvSpPr txBox="1"/>
          <p:nvPr/>
        </p:nvSpPr>
        <p:spPr>
          <a:xfrm>
            <a:off x="98847" y="7696690"/>
            <a:ext cx="2971330" cy="19389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g)  5, 6 and 7 are three consecutive numbers.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    They add up to 18.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    14, 15 and 16 are also three consecutive</a:t>
            </a:r>
            <a:br>
              <a:rPr b="0" i="0" lang="en-GB" sz="1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GB" sz="1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    numbers. They add up to 45.</a:t>
            </a:r>
            <a:br>
              <a:rPr b="0" i="0" lang="en-GB" sz="1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GB" sz="1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   Add up some</a:t>
            </a:r>
            <a:r>
              <a:rPr b="1" i="0" lang="en-GB" sz="1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other sets of three </a:t>
            </a:r>
            <a:br>
              <a:rPr b="1" i="0" lang="en-GB" sz="1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-GB" sz="1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   consecutive numbers and find their total. </a:t>
            </a:r>
            <a:br>
              <a:rPr b="1" i="0" lang="en-GB" sz="1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-GB" sz="1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   For example, 36, 37 and 38.</a:t>
            </a:r>
            <a:endParaRPr b="0" i="0" sz="12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   </a:t>
            </a:r>
            <a:r>
              <a:rPr b="0" i="0" lang="en-GB" sz="1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What do you notice about your answers?</a:t>
            </a:r>
            <a:br>
              <a:rPr b="0" i="0" lang="en-GB" sz="1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GB" sz="1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   Use this space to write down your working</a:t>
            </a:r>
            <a:br>
              <a:rPr lang="en-GB" sz="1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GB" sz="1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   out and your ideas.</a:t>
            </a:r>
            <a:endParaRPr b="0" i="0" sz="12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9" name="Google Shape;749;p22"/>
          <p:cNvSpPr/>
          <p:nvPr/>
        </p:nvSpPr>
        <p:spPr>
          <a:xfrm>
            <a:off x="106069" y="7707315"/>
            <a:ext cx="6675583" cy="2096692"/>
          </a:xfrm>
          <a:prstGeom prst="rect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B0F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0" name="Google Shape;750;p22"/>
          <p:cNvSpPr txBox="1"/>
          <p:nvPr>
            <p:ph idx="12" type="sldNum"/>
          </p:nvPr>
        </p:nvSpPr>
        <p:spPr>
          <a:xfrm>
            <a:off x="5397999" y="9590975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751" name="Google Shape;751;p22"/>
          <p:cNvSpPr txBox="1"/>
          <p:nvPr/>
        </p:nvSpPr>
        <p:spPr>
          <a:xfrm>
            <a:off x="3631539" y="2881943"/>
            <a:ext cx="956812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55</a:t>
            </a:r>
            <a:endParaRPr/>
          </a:p>
        </p:txBody>
      </p:sp>
      <p:sp>
        <p:nvSpPr>
          <p:cNvPr id="752" name="Google Shape;752;p22"/>
          <p:cNvSpPr txBox="1"/>
          <p:nvPr/>
        </p:nvSpPr>
        <p:spPr>
          <a:xfrm>
            <a:off x="1950276" y="2845685"/>
            <a:ext cx="956812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132</a:t>
            </a:r>
            <a:endParaRPr/>
          </a:p>
        </p:txBody>
      </p:sp>
      <p:sp>
        <p:nvSpPr>
          <p:cNvPr id="753" name="Google Shape;753;p22"/>
          <p:cNvSpPr txBox="1"/>
          <p:nvPr/>
        </p:nvSpPr>
        <p:spPr>
          <a:xfrm>
            <a:off x="5404527" y="2902683"/>
            <a:ext cx="956812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118</a:t>
            </a:r>
            <a:endParaRPr/>
          </a:p>
        </p:txBody>
      </p:sp>
      <p:sp>
        <p:nvSpPr>
          <p:cNvPr id="754" name="Google Shape;754;p22"/>
          <p:cNvSpPr txBox="1"/>
          <p:nvPr/>
        </p:nvSpPr>
        <p:spPr>
          <a:xfrm>
            <a:off x="2841838" y="5202577"/>
            <a:ext cx="956812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139</a:t>
            </a:r>
            <a:endParaRPr/>
          </a:p>
        </p:txBody>
      </p:sp>
      <p:sp>
        <p:nvSpPr>
          <p:cNvPr id="755" name="Google Shape;755;p22"/>
          <p:cNvSpPr txBox="1"/>
          <p:nvPr/>
        </p:nvSpPr>
        <p:spPr>
          <a:xfrm>
            <a:off x="801909" y="5209074"/>
            <a:ext cx="956812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113</a:t>
            </a:r>
            <a:endParaRPr/>
          </a:p>
        </p:txBody>
      </p:sp>
      <p:sp>
        <p:nvSpPr>
          <p:cNvPr id="756" name="Google Shape;756;p22"/>
          <p:cNvSpPr txBox="1"/>
          <p:nvPr/>
        </p:nvSpPr>
        <p:spPr>
          <a:xfrm>
            <a:off x="5068141" y="5194387"/>
            <a:ext cx="956812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61</a:t>
            </a:r>
            <a:endParaRPr/>
          </a:p>
        </p:txBody>
      </p:sp>
      <p:sp>
        <p:nvSpPr>
          <p:cNvPr id="757" name="Google Shape;757;p22"/>
          <p:cNvSpPr txBox="1"/>
          <p:nvPr/>
        </p:nvSpPr>
        <p:spPr>
          <a:xfrm>
            <a:off x="2757171" y="7098911"/>
            <a:ext cx="956812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146</a:t>
            </a:r>
            <a:endParaRPr/>
          </a:p>
        </p:txBody>
      </p:sp>
      <p:sp>
        <p:nvSpPr>
          <p:cNvPr id="758" name="Google Shape;758;p22"/>
          <p:cNvSpPr txBox="1"/>
          <p:nvPr/>
        </p:nvSpPr>
        <p:spPr>
          <a:xfrm>
            <a:off x="717242" y="7105408"/>
            <a:ext cx="956812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106</a:t>
            </a:r>
            <a:endParaRPr/>
          </a:p>
        </p:txBody>
      </p:sp>
      <p:sp>
        <p:nvSpPr>
          <p:cNvPr id="759" name="Google Shape;759;p22"/>
          <p:cNvSpPr txBox="1"/>
          <p:nvPr/>
        </p:nvSpPr>
        <p:spPr>
          <a:xfrm>
            <a:off x="4983474" y="7090721"/>
            <a:ext cx="956812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87</a:t>
            </a:r>
            <a:endParaRPr/>
          </a:p>
        </p:txBody>
      </p:sp>
      <p:sp>
        <p:nvSpPr>
          <p:cNvPr id="760" name="Google Shape;760;p22"/>
          <p:cNvSpPr txBox="1"/>
          <p:nvPr/>
        </p:nvSpPr>
        <p:spPr>
          <a:xfrm>
            <a:off x="3077399" y="7782630"/>
            <a:ext cx="2476734" cy="10156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36 + 37 + 38 = 111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25 + 26 + 27 = 78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0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4" name="Shape 7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65" name="Google Shape;765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55212" y="3598750"/>
            <a:ext cx="6616855" cy="5672249"/>
          </a:xfrm>
          <a:prstGeom prst="rect">
            <a:avLst/>
          </a:prstGeom>
          <a:noFill/>
          <a:ln>
            <a:noFill/>
          </a:ln>
        </p:spPr>
      </p:pic>
      <p:sp>
        <p:nvSpPr>
          <p:cNvPr id="766" name="Google Shape;766;p23"/>
          <p:cNvSpPr/>
          <p:nvPr/>
        </p:nvSpPr>
        <p:spPr>
          <a:xfrm>
            <a:off x="96102" y="82142"/>
            <a:ext cx="6675966" cy="235607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Adding two and three-digit integers using column method involving exchanges </a:t>
            </a:r>
            <a:endParaRPr sz="12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767" name="Google Shape;767;p23"/>
          <p:cNvGraphicFramePr/>
          <p:nvPr/>
        </p:nvGraphicFramePr>
        <p:xfrm>
          <a:off x="123301" y="561244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{B1698552-7BC1-484D-9047-C41039C6CE85}</a:tableStyleId>
              </a:tblPr>
              <a:tblGrid>
                <a:gridCol w="1127975"/>
                <a:gridCol w="1720525"/>
                <a:gridCol w="1888950"/>
                <a:gridCol w="1835025"/>
              </a:tblGrid>
              <a:tr h="2612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100">
                          <a:solidFill>
                            <a:schemeClr val="dk1"/>
                          </a:solidFill>
                        </a:rPr>
                        <a:t>Steps</a:t>
                      </a:r>
                      <a:endParaRPr b="1" sz="11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Calculate 649 + 156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Calibri"/>
                        <a:buNone/>
                      </a:pPr>
                      <a:r>
                        <a:rPr b="0" lang="en-GB" sz="1100">
                          <a:solidFill>
                            <a:schemeClr val="dk1"/>
                          </a:solidFill>
                        </a:rPr>
                        <a:t>Calculate 654 + 491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Calibri"/>
                        <a:buNone/>
                      </a:pPr>
                      <a:r>
                        <a:rPr b="0" lang="en-GB" sz="1100">
                          <a:solidFill>
                            <a:schemeClr val="dk1"/>
                          </a:solidFill>
                        </a:rPr>
                        <a:t>Calculate 264 + 967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7867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Calibri"/>
                        <a:buNone/>
                      </a:pPr>
                      <a:r>
                        <a:rPr lang="en-GB" sz="1100">
                          <a:solidFill>
                            <a:schemeClr val="dk1"/>
                          </a:solidFill>
                        </a:rPr>
                        <a:t>1. Add each column starting with the ones column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 rowSpan="3"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 rowSpan="3"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 rowSpan="3"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4938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>
                          <a:solidFill>
                            <a:schemeClr val="dk1"/>
                          </a:solidFill>
                        </a:rPr>
                        <a:t>2. Write how many groups of ten are exchanged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 vMerge="1"/>
                <a:tc vMerge="1"/>
                <a:tc vMerge="1"/>
              </a:tr>
              <a:tr h="4938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>
                          <a:solidFill>
                            <a:schemeClr val="dk1"/>
                          </a:solidFill>
                        </a:rPr>
                        <a:t>3. Add this to your next column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 vMerge="1"/>
                <a:tc vMerge="1"/>
                <a:tc vMerge="1"/>
              </a:tr>
            </a:tbl>
          </a:graphicData>
        </a:graphic>
      </p:graphicFrame>
      <p:sp>
        <p:nvSpPr>
          <p:cNvPr id="768" name="Google Shape;768;p23"/>
          <p:cNvSpPr txBox="1"/>
          <p:nvPr/>
        </p:nvSpPr>
        <p:spPr>
          <a:xfrm>
            <a:off x="5022894" y="326759"/>
            <a:ext cx="1577355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GB" sz="1200">
                <a:solidFill>
                  <a:srgbClr val="00B050"/>
                </a:solidFill>
                <a:latin typeface="Calibri"/>
                <a:ea typeface="Calibri"/>
                <a:cs typeface="Calibri"/>
                <a:sym typeface="Calibri"/>
              </a:rPr>
              <a:t>Example 33 - You do…</a:t>
            </a:r>
            <a:endParaRPr/>
          </a:p>
        </p:txBody>
      </p:sp>
      <p:sp>
        <p:nvSpPr>
          <p:cNvPr id="769" name="Google Shape;769;p23"/>
          <p:cNvSpPr txBox="1"/>
          <p:nvPr/>
        </p:nvSpPr>
        <p:spPr>
          <a:xfrm>
            <a:off x="3115909" y="330522"/>
            <a:ext cx="1554336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GB" sz="120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Example 32 - We do…</a:t>
            </a:r>
            <a:endParaRPr/>
          </a:p>
        </p:txBody>
      </p:sp>
      <p:sp>
        <p:nvSpPr>
          <p:cNvPr id="770" name="Google Shape;770;p23"/>
          <p:cNvSpPr txBox="1"/>
          <p:nvPr/>
        </p:nvSpPr>
        <p:spPr>
          <a:xfrm>
            <a:off x="1252262" y="306284"/>
            <a:ext cx="1387046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GB" sz="1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Example 31 - I do…</a:t>
            </a:r>
            <a:endParaRPr/>
          </a:p>
        </p:txBody>
      </p:sp>
      <p:sp>
        <p:nvSpPr>
          <p:cNvPr id="771" name="Google Shape;771;p23"/>
          <p:cNvSpPr/>
          <p:nvPr/>
        </p:nvSpPr>
        <p:spPr>
          <a:xfrm>
            <a:off x="69362" y="3043901"/>
            <a:ext cx="1137954" cy="340453"/>
          </a:xfrm>
          <a:prstGeom prst="rect">
            <a:avLst/>
          </a:prstGeom>
          <a:solidFill>
            <a:srgbClr val="0070C0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Independent Practice</a:t>
            </a:r>
            <a:endParaRPr/>
          </a:p>
        </p:txBody>
      </p:sp>
      <p:sp>
        <p:nvSpPr>
          <p:cNvPr id="772" name="Google Shape;772;p23"/>
          <p:cNvSpPr txBox="1"/>
          <p:nvPr/>
        </p:nvSpPr>
        <p:spPr>
          <a:xfrm>
            <a:off x="1280315" y="3115276"/>
            <a:ext cx="3446713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11. Add the following integers using column method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773" name="Google Shape;773;p2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374945" y="1203725"/>
            <a:ext cx="1490676" cy="1111897"/>
          </a:xfrm>
          <a:prstGeom prst="rect">
            <a:avLst/>
          </a:prstGeom>
          <a:noFill/>
          <a:ln>
            <a:noFill/>
          </a:ln>
        </p:spPr>
      </p:pic>
      <p:pic>
        <p:nvPicPr>
          <p:cNvPr id="774" name="Google Shape;774;p23"/>
          <p:cNvPicPr preferRelativeResize="0"/>
          <p:nvPr/>
        </p:nvPicPr>
        <p:blipFill rotWithShape="1">
          <a:blip r:embed="rId5">
            <a:alphaModFix/>
          </a:blip>
          <a:srcRect b="-285" l="0" r="4071" t="0"/>
          <a:stretch/>
        </p:blipFill>
        <p:spPr>
          <a:xfrm>
            <a:off x="3239372" y="1162629"/>
            <a:ext cx="1537600" cy="1111897"/>
          </a:xfrm>
          <a:prstGeom prst="rect">
            <a:avLst/>
          </a:prstGeom>
          <a:noFill/>
          <a:ln>
            <a:noFill/>
          </a:ln>
        </p:spPr>
      </p:pic>
      <p:pic>
        <p:nvPicPr>
          <p:cNvPr id="775" name="Google Shape;775;p2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096694" y="1143345"/>
            <a:ext cx="1537600" cy="1162003"/>
          </a:xfrm>
          <a:prstGeom prst="rect">
            <a:avLst/>
          </a:prstGeom>
          <a:noFill/>
          <a:ln>
            <a:noFill/>
          </a:ln>
        </p:spPr>
      </p:pic>
      <p:sp>
        <p:nvSpPr>
          <p:cNvPr id="776" name="Google Shape;776;p23"/>
          <p:cNvSpPr/>
          <p:nvPr/>
        </p:nvSpPr>
        <p:spPr>
          <a:xfrm>
            <a:off x="1665139" y="2510743"/>
            <a:ext cx="1245632" cy="398914"/>
          </a:xfrm>
          <a:prstGeom prst="rect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7" name="Google Shape;777;p23"/>
          <p:cNvSpPr/>
          <p:nvPr/>
        </p:nvSpPr>
        <p:spPr>
          <a:xfrm>
            <a:off x="3541310" y="2510743"/>
            <a:ext cx="1245632" cy="398914"/>
          </a:xfrm>
          <a:prstGeom prst="rect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8" name="Google Shape;778;p23"/>
          <p:cNvSpPr/>
          <p:nvPr/>
        </p:nvSpPr>
        <p:spPr>
          <a:xfrm>
            <a:off x="5382921" y="2510885"/>
            <a:ext cx="1245632" cy="398914"/>
          </a:xfrm>
          <a:prstGeom prst="rect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9" name="Google Shape;779;p23"/>
          <p:cNvSpPr txBox="1"/>
          <p:nvPr/>
        </p:nvSpPr>
        <p:spPr>
          <a:xfrm>
            <a:off x="97901" y="4966985"/>
            <a:ext cx="5948488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f)                                  g)                               h)                              i)                             j)     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0" name="Google Shape;780;p23"/>
          <p:cNvSpPr txBox="1"/>
          <p:nvPr/>
        </p:nvSpPr>
        <p:spPr>
          <a:xfrm>
            <a:off x="124689" y="6325499"/>
            <a:ext cx="6082114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k)                                  l)                               m)                              n)                             o)     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1" name="Google Shape;781;p23"/>
          <p:cNvSpPr txBox="1"/>
          <p:nvPr/>
        </p:nvSpPr>
        <p:spPr>
          <a:xfrm>
            <a:off x="110920" y="7821247"/>
            <a:ext cx="6009979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p)                                  q)                               r)                              s)                             t)     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2" name="Google Shape;782;p23"/>
          <p:cNvSpPr txBox="1"/>
          <p:nvPr/>
        </p:nvSpPr>
        <p:spPr>
          <a:xfrm>
            <a:off x="-26824" y="3505464"/>
            <a:ext cx="5932324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a)                                  b)                               c)                              d)                             e)     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3" name="Google Shape;783;p23"/>
          <p:cNvSpPr txBox="1"/>
          <p:nvPr>
            <p:ph idx="12" type="sldNum"/>
          </p:nvPr>
        </p:nvSpPr>
        <p:spPr>
          <a:xfrm>
            <a:off x="5274864" y="9337581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784" name="Google Shape;784;p23"/>
          <p:cNvSpPr txBox="1"/>
          <p:nvPr/>
        </p:nvSpPr>
        <p:spPr>
          <a:xfrm>
            <a:off x="3635222" y="2551310"/>
            <a:ext cx="956812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1145</a:t>
            </a:r>
            <a:endParaRPr/>
          </a:p>
        </p:txBody>
      </p:sp>
      <p:sp>
        <p:nvSpPr>
          <p:cNvPr id="785" name="Google Shape;785;p23"/>
          <p:cNvSpPr txBox="1"/>
          <p:nvPr/>
        </p:nvSpPr>
        <p:spPr>
          <a:xfrm>
            <a:off x="1953959" y="2515052"/>
            <a:ext cx="956812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705</a:t>
            </a:r>
            <a:endParaRPr/>
          </a:p>
        </p:txBody>
      </p:sp>
      <p:sp>
        <p:nvSpPr>
          <p:cNvPr id="786" name="Google Shape;786;p23"/>
          <p:cNvSpPr txBox="1"/>
          <p:nvPr/>
        </p:nvSpPr>
        <p:spPr>
          <a:xfrm>
            <a:off x="5408210" y="2572050"/>
            <a:ext cx="956812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1231</a:t>
            </a:r>
            <a:endParaRPr/>
          </a:p>
        </p:txBody>
      </p:sp>
      <p:sp>
        <p:nvSpPr>
          <p:cNvPr id="787" name="Google Shape;787;p23"/>
          <p:cNvSpPr txBox="1"/>
          <p:nvPr/>
        </p:nvSpPr>
        <p:spPr>
          <a:xfrm>
            <a:off x="1756437" y="4333235"/>
            <a:ext cx="956812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246</a:t>
            </a:r>
            <a:endParaRPr/>
          </a:p>
        </p:txBody>
      </p:sp>
      <p:sp>
        <p:nvSpPr>
          <p:cNvPr id="788" name="Google Shape;788;p23"/>
          <p:cNvSpPr txBox="1"/>
          <p:nvPr/>
        </p:nvSpPr>
        <p:spPr>
          <a:xfrm>
            <a:off x="337674" y="4282527"/>
            <a:ext cx="956812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1547</a:t>
            </a:r>
            <a:endParaRPr/>
          </a:p>
        </p:txBody>
      </p:sp>
      <p:sp>
        <p:nvSpPr>
          <p:cNvPr id="789" name="Google Shape;789;p23"/>
          <p:cNvSpPr txBox="1"/>
          <p:nvPr/>
        </p:nvSpPr>
        <p:spPr>
          <a:xfrm>
            <a:off x="3048347" y="4340060"/>
            <a:ext cx="956812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1491</a:t>
            </a:r>
            <a:endParaRPr/>
          </a:p>
        </p:txBody>
      </p:sp>
      <p:sp>
        <p:nvSpPr>
          <p:cNvPr id="790" name="Google Shape;790;p23"/>
          <p:cNvSpPr txBox="1"/>
          <p:nvPr/>
        </p:nvSpPr>
        <p:spPr>
          <a:xfrm>
            <a:off x="4349392" y="4311026"/>
            <a:ext cx="956812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1040</a:t>
            </a:r>
            <a:endParaRPr/>
          </a:p>
        </p:txBody>
      </p:sp>
      <p:sp>
        <p:nvSpPr>
          <p:cNvPr id="791" name="Google Shape;791;p23"/>
          <p:cNvSpPr txBox="1"/>
          <p:nvPr/>
        </p:nvSpPr>
        <p:spPr>
          <a:xfrm>
            <a:off x="5663212" y="4346880"/>
            <a:ext cx="956812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1076</a:t>
            </a:r>
            <a:endParaRPr/>
          </a:p>
        </p:txBody>
      </p:sp>
      <p:sp>
        <p:nvSpPr>
          <p:cNvPr id="792" name="Google Shape;792;p23"/>
          <p:cNvSpPr txBox="1"/>
          <p:nvPr/>
        </p:nvSpPr>
        <p:spPr>
          <a:xfrm>
            <a:off x="1829198" y="5830674"/>
            <a:ext cx="956812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1130</a:t>
            </a:r>
            <a:endParaRPr/>
          </a:p>
        </p:txBody>
      </p:sp>
      <p:sp>
        <p:nvSpPr>
          <p:cNvPr id="793" name="Google Shape;793;p23"/>
          <p:cNvSpPr txBox="1"/>
          <p:nvPr/>
        </p:nvSpPr>
        <p:spPr>
          <a:xfrm>
            <a:off x="410435" y="5779966"/>
            <a:ext cx="956812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853</a:t>
            </a:r>
            <a:endParaRPr/>
          </a:p>
        </p:txBody>
      </p:sp>
      <p:sp>
        <p:nvSpPr>
          <p:cNvPr id="794" name="Google Shape;794;p23"/>
          <p:cNvSpPr txBox="1"/>
          <p:nvPr/>
        </p:nvSpPr>
        <p:spPr>
          <a:xfrm>
            <a:off x="3062904" y="5838361"/>
            <a:ext cx="956812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1139</a:t>
            </a:r>
            <a:endParaRPr/>
          </a:p>
        </p:txBody>
      </p:sp>
      <p:sp>
        <p:nvSpPr>
          <p:cNvPr id="795" name="Google Shape;795;p23"/>
          <p:cNvSpPr txBox="1"/>
          <p:nvPr/>
        </p:nvSpPr>
        <p:spPr>
          <a:xfrm>
            <a:off x="4296371" y="5816928"/>
            <a:ext cx="956812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1549</a:t>
            </a:r>
            <a:endParaRPr/>
          </a:p>
        </p:txBody>
      </p:sp>
      <p:sp>
        <p:nvSpPr>
          <p:cNvPr id="796" name="Google Shape;796;p23"/>
          <p:cNvSpPr txBox="1"/>
          <p:nvPr/>
        </p:nvSpPr>
        <p:spPr>
          <a:xfrm>
            <a:off x="5735973" y="5844319"/>
            <a:ext cx="956812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554</a:t>
            </a:r>
            <a:endParaRPr/>
          </a:p>
        </p:txBody>
      </p:sp>
      <p:sp>
        <p:nvSpPr>
          <p:cNvPr id="797" name="Google Shape;797;p23"/>
          <p:cNvSpPr txBox="1"/>
          <p:nvPr/>
        </p:nvSpPr>
        <p:spPr>
          <a:xfrm>
            <a:off x="1829198" y="7278968"/>
            <a:ext cx="956812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854</a:t>
            </a:r>
            <a:endParaRPr/>
          </a:p>
        </p:txBody>
      </p:sp>
      <p:sp>
        <p:nvSpPr>
          <p:cNvPr id="798" name="Google Shape;798;p23"/>
          <p:cNvSpPr txBox="1"/>
          <p:nvPr/>
        </p:nvSpPr>
        <p:spPr>
          <a:xfrm>
            <a:off x="426982" y="7307370"/>
            <a:ext cx="956812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378</a:t>
            </a:r>
            <a:endParaRPr/>
          </a:p>
        </p:txBody>
      </p:sp>
      <p:sp>
        <p:nvSpPr>
          <p:cNvPr id="799" name="Google Shape;799;p23"/>
          <p:cNvSpPr txBox="1"/>
          <p:nvPr/>
        </p:nvSpPr>
        <p:spPr>
          <a:xfrm>
            <a:off x="3062904" y="7286655"/>
            <a:ext cx="956812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1210</a:t>
            </a:r>
            <a:endParaRPr/>
          </a:p>
        </p:txBody>
      </p:sp>
      <p:sp>
        <p:nvSpPr>
          <p:cNvPr id="800" name="Google Shape;800;p23"/>
          <p:cNvSpPr txBox="1"/>
          <p:nvPr/>
        </p:nvSpPr>
        <p:spPr>
          <a:xfrm>
            <a:off x="4422153" y="7256759"/>
            <a:ext cx="956812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1134</a:t>
            </a:r>
            <a:endParaRPr/>
          </a:p>
        </p:txBody>
      </p:sp>
      <p:sp>
        <p:nvSpPr>
          <p:cNvPr id="801" name="Google Shape;801;p23"/>
          <p:cNvSpPr txBox="1"/>
          <p:nvPr/>
        </p:nvSpPr>
        <p:spPr>
          <a:xfrm>
            <a:off x="5735973" y="7292613"/>
            <a:ext cx="956812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1167</a:t>
            </a:r>
            <a:endParaRPr/>
          </a:p>
        </p:txBody>
      </p:sp>
      <p:sp>
        <p:nvSpPr>
          <p:cNvPr id="802" name="Google Shape;802;p23"/>
          <p:cNvSpPr txBox="1"/>
          <p:nvPr/>
        </p:nvSpPr>
        <p:spPr>
          <a:xfrm>
            <a:off x="1829198" y="8844840"/>
            <a:ext cx="956812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1419</a:t>
            </a:r>
            <a:endParaRPr/>
          </a:p>
        </p:txBody>
      </p:sp>
      <p:sp>
        <p:nvSpPr>
          <p:cNvPr id="803" name="Google Shape;803;p23"/>
          <p:cNvSpPr txBox="1"/>
          <p:nvPr/>
        </p:nvSpPr>
        <p:spPr>
          <a:xfrm>
            <a:off x="410435" y="8794132"/>
            <a:ext cx="956812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1029</a:t>
            </a:r>
            <a:endParaRPr/>
          </a:p>
        </p:txBody>
      </p:sp>
      <p:sp>
        <p:nvSpPr>
          <p:cNvPr id="804" name="Google Shape;804;p23"/>
          <p:cNvSpPr txBox="1"/>
          <p:nvPr/>
        </p:nvSpPr>
        <p:spPr>
          <a:xfrm>
            <a:off x="3062904" y="8852527"/>
            <a:ext cx="956812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1743</a:t>
            </a:r>
            <a:endParaRPr/>
          </a:p>
        </p:txBody>
      </p:sp>
      <p:sp>
        <p:nvSpPr>
          <p:cNvPr id="805" name="Google Shape;805;p23"/>
          <p:cNvSpPr txBox="1"/>
          <p:nvPr/>
        </p:nvSpPr>
        <p:spPr>
          <a:xfrm>
            <a:off x="4422153" y="8822631"/>
            <a:ext cx="956812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342</a:t>
            </a:r>
            <a:endParaRPr/>
          </a:p>
        </p:txBody>
      </p:sp>
      <p:sp>
        <p:nvSpPr>
          <p:cNvPr id="806" name="Google Shape;806;p23"/>
          <p:cNvSpPr txBox="1"/>
          <p:nvPr/>
        </p:nvSpPr>
        <p:spPr>
          <a:xfrm>
            <a:off x="5702445" y="8819804"/>
            <a:ext cx="956812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752</a:t>
            </a:r>
            <a:endParaRPr/>
          </a:p>
        </p:txBody>
      </p:sp>
      <p:sp>
        <p:nvSpPr>
          <p:cNvPr id="807" name="Google Shape;807;p23"/>
          <p:cNvSpPr/>
          <p:nvPr/>
        </p:nvSpPr>
        <p:spPr>
          <a:xfrm>
            <a:off x="1817792" y="1553739"/>
            <a:ext cx="228202" cy="199250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8" name="Google Shape;808;p23"/>
          <p:cNvSpPr/>
          <p:nvPr/>
        </p:nvSpPr>
        <p:spPr>
          <a:xfrm>
            <a:off x="1953959" y="4132337"/>
            <a:ext cx="228202" cy="199250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9" name="Google Shape;809;p23"/>
          <p:cNvSpPr/>
          <p:nvPr/>
        </p:nvSpPr>
        <p:spPr>
          <a:xfrm>
            <a:off x="5892697" y="5350050"/>
            <a:ext cx="228202" cy="199250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0" name="Google Shape;810;p23"/>
          <p:cNvSpPr/>
          <p:nvPr/>
        </p:nvSpPr>
        <p:spPr>
          <a:xfrm>
            <a:off x="628767" y="7104170"/>
            <a:ext cx="228202" cy="199250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1" name="Google Shape;811;p23"/>
          <p:cNvSpPr/>
          <p:nvPr/>
        </p:nvSpPr>
        <p:spPr>
          <a:xfrm>
            <a:off x="4579685" y="8361953"/>
            <a:ext cx="228202" cy="199250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15" name="Shape 8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6" name="Google Shape;816;p24"/>
          <p:cNvSpPr/>
          <p:nvPr/>
        </p:nvSpPr>
        <p:spPr>
          <a:xfrm>
            <a:off x="1644986" y="2149298"/>
            <a:ext cx="1245632" cy="398914"/>
          </a:xfrm>
          <a:prstGeom prst="rect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7" name="Google Shape;817;p24"/>
          <p:cNvSpPr/>
          <p:nvPr/>
        </p:nvSpPr>
        <p:spPr>
          <a:xfrm>
            <a:off x="3503133" y="2149298"/>
            <a:ext cx="1245632" cy="398914"/>
          </a:xfrm>
          <a:prstGeom prst="rect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8" name="Google Shape;818;p24"/>
          <p:cNvSpPr/>
          <p:nvPr/>
        </p:nvSpPr>
        <p:spPr>
          <a:xfrm>
            <a:off x="5318428" y="2165482"/>
            <a:ext cx="1245632" cy="398914"/>
          </a:xfrm>
          <a:prstGeom prst="rect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9" name="Google Shape;819;p24"/>
          <p:cNvSpPr/>
          <p:nvPr/>
        </p:nvSpPr>
        <p:spPr>
          <a:xfrm>
            <a:off x="120512" y="101993"/>
            <a:ext cx="6675966" cy="235607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Setting out and adding integers, up to three digits, using column method involving exchanges </a:t>
            </a:r>
            <a:endParaRPr sz="12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0" name="Google Shape;820;p24"/>
          <p:cNvSpPr txBox="1"/>
          <p:nvPr/>
        </p:nvSpPr>
        <p:spPr>
          <a:xfrm>
            <a:off x="1283339" y="2822647"/>
            <a:ext cx="3368166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 Add the following integers using column method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1" name="Google Shape;821;p24"/>
          <p:cNvSpPr txBox="1"/>
          <p:nvPr/>
        </p:nvSpPr>
        <p:spPr>
          <a:xfrm>
            <a:off x="5131360" y="298983"/>
            <a:ext cx="1577355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GB" sz="1200">
                <a:solidFill>
                  <a:srgbClr val="00B050"/>
                </a:solidFill>
                <a:latin typeface="Calibri"/>
                <a:ea typeface="Calibri"/>
                <a:cs typeface="Calibri"/>
                <a:sym typeface="Calibri"/>
              </a:rPr>
              <a:t>Example 36 - You do…</a:t>
            </a:r>
            <a:endParaRPr/>
          </a:p>
        </p:txBody>
      </p:sp>
      <p:sp>
        <p:nvSpPr>
          <p:cNvPr id="822" name="Google Shape;822;p24"/>
          <p:cNvSpPr txBox="1"/>
          <p:nvPr/>
        </p:nvSpPr>
        <p:spPr>
          <a:xfrm>
            <a:off x="3332777" y="301958"/>
            <a:ext cx="1554336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GB" sz="120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Example 35 - We do…</a:t>
            </a:r>
            <a:endParaRPr/>
          </a:p>
        </p:txBody>
      </p:sp>
      <p:sp>
        <p:nvSpPr>
          <p:cNvPr id="823" name="Google Shape;823;p24"/>
          <p:cNvSpPr txBox="1"/>
          <p:nvPr/>
        </p:nvSpPr>
        <p:spPr>
          <a:xfrm>
            <a:off x="1513076" y="329688"/>
            <a:ext cx="1387046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GB" sz="1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Example 34 - I do…</a:t>
            </a:r>
            <a:endParaRPr/>
          </a:p>
        </p:txBody>
      </p:sp>
      <p:graphicFrame>
        <p:nvGraphicFramePr>
          <p:cNvPr id="824" name="Google Shape;824;p24"/>
          <p:cNvGraphicFramePr/>
          <p:nvPr/>
        </p:nvGraphicFramePr>
        <p:xfrm>
          <a:off x="120511" y="591261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{B1698552-7BC1-484D-9047-C41039C6CE85}</a:tableStyleId>
              </a:tblPr>
              <a:tblGrid>
                <a:gridCol w="1323275"/>
                <a:gridCol w="1764625"/>
                <a:gridCol w="1762825"/>
                <a:gridCol w="1825225"/>
              </a:tblGrid>
              <a:tr h="3203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100">
                          <a:solidFill>
                            <a:schemeClr val="dk1"/>
                          </a:solidFill>
                        </a:rPr>
                        <a:t>Steps</a:t>
                      </a:r>
                      <a:endParaRPr b="1" sz="11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Calibri"/>
                        <a:buNone/>
                      </a:pPr>
                      <a:r>
                        <a:rPr b="0" lang="en-GB" sz="1100">
                          <a:solidFill>
                            <a:schemeClr val="dk1"/>
                          </a:solidFill>
                        </a:rPr>
                        <a:t> 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Calibri"/>
                        <a:buNone/>
                      </a:pPr>
                      <a:r>
                        <a:t/>
                      </a:r>
                      <a:endParaRPr b="0" sz="11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5883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Calibri"/>
                        <a:buNone/>
                      </a:pPr>
                      <a:r>
                        <a:rPr lang="en-GB" sz="1100">
                          <a:solidFill>
                            <a:schemeClr val="dk1"/>
                          </a:solidFill>
                        </a:rPr>
                        <a:t>1. Line up numbers in the correct columns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 rowSpan="4"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 rowSpan="4"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 rowSpan="4"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6324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>
                          <a:solidFill>
                            <a:schemeClr val="dk1"/>
                          </a:solidFill>
                        </a:rPr>
                        <a:t>2. Add each column starting with the ones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 vMerge="1"/>
                <a:tc vMerge="1"/>
                <a:tc vMerge="1"/>
              </a:tr>
              <a:tr h="6324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>
                          <a:solidFill>
                            <a:schemeClr val="dk1"/>
                          </a:solidFill>
                        </a:rPr>
                        <a:t>3. Write how many groups of ten are exchanged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 vMerge="1"/>
                <a:tc vMerge="1"/>
                <a:tc vMerge="1"/>
              </a:tr>
              <a:tr h="4449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>
                          <a:solidFill>
                            <a:schemeClr val="dk1"/>
                          </a:solidFill>
                        </a:rPr>
                        <a:t>4. Add this to your next column and repeat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 vMerge="1"/>
                <a:tc vMerge="1"/>
                <a:tc vMerge="1"/>
              </a:tr>
            </a:tbl>
          </a:graphicData>
        </a:graphic>
      </p:graphicFrame>
      <p:sp>
        <p:nvSpPr>
          <p:cNvPr id="825" name="Google Shape;825;p24"/>
          <p:cNvSpPr txBox="1"/>
          <p:nvPr/>
        </p:nvSpPr>
        <p:spPr>
          <a:xfrm>
            <a:off x="1443709" y="609814"/>
            <a:ext cx="1515287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Calculate 425 + 878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6" name="Google Shape;826;p24"/>
          <p:cNvSpPr txBox="1"/>
          <p:nvPr/>
        </p:nvSpPr>
        <p:spPr>
          <a:xfrm>
            <a:off x="3320244" y="608879"/>
            <a:ext cx="1330942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Calculate 248 + 67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7" name="Google Shape;827;p24"/>
          <p:cNvSpPr txBox="1"/>
          <p:nvPr/>
        </p:nvSpPr>
        <p:spPr>
          <a:xfrm>
            <a:off x="5114503" y="591261"/>
            <a:ext cx="1577354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Calculate 455 + 775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8" name="Google Shape;828;p24"/>
          <p:cNvSpPr/>
          <p:nvPr/>
        </p:nvSpPr>
        <p:spPr>
          <a:xfrm>
            <a:off x="1824545" y="2894247"/>
            <a:ext cx="1245632" cy="398914"/>
          </a:xfrm>
          <a:prstGeom prst="rect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9" name="Google Shape;829;p24"/>
          <p:cNvSpPr/>
          <p:nvPr/>
        </p:nvSpPr>
        <p:spPr>
          <a:xfrm>
            <a:off x="3618524" y="2894247"/>
            <a:ext cx="1245632" cy="398914"/>
          </a:xfrm>
          <a:prstGeom prst="rect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0" name="Google Shape;830;p24"/>
          <p:cNvSpPr/>
          <p:nvPr/>
        </p:nvSpPr>
        <p:spPr>
          <a:xfrm>
            <a:off x="5449861" y="2894389"/>
            <a:ext cx="1245632" cy="398914"/>
          </a:xfrm>
          <a:prstGeom prst="rect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1" name="Google Shape;831;p24"/>
          <p:cNvSpPr/>
          <p:nvPr/>
        </p:nvSpPr>
        <p:spPr>
          <a:xfrm>
            <a:off x="69362" y="3416499"/>
            <a:ext cx="1137954" cy="340453"/>
          </a:xfrm>
          <a:prstGeom prst="rect">
            <a:avLst/>
          </a:prstGeom>
          <a:solidFill>
            <a:srgbClr val="0070C0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Independent Practice</a:t>
            </a:r>
            <a:endParaRPr/>
          </a:p>
        </p:txBody>
      </p:sp>
      <p:sp>
        <p:nvSpPr>
          <p:cNvPr id="832" name="Google Shape;832;p24"/>
          <p:cNvSpPr txBox="1"/>
          <p:nvPr/>
        </p:nvSpPr>
        <p:spPr>
          <a:xfrm>
            <a:off x="1280315" y="3487874"/>
            <a:ext cx="3446713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12. Add the following integers using column method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3" name="Google Shape;833;p24"/>
          <p:cNvSpPr/>
          <p:nvPr/>
        </p:nvSpPr>
        <p:spPr>
          <a:xfrm>
            <a:off x="78856" y="3812242"/>
            <a:ext cx="2169020" cy="1940438"/>
          </a:xfrm>
          <a:prstGeom prst="rect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B0F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4" name="Google Shape;834;p24"/>
          <p:cNvSpPr txBox="1"/>
          <p:nvPr/>
        </p:nvSpPr>
        <p:spPr>
          <a:xfrm>
            <a:off x="126649" y="3821732"/>
            <a:ext cx="1071127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a) 352 + 451 =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5" name="Google Shape;835;p24"/>
          <p:cNvSpPr/>
          <p:nvPr/>
        </p:nvSpPr>
        <p:spPr>
          <a:xfrm>
            <a:off x="2333593" y="3821733"/>
            <a:ext cx="2169020" cy="1940438"/>
          </a:xfrm>
          <a:prstGeom prst="rect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B0F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6" name="Google Shape;836;p24"/>
          <p:cNvSpPr txBox="1"/>
          <p:nvPr/>
        </p:nvSpPr>
        <p:spPr>
          <a:xfrm>
            <a:off x="2381386" y="3831223"/>
            <a:ext cx="1077539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b) 255 + 182 =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7" name="Google Shape;837;p24"/>
          <p:cNvSpPr/>
          <p:nvPr/>
        </p:nvSpPr>
        <p:spPr>
          <a:xfrm>
            <a:off x="4601206" y="3812242"/>
            <a:ext cx="2169020" cy="1940438"/>
          </a:xfrm>
          <a:prstGeom prst="rect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B0F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8" name="Google Shape;838;p24"/>
          <p:cNvSpPr txBox="1"/>
          <p:nvPr/>
        </p:nvSpPr>
        <p:spPr>
          <a:xfrm>
            <a:off x="4648999" y="3821732"/>
            <a:ext cx="1063112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c) 458 + 379 =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9" name="Google Shape;839;p24"/>
          <p:cNvSpPr/>
          <p:nvPr/>
        </p:nvSpPr>
        <p:spPr>
          <a:xfrm>
            <a:off x="78856" y="5839770"/>
            <a:ext cx="2169020" cy="1932279"/>
          </a:xfrm>
          <a:prstGeom prst="rect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B0F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0" name="Google Shape;840;p24"/>
          <p:cNvSpPr txBox="1"/>
          <p:nvPr/>
        </p:nvSpPr>
        <p:spPr>
          <a:xfrm>
            <a:off x="126649" y="5849261"/>
            <a:ext cx="998991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d) 356 + 45 =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1" name="Google Shape;841;p24"/>
          <p:cNvSpPr/>
          <p:nvPr/>
        </p:nvSpPr>
        <p:spPr>
          <a:xfrm>
            <a:off x="2333593" y="5849261"/>
            <a:ext cx="2169020" cy="1932279"/>
          </a:xfrm>
          <a:prstGeom prst="rect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B0F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2" name="Google Shape;842;p24"/>
          <p:cNvSpPr txBox="1"/>
          <p:nvPr/>
        </p:nvSpPr>
        <p:spPr>
          <a:xfrm>
            <a:off x="2381386" y="5858752"/>
            <a:ext cx="995785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e) 259 + 67 =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3" name="Google Shape;843;p24"/>
          <p:cNvSpPr/>
          <p:nvPr/>
        </p:nvSpPr>
        <p:spPr>
          <a:xfrm>
            <a:off x="4601206" y="5839770"/>
            <a:ext cx="2169020" cy="1932279"/>
          </a:xfrm>
          <a:prstGeom prst="rect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B0F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4" name="Google Shape;844;p24"/>
          <p:cNvSpPr txBox="1"/>
          <p:nvPr/>
        </p:nvSpPr>
        <p:spPr>
          <a:xfrm>
            <a:off x="4648999" y="5849261"/>
            <a:ext cx="967573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f) 456 + 79 =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5" name="Google Shape;845;p24"/>
          <p:cNvSpPr/>
          <p:nvPr/>
        </p:nvSpPr>
        <p:spPr>
          <a:xfrm>
            <a:off x="78856" y="7872557"/>
            <a:ext cx="2169020" cy="1932279"/>
          </a:xfrm>
          <a:prstGeom prst="rect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B0F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6" name="Google Shape;846;p24"/>
          <p:cNvSpPr txBox="1"/>
          <p:nvPr/>
        </p:nvSpPr>
        <p:spPr>
          <a:xfrm>
            <a:off x="126649" y="7882047"/>
            <a:ext cx="2119491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g) Find the sum of 796 and 455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7" name="Google Shape;847;p24"/>
          <p:cNvSpPr/>
          <p:nvPr/>
        </p:nvSpPr>
        <p:spPr>
          <a:xfrm>
            <a:off x="2333593" y="7882048"/>
            <a:ext cx="2169020" cy="1932279"/>
          </a:xfrm>
          <a:prstGeom prst="rect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B0F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8" name="Google Shape;848;p24"/>
          <p:cNvSpPr txBox="1"/>
          <p:nvPr/>
        </p:nvSpPr>
        <p:spPr>
          <a:xfrm>
            <a:off x="2381386" y="7891538"/>
            <a:ext cx="2044149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h) Find the sum of 89 and 678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9" name="Google Shape;849;p24"/>
          <p:cNvSpPr/>
          <p:nvPr/>
        </p:nvSpPr>
        <p:spPr>
          <a:xfrm>
            <a:off x="4601206" y="7872557"/>
            <a:ext cx="2169020" cy="1932279"/>
          </a:xfrm>
          <a:prstGeom prst="rect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B0F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0" name="Google Shape;850;p24"/>
          <p:cNvSpPr txBox="1"/>
          <p:nvPr/>
        </p:nvSpPr>
        <p:spPr>
          <a:xfrm>
            <a:off x="4648999" y="7882047"/>
            <a:ext cx="2037737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i) Find the sum of 49 and 887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1" name="Google Shape;851;p24"/>
          <p:cNvSpPr txBox="1"/>
          <p:nvPr>
            <p:ph idx="12" type="sldNum"/>
          </p:nvPr>
        </p:nvSpPr>
        <p:spPr>
          <a:xfrm>
            <a:off x="5392776" y="960701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852" name="Google Shape;852;p24"/>
          <p:cNvSpPr txBox="1"/>
          <p:nvPr/>
        </p:nvSpPr>
        <p:spPr>
          <a:xfrm>
            <a:off x="3791953" y="2922796"/>
            <a:ext cx="956812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315</a:t>
            </a:r>
            <a:endParaRPr/>
          </a:p>
        </p:txBody>
      </p:sp>
      <p:sp>
        <p:nvSpPr>
          <p:cNvPr id="853" name="Google Shape;853;p24"/>
          <p:cNvSpPr txBox="1"/>
          <p:nvPr/>
        </p:nvSpPr>
        <p:spPr>
          <a:xfrm>
            <a:off x="1752024" y="2929293"/>
            <a:ext cx="956812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1330</a:t>
            </a:r>
            <a:endParaRPr/>
          </a:p>
        </p:txBody>
      </p:sp>
      <p:sp>
        <p:nvSpPr>
          <p:cNvPr id="854" name="Google Shape;854;p24"/>
          <p:cNvSpPr txBox="1"/>
          <p:nvPr/>
        </p:nvSpPr>
        <p:spPr>
          <a:xfrm>
            <a:off x="5616572" y="2921764"/>
            <a:ext cx="956812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1230</a:t>
            </a:r>
            <a:endParaRPr/>
          </a:p>
        </p:txBody>
      </p:sp>
      <p:sp>
        <p:nvSpPr>
          <p:cNvPr id="855" name="Google Shape;855;p24"/>
          <p:cNvSpPr txBox="1"/>
          <p:nvPr/>
        </p:nvSpPr>
        <p:spPr>
          <a:xfrm>
            <a:off x="2841838" y="5202577"/>
            <a:ext cx="956812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437</a:t>
            </a:r>
            <a:endParaRPr/>
          </a:p>
        </p:txBody>
      </p:sp>
      <p:sp>
        <p:nvSpPr>
          <p:cNvPr id="856" name="Google Shape;856;p24"/>
          <p:cNvSpPr txBox="1"/>
          <p:nvPr/>
        </p:nvSpPr>
        <p:spPr>
          <a:xfrm>
            <a:off x="801909" y="5209074"/>
            <a:ext cx="956812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803</a:t>
            </a:r>
            <a:endParaRPr/>
          </a:p>
        </p:txBody>
      </p:sp>
      <p:sp>
        <p:nvSpPr>
          <p:cNvPr id="857" name="Google Shape;857;p24"/>
          <p:cNvSpPr txBox="1"/>
          <p:nvPr/>
        </p:nvSpPr>
        <p:spPr>
          <a:xfrm>
            <a:off x="5068141" y="5194387"/>
            <a:ext cx="956812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837</a:t>
            </a:r>
            <a:endParaRPr/>
          </a:p>
        </p:txBody>
      </p:sp>
      <p:sp>
        <p:nvSpPr>
          <p:cNvPr id="858" name="Google Shape;858;p24"/>
          <p:cNvSpPr txBox="1"/>
          <p:nvPr/>
        </p:nvSpPr>
        <p:spPr>
          <a:xfrm>
            <a:off x="2852372" y="7004356"/>
            <a:ext cx="956812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326</a:t>
            </a:r>
            <a:endParaRPr/>
          </a:p>
        </p:txBody>
      </p:sp>
      <p:sp>
        <p:nvSpPr>
          <p:cNvPr id="859" name="Google Shape;859;p24"/>
          <p:cNvSpPr txBox="1"/>
          <p:nvPr/>
        </p:nvSpPr>
        <p:spPr>
          <a:xfrm>
            <a:off x="812443" y="7010853"/>
            <a:ext cx="956812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401</a:t>
            </a:r>
            <a:endParaRPr/>
          </a:p>
        </p:txBody>
      </p:sp>
      <p:sp>
        <p:nvSpPr>
          <p:cNvPr id="860" name="Google Shape;860;p24"/>
          <p:cNvSpPr txBox="1"/>
          <p:nvPr/>
        </p:nvSpPr>
        <p:spPr>
          <a:xfrm>
            <a:off x="5078675" y="6996166"/>
            <a:ext cx="956812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535</a:t>
            </a:r>
            <a:endParaRPr/>
          </a:p>
        </p:txBody>
      </p:sp>
      <p:sp>
        <p:nvSpPr>
          <p:cNvPr id="861" name="Google Shape;861;p24"/>
          <p:cNvSpPr txBox="1"/>
          <p:nvPr/>
        </p:nvSpPr>
        <p:spPr>
          <a:xfrm>
            <a:off x="2835141" y="8622664"/>
            <a:ext cx="956812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767</a:t>
            </a:r>
            <a:endParaRPr/>
          </a:p>
        </p:txBody>
      </p:sp>
      <p:sp>
        <p:nvSpPr>
          <p:cNvPr id="862" name="Google Shape;862;p24"/>
          <p:cNvSpPr txBox="1"/>
          <p:nvPr/>
        </p:nvSpPr>
        <p:spPr>
          <a:xfrm>
            <a:off x="795212" y="8629161"/>
            <a:ext cx="956812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1251</a:t>
            </a:r>
            <a:endParaRPr/>
          </a:p>
        </p:txBody>
      </p:sp>
      <p:sp>
        <p:nvSpPr>
          <p:cNvPr id="863" name="Google Shape;863;p24"/>
          <p:cNvSpPr txBox="1"/>
          <p:nvPr/>
        </p:nvSpPr>
        <p:spPr>
          <a:xfrm>
            <a:off x="5061444" y="8614474"/>
            <a:ext cx="956812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936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67" name="Shape 8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8" name="Google Shape;868;p25"/>
          <p:cNvSpPr/>
          <p:nvPr/>
        </p:nvSpPr>
        <p:spPr>
          <a:xfrm>
            <a:off x="96102" y="82142"/>
            <a:ext cx="6675966" cy="235607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Adding integers, up to four digits, using column method involving exchanges </a:t>
            </a:r>
            <a:endParaRPr sz="12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869" name="Google Shape;869;p25"/>
          <p:cNvGraphicFramePr/>
          <p:nvPr/>
        </p:nvGraphicFramePr>
        <p:xfrm>
          <a:off x="123301" y="523144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{B1698552-7BC1-484D-9047-C41039C6CE85}</a:tableStyleId>
              </a:tblPr>
              <a:tblGrid>
                <a:gridCol w="1095900"/>
                <a:gridCol w="1752600"/>
                <a:gridCol w="1888950"/>
                <a:gridCol w="1835025"/>
              </a:tblGrid>
              <a:tr h="2612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100">
                          <a:solidFill>
                            <a:schemeClr val="dk1"/>
                          </a:solidFill>
                        </a:rPr>
                        <a:t>Steps</a:t>
                      </a:r>
                      <a:endParaRPr b="1" sz="11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Calculate 9851 + 3279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Calibri"/>
                        <a:buNone/>
                      </a:pPr>
                      <a:r>
                        <a:rPr b="0" lang="en-GB" sz="1100">
                          <a:solidFill>
                            <a:schemeClr val="dk1"/>
                          </a:solidFill>
                        </a:rPr>
                        <a:t>Calculate 5852 + 5378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Calibri"/>
                        <a:buNone/>
                      </a:pPr>
                      <a:r>
                        <a:rPr b="0" lang="en-GB" sz="1100">
                          <a:solidFill>
                            <a:schemeClr val="dk1"/>
                          </a:solidFill>
                        </a:rPr>
                        <a:t>Calculate 8963 + 3267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7867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Calibri"/>
                        <a:buNone/>
                      </a:pPr>
                      <a:r>
                        <a:rPr lang="en-GB" sz="1100">
                          <a:solidFill>
                            <a:schemeClr val="dk1"/>
                          </a:solidFill>
                        </a:rPr>
                        <a:t>1. Add each column starting with the ones column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 rowSpan="3"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 rowSpan="3"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 rowSpan="3"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4938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>
                          <a:solidFill>
                            <a:schemeClr val="dk1"/>
                          </a:solidFill>
                        </a:rPr>
                        <a:t>2. Write how many groups of ten are exchanged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 vMerge="1"/>
                <a:tc vMerge="1"/>
                <a:tc vMerge="1"/>
              </a:tr>
              <a:tr h="4938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>
                          <a:solidFill>
                            <a:schemeClr val="dk1"/>
                          </a:solidFill>
                        </a:rPr>
                        <a:t>3. Add this to your next column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 vMerge="1"/>
                <a:tc vMerge="1"/>
                <a:tc vMerge="1"/>
              </a:tr>
            </a:tbl>
          </a:graphicData>
        </a:graphic>
      </p:graphicFrame>
      <p:sp>
        <p:nvSpPr>
          <p:cNvPr id="870" name="Google Shape;870;p25"/>
          <p:cNvSpPr txBox="1"/>
          <p:nvPr/>
        </p:nvSpPr>
        <p:spPr>
          <a:xfrm>
            <a:off x="4913768" y="264061"/>
            <a:ext cx="1577355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GB" sz="1200">
                <a:solidFill>
                  <a:srgbClr val="00B050"/>
                </a:solidFill>
                <a:latin typeface="Calibri"/>
                <a:ea typeface="Calibri"/>
                <a:cs typeface="Calibri"/>
                <a:sym typeface="Calibri"/>
              </a:rPr>
              <a:t>Example 39 - You do…</a:t>
            </a:r>
            <a:endParaRPr/>
          </a:p>
        </p:txBody>
      </p:sp>
      <p:sp>
        <p:nvSpPr>
          <p:cNvPr id="871" name="Google Shape;871;p25"/>
          <p:cNvSpPr txBox="1"/>
          <p:nvPr/>
        </p:nvSpPr>
        <p:spPr>
          <a:xfrm>
            <a:off x="2992963" y="265929"/>
            <a:ext cx="1554336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GB" sz="120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Example 38 - We do…</a:t>
            </a:r>
            <a:endParaRPr/>
          </a:p>
        </p:txBody>
      </p:sp>
      <p:sp>
        <p:nvSpPr>
          <p:cNvPr id="872" name="Google Shape;872;p25"/>
          <p:cNvSpPr txBox="1"/>
          <p:nvPr/>
        </p:nvSpPr>
        <p:spPr>
          <a:xfrm>
            <a:off x="1252262" y="268184"/>
            <a:ext cx="1422312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GB" sz="1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Example 37 -  I do…</a:t>
            </a:r>
            <a:endParaRPr/>
          </a:p>
        </p:txBody>
      </p:sp>
      <p:sp>
        <p:nvSpPr>
          <p:cNvPr id="873" name="Google Shape;873;p25"/>
          <p:cNvSpPr/>
          <p:nvPr/>
        </p:nvSpPr>
        <p:spPr>
          <a:xfrm>
            <a:off x="69362" y="3043901"/>
            <a:ext cx="1137954" cy="340453"/>
          </a:xfrm>
          <a:prstGeom prst="rect">
            <a:avLst/>
          </a:prstGeom>
          <a:solidFill>
            <a:srgbClr val="0070C0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Independent Practice</a:t>
            </a:r>
            <a:endParaRPr/>
          </a:p>
        </p:txBody>
      </p:sp>
      <p:sp>
        <p:nvSpPr>
          <p:cNvPr id="874" name="Google Shape;874;p25"/>
          <p:cNvSpPr txBox="1"/>
          <p:nvPr/>
        </p:nvSpPr>
        <p:spPr>
          <a:xfrm>
            <a:off x="1280315" y="3115276"/>
            <a:ext cx="3446713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13. Add the following integers using column method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5" name="Google Shape;875;p25"/>
          <p:cNvSpPr/>
          <p:nvPr/>
        </p:nvSpPr>
        <p:spPr>
          <a:xfrm>
            <a:off x="1665139" y="2472643"/>
            <a:ext cx="1245632" cy="398914"/>
          </a:xfrm>
          <a:prstGeom prst="rect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6" name="Google Shape;876;p25"/>
          <p:cNvSpPr/>
          <p:nvPr/>
        </p:nvSpPr>
        <p:spPr>
          <a:xfrm>
            <a:off x="3541310" y="2472643"/>
            <a:ext cx="1245632" cy="398914"/>
          </a:xfrm>
          <a:prstGeom prst="rect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7" name="Google Shape;877;p25"/>
          <p:cNvSpPr/>
          <p:nvPr/>
        </p:nvSpPr>
        <p:spPr>
          <a:xfrm>
            <a:off x="5382921" y="2472785"/>
            <a:ext cx="1245632" cy="398914"/>
          </a:xfrm>
          <a:prstGeom prst="rect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8" name="Google Shape;878;p25"/>
          <p:cNvSpPr txBox="1"/>
          <p:nvPr/>
        </p:nvSpPr>
        <p:spPr>
          <a:xfrm>
            <a:off x="1665139" y="1122826"/>
            <a:ext cx="1223412" cy="707886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9   8   5   1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3   2   7   9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9" name="Google Shape;879;p25"/>
          <p:cNvSpPr txBox="1"/>
          <p:nvPr/>
        </p:nvSpPr>
        <p:spPr>
          <a:xfrm>
            <a:off x="1445659" y="1292103"/>
            <a:ext cx="300082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+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0" name="Google Shape;880;p25"/>
          <p:cNvSpPr txBox="1"/>
          <p:nvPr/>
        </p:nvSpPr>
        <p:spPr>
          <a:xfrm>
            <a:off x="3474646" y="1149030"/>
            <a:ext cx="1223412" cy="707886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5   8   5   2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3   7   8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1" name="Google Shape;881;p25"/>
          <p:cNvSpPr txBox="1"/>
          <p:nvPr/>
        </p:nvSpPr>
        <p:spPr>
          <a:xfrm>
            <a:off x="3255166" y="1318307"/>
            <a:ext cx="300082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+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2" name="Google Shape;882;p25"/>
          <p:cNvSpPr txBox="1"/>
          <p:nvPr/>
        </p:nvSpPr>
        <p:spPr>
          <a:xfrm>
            <a:off x="5375618" y="1132294"/>
            <a:ext cx="1223412" cy="707886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8   9   6   3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3   2   6   7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3" name="Google Shape;883;p25"/>
          <p:cNvSpPr txBox="1"/>
          <p:nvPr/>
        </p:nvSpPr>
        <p:spPr>
          <a:xfrm>
            <a:off x="5156138" y="1301571"/>
            <a:ext cx="300082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+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884" name="Google Shape;884;p25"/>
          <p:cNvPicPr preferRelativeResize="0"/>
          <p:nvPr/>
        </p:nvPicPr>
        <p:blipFill rotWithShape="1">
          <a:blip r:embed="rId3">
            <a:alphaModFix/>
          </a:blip>
          <a:srcRect b="0" l="0" r="5028" t="58747"/>
          <a:stretch/>
        </p:blipFill>
        <p:spPr>
          <a:xfrm>
            <a:off x="1251287" y="1827390"/>
            <a:ext cx="1695201" cy="438085"/>
          </a:xfrm>
          <a:prstGeom prst="rect">
            <a:avLst/>
          </a:prstGeom>
          <a:noFill/>
          <a:ln>
            <a:noFill/>
          </a:ln>
        </p:spPr>
      </p:pic>
      <p:pic>
        <p:nvPicPr>
          <p:cNvPr id="885" name="Google Shape;885;p25"/>
          <p:cNvPicPr preferRelativeResize="0"/>
          <p:nvPr/>
        </p:nvPicPr>
        <p:blipFill rotWithShape="1">
          <a:blip r:embed="rId3">
            <a:alphaModFix/>
          </a:blip>
          <a:srcRect b="0" l="0" r="5028" t="58747"/>
          <a:stretch/>
        </p:blipFill>
        <p:spPr>
          <a:xfrm>
            <a:off x="4979602" y="1835176"/>
            <a:ext cx="1695201" cy="438085"/>
          </a:xfrm>
          <a:prstGeom prst="rect">
            <a:avLst/>
          </a:prstGeom>
          <a:noFill/>
          <a:ln>
            <a:noFill/>
          </a:ln>
        </p:spPr>
      </p:pic>
      <p:pic>
        <p:nvPicPr>
          <p:cNvPr id="886" name="Google Shape;886;p25"/>
          <p:cNvPicPr preferRelativeResize="0"/>
          <p:nvPr/>
        </p:nvPicPr>
        <p:blipFill rotWithShape="1">
          <a:blip r:embed="rId3">
            <a:alphaModFix/>
          </a:blip>
          <a:srcRect b="0" l="0" r="5028" t="58747"/>
          <a:stretch/>
        </p:blipFill>
        <p:spPr>
          <a:xfrm>
            <a:off x="3125932" y="1827390"/>
            <a:ext cx="1695201" cy="438085"/>
          </a:xfrm>
          <a:prstGeom prst="rect">
            <a:avLst/>
          </a:prstGeom>
          <a:noFill/>
          <a:ln>
            <a:noFill/>
          </a:ln>
        </p:spPr>
      </p:pic>
      <p:pic>
        <p:nvPicPr>
          <p:cNvPr id="887" name="Google Shape;887;p25"/>
          <p:cNvPicPr preferRelativeResize="0"/>
          <p:nvPr/>
        </p:nvPicPr>
        <p:blipFill rotWithShape="1">
          <a:blip r:embed="rId4">
            <a:alphaModFix/>
          </a:blip>
          <a:srcRect b="21616" l="0" r="0" t="0"/>
          <a:stretch/>
        </p:blipFill>
        <p:spPr>
          <a:xfrm>
            <a:off x="96102" y="3636589"/>
            <a:ext cx="6502928" cy="5367617"/>
          </a:xfrm>
          <a:prstGeom prst="rect">
            <a:avLst/>
          </a:prstGeom>
          <a:noFill/>
          <a:ln>
            <a:noFill/>
          </a:ln>
        </p:spPr>
      </p:pic>
      <p:sp>
        <p:nvSpPr>
          <p:cNvPr id="888" name="Google Shape;888;p25"/>
          <p:cNvSpPr txBox="1"/>
          <p:nvPr/>
        </p:nvSpPr>
        <p:spPr>
          <a:xfrm>
            <a:off x="97901" y="4966985"/>
            <a:ext cx="5948488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f)                                  g)                               h)                              i)                             j)     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9" name="Google Shape;889;p25"/>
          <p:cNvSpPr txBox="1"/>
          <p:nvPr/>
        </p:nvSpPr>
        <p:spPr>
          <a:xfrm>
            <a:off x="124689" y="6325499"/>
            <a:ext cx="6082114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k)                                  l)                               m)                              n)                             o)     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0" name="Google Shape;890;p25"/>
          <p:cNvSpPr txBox="1"/>
          <p:nvPr/>
        </p:nvSpPr>
        <p:spPr>
          <a:xfrm>
            <a:off x="110920" y="7821247"/>
            <a:ext cx="6009979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p)                                  q)                               r)                              s)                             t)     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1" name="Google Shape;891;p25"/>
          <p:cNvSpPr txBox="1"/>
          <p:nvPr/>
        </p:nvSpPr>
        <p:spPr>
          <a:xfrm>
            <a:off x="-26824" y="3505464"/>
            <a:ext cx="5932324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a)                                  b)                               c)                              d)                             e)     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2" name="Google Shape;892;p25"/>
          <p:cNvSpPr txBox="1"/>
          <p:nvPr>
            <p:ph idx="12" type="sldNum"/>
          </p:nvPr>
        </p:nvSpPr>
        <p:spPr>
          <a:xfrm>
            <a:off x="5274864" y="9316995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893" name="Google Shape;893;p25"/>
          <p:cNvSpPr txBox="1"/>
          <p:nvPr/>
        </p:nvSpPr>
        <p:spPr>
          <a:xfrm>
            <a:off x="1713238" y="4240441"/>
            <a:ext cx="956812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13201</a:t>
            </a:r>
            <a:endParaRPr/>
          </a:p>
        </p:txBody>
      </p:sp>
      <p:sp>
        <p:nvSpPr>
          <p:cNvPr id="894" name="Google Shape;894;p25"/>
          <p:cNvSpPr txBox="1"/>
          <p:nvPr/>
        </p:nvSpPr>
        <p:spPr>
          <a:xfrm>
            <a:off x="331681" y="4240441"/>
            <a:ext cx="956812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13140</a:t>
            </a:r>
            <a:endParaRPr/>
          </a:p>
        </p:txBody>
      </p:sp>
      <p:sp>
        <p:nvSpPr>
          <p:cNvPr id="895" name="Google Shape;895;p25"/>
          <p:cNvSpPr txBox="1"/>
          <p:nvPr/>
        </p:nvSpPr>
        <p:spPr>
          <a:xfrm>
            <a:off x="3040856" y="4247266"/>
            <a:ext cx="956812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16486</a:t>
            </a:r>
            <a:endParaRPr/>
          </a:p>
        </p:txBody>
      </p:sp>
      <p:sp>
        <p:nvSpPr>
          <p:cNvPr id="896" name="Google Shape;896;p25"/>
          <p:cNvSpPr txBox="1"/>
          <p:nvPr/>
        </p:nvSpPr>
        <p:spPr>
          <a:xfrm>
            <a:off x="4306193" y="4218232"/>
            <a:ext cx="956812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15241</a:t>
            </a:r>
            <a:endParaRPr/>
          </a:p>
        </p:txBody>
      </p:sp>
      <p:sp>
        <p:nvSpPr>
          <p:cNvPr id="897" name="Google Shape;897;p25"/>
          <p:cNvSpPr txBox="1"/>
          <p:nvPr/>
        </p:nvSpPr>
        <p:spPr>
          <a:xfrm>
            <a:off x="5614804" y="4203603"/>
            <a:ext cx="956812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15425</a:t>
            </a:r>
            <a:endParaRPr/>
          </a:p>
        </p:txBody>
      </p:sp>
      <p:sp>
        <p:nvSpPr>
          <p:cNvPr id="898" name="Google Shape;898;p25"/>
          <p:cNvSpPr txBox="1"/>
          <p:nvPr/>
        </p:nvSpPr>
        <p:spPr>
          <a:xfrm>
            <a:off x="1809810" y="2496705"/>
            <a:ext cx="956812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13130</a:t>
            </a:r>
            <a:endParaRPr/>
          </a:p>
        </p:txBody>
      </p:sp>
      <p:sp>
        <p:nvSpPr>
          <p:cNvPr id="899" name="Google Shape;899;p25"/>
          <p:cNvSpPr txBox="1"/>
          <p:nvPr/>
        </p:nvSpPr>
        <p:spPr>
          <a:xfrm>
            <a:off x="3753756" y="2453579"/>
            <a:ext cx="956812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6230</a:t>
            </a:r>
            <a:endParaRPr/>
          </a:p>
        </p:txBody>
      </p:sp>
      <p:sp>
        <p:nvSpPr>
          <p:cNvPr id="900" name="Google Shape;900;p25"/>
          <p:cNvSpPr txBox="1"/>
          <p:nvPr/>
        </p:nvSpPr>
        <p:spPr>
          <a:xfrm>
            <a:off x="5629927" y="2446467"/>
            <a:ext cx="956812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12230</a:t>
            </a:r>
            <a:endParaRPr/>
          </a:p>
        </p:txBody>
      </p:sp>
      <p:sp>
        <p:nvSpPr>
          <p:cNvPr id="901" name="Google Shape;901;p25"/>
          <p:cNvSpPr txBox="1"/>
          <p:nvPr/>
        </p:nvSpPr>
        <p:spPr>
          <a:xfrm>
            <a:off x="1665345" y="5684463"/>
            <a:ext cx="956812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10830</a:t>
            </a:r>
            <a:endParaRPr/>
          </a:p>
        </p:txBody>
      </p:sp>
      <p:sp>
        <p:nvSpPr>
          <p:cNvPr id="902" name="Google Shape;902;p25"/>
          <p:cNvSpPr txBox="1"/>
          <p:nvPr/>
        </p:nvSpPr>
        <p:spPr>
          <a:xfrm>
            <a:off x="400008" y="5695752"/>
            <a:ext cx="956812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8404</a:t>
            </a:r>
            <a:endParaRPr/>
          </a:p>
        </p:txBody>
      </p:sp>
      <p:sp>
        <p:nvSpPr>
          <p:cNvPr id="903" name="Google Shape;903;p25"/>
          <p:cNvSpPr txBox="1"/>
          <p:nvPr/>
        </p:nvSpPr>
        <p:spPr>
          <a:xfrm>
            <a:off x="2992963" y="5691288"/>
            <a:ext cx="956812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13760</a:t>
            </a:r>
            <a:endParaRPr/>
          </a:p>
        </p:txBody>
      </p:sp>
      <p:sp>
        <p:nvSpPr>
          <p:cNvPr id="904" name="Google Shape;904;p25"/>
          <p:cNvSpPr txBox="1"/>
          <p:nvPr/>
        </p:nvSpPr>
        <p:spPr>
          <a:xfrm>
            <a:off x="4258300" y="5662254"/>
            <a:ext cx="956812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14511</a:t>
            </a:r>
            <a:endParaRPr/>
          </a:p>
        </p:txBody>
      </p:sp>
      <p:sp>
        <p:nvSpPr>
          <p:cNvPr id="905" name="Google Shape;905;p25"/>
          <p:cNvSpPr txBox="1"/>
          <p:nvPr/>
        </p:nvSpPr>
        <p:spPr>
          <a:xfrm>
            <a:off x="5614804" y="5659096"/>
            <a:ext cx="956812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3634</a:t>
            </a:r>
            <a:endParaRPr/>
          </a:p>
        </p:txBody>
      </p:sp>
      <p:sp>
        <p:nvSpPr>
          <p:cNvPr id="906" name="Google Shape;906;p25"/>
          <p:cNvSpPr txBox="1"/>
          <p:nvPr/>
        </p:nvSpPr>
        <p:spPr>
          <a:xfrm>
            <a:off x="1640527" y="7166103"/>
            <a:ext cx="956812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14452</a:t>
            </a:r>
            <a:endParaRPr/>
          </a:p>
        </p:txBody>
      </p:sp>
      <p:sp>
        <p:nvSpPr>
          <p:cNvPr id="907" name="Google Shape;907;p25"/>
          <p:cNvSpPr txBox="1"/>
          <p:nvPr/>
        </p:nvSpPr>
        <p:spPr>
          <a:xfrm>
            <a:off x="258970" y="7166103"/>
            <a:ext cx="956812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14152</a:t>
            </a:r>
            <a:endParaRPr/>
          </a:p>
        </p:txBody>
      </p:sp>
      <p:sp>
        <p:nvSpPr>
          <p:cNvPr id="908" name="Google Shape;908;p25"/>
          <p:cNvSpPr txBox="1"/>
          <p:nvPr/>
        </p:nvSpPr>
        <p:spPr>
          <a:xfrm>
            <a:off x="3022084" y="7151445"/>
            <a:ext cx="956812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4861</a:t>
            </a:r>
            <a:endParaRPr/>
          </a:p>
        </p:txBody>
      </p:sp>
      <p:sp>
        <p:nvSpPr>
          <p:cNvPr id="909" name="Google Shape;909;p25"/>
          <p:cNvSpPr txBox="1"/>
          <p:nvPr/>
        </p:nvSpPr>
        <p:spPr>
          <a:xfrm>
            <a:off x="4233482" y="7143894"/>
            <a:ext cx="956812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15220</a:t>
            </a:r>
            <a:endParaRPr/>
          </a:p>
        </p:txBody>
      </p:sp>
      <p:sp>
        <p:nvSpPr>
          <p:cNvPr id="910" name="Google Shape;910;p25"/>
          <p:cNvSpPr txBox="1"/>
          <p:nvPr/>
        </p:nvSpPr>
        <p:spPr>
          <a:xfrm>
            <a:off x="5629927" y="7139311"/>
            <a:ext cx="956812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6801</a:t>
            </a:r>
            <a:endParaRPr/>
          </a:p>
        </p:txBody>
      </p:sp>
      <p:sp>
        <p:nvSpPr>
          <p:cNvPr id="911" name="Google Shape;911;p25"/>
          <p:cNvSpPr txBox="1"/>
          <p:nvPr/>
        </p:nvSpPr>
        <p:spPr>
          <a:xfrm>
            <a:off x="1665345" y="8647743"/>
            <a:ext cx="956812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14104</a:t>
            </a:r>
            <a:endParaRPr/>
          </a:p>
        </p:txBody>
      </p:sp>
      <p:sp>
        <p:nvSpPr>
          <p:cNvPr id="912" name="Google Shape;912;p25"/>
          <p:cNvSpPr txBox="1"/>
          <p:nvPr/>
        </p:nvSpPr>
        <p:spPr>
          <a:xfrm>
            <a:off x="400955" y="8614815"/>
            <a:ext cx="956812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9640</a:t>
            </a:r>
            <a:endParaRPr/>
          </a:p>
        </p:txBody>
      </p:sp>
      <p:sp>
        <p:nvSpPr>
          <p:cNvPr id="913" name="Google Shape;913;p25"/>
          <p:cNvSpPr txBox="1"/>
          <p:nvPr/>
        </p:nvSpPr>
        <p:spPr>
          <a:xfrm>
            <a:off x="3024154" y="8644981"/>
            <a:ext cx="956812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8433</a:t>
            </a:r>
            <a:endParaRPr/>
          </a:p>
        </p:txBody>
      </p:sp>
      <p:sp>
        <p:nvSpPr>
          <p:cNvPr id="914" name="Google Shape;914;p25"/>
          <p:cNvSpPr txBox="1"/>
          <p:nvPr/>
        </p:nvSpPr>
        <p:spPr>
          <a:xfrm>
            <a:off x="4258300" y="8625534"/>
            <a:ext cx="956812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13803</a:t>
            </a:r>
            <a:endParaRPr/>
          </a:p>
        </p:txBody>
      </p:sp>
      <p:sp>
        <p:nvSpPr>
          <p:cNvPr id="915" name="Google Shape;915;p25"/>
          <p:cNvSpPr txBox="1"/>
          <p:nvPr/>
        </p:nvSpPr>
        <p:spPr>
          <a:xfrm>
            <a:off x="5566911" y="8610905"/>
            <a:ext cx="956812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14440</a:t>
            </a:r>
            <a:endParaRPr/>
          </a:p>
        </p:txBody>
      </p:sp>
      <p:sp>
        <p:nvSpPr>
          <p:cNvPr id="916" name="Google Shape;916;p25"/>
          <p:cNvSpPr/>
          <p:nvPr/>
        </p:nvSpPr>
        <p:spPr>
          <a:xfrm>
            <a:off x="609600" y="5499100"/>
            <a:ext cx="165100" cy="192188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7" name="Google Shape;917;p25"/>
          <p:cNvSpPr/>
          <p:nvPr/>
        </p:nvSpPr>
        <p:spPr>
          <a:xfrm>
            <a:off x="5828916" y="5266448"/>
            <a:ext cx="153168" cy="183869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8" name="Google Shape;918;p25"/>
          <p:cNvSpPr/>
          <p:nvPr/>
        </p:nvSpPr>
        <p:spPr>
          <a:xfrm>
            <a:off x="3141257" y="6683508"/>
            <a:ext cx="346912" cy="212903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9" name="Google Shape;919;p25"/>
          <p:cNvSpPr/>
          <p:nvPr/>
        </p:nvSpPr>
        <p:spPr>
          <a:xfrm>
            <a:off x="5761421" y="6953200"/>
            <a:ext cx="346912" cy="212903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0" name="Google Shape;920;p25"/>
          <p:cNvSpPr/>
          <p:nvPr/>
        </p:nvSpPr>
        <p:spPr>
          <a:xfrm>
            <a:off x="427788" y="8164375"/>
            <a:ext cx="346912" cy="212903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1" name="Google Shape;921;p25"/>
          <p:cNvSpPr/>
          <p:nvPr/>
        </p:nvSpPr>
        <p:spPr>
          <a:xfrm>
            <a:off x="3141257" y="8420227"/>
            <a:ext cx="346912" cy="212903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6" name="Shape 9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7" name="Google Shape;927;p26"/>
          <p:cNvPicPr preferRelativeResize="0"/>
          <p:nvPr/>
        </p:nvPicPr>
        <p:blipFill rotWithShape="1">
          <a:blip r:embed="rId3">
            <a:alphaModFix/>
          </a:blip>
          <a:srcRect b="0" l="2931" r="0" t="48"/>
          <a:stretch/>
        </p:blipFill>
        <p:spPr>
          <a:xfrm>
            <a:off x="121081" y="667525"/>
            <a:ext cx="4556895" cy="1281173"/>
          </a:xfrm>
          <a:prstGeom prst="rect">
            <a:avLst/>
          </a:prstGeom>
          <a:noFill/>
          <a:ln>
            <a:noFill/>
          </a:ln>
        </p:spPr>
      </p:pic>
      <p:pic>
        <p:nvPicPr>
          <p:cNvPr id="928" name="Google Shape;928;p26"/>
          <p:cNvPicPr preferRelativeResize="0"/>
          <p:nvPr/>
        </p:nvPicPr>
        <p:blipFill rotWithShape="1">
          <a:blip r:embed="rId4">
            <a:alphaModFix/>
          </a:blip>
          <a:srcRect b="0" l="32244" r="26373" t="22028"/>
          <a:stretch/>
        </p:blipFill>
        <p:spPr>
          <a:xfrm>
            <a:off x="4401323" y="862101"/>
            <a:ext cx="2205416" cy="891401"/>
          </a:xfrm>
          <a:prstGeom prst="rect">
            <a:avLst/>
          </a:prstGeom>
          <a:noFill/>
          <a:ln>
            <a:noFill/>
          </a:ln>
        </p:spPr>
      </p:pic>
      <p:sp>
        <p:nvSpPr>
          <p:cNvPr id="929" name="Google Shape;929;p26"/>
          <p:cNvSpPr txBox="1"/>
          <p:nvPr/>
        </p:nvSpPr>
        <p:spPr>
          <a:xfrm>
            <a:off x="3732463" y="2761998"/>
            <a:ext cx="2836176" cy="28285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What digits do </a:t>
            </a:r>
            <a:r>
              <a:rPr i="1"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a, b </a:t>
            </a: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and </a:t>
            </a:r>
            <a:r>
              <a:rPr i="1"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 </a:t>
            </a: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represent?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0" name="Google Shape;930;p26"/>
          <p:cNvSpPr/>
          <p:nvPr/>
        </p:nvSpPr>
        <p:spPr>
          <a:xfrm>
            <a:off x="3840712" y="3057199"/>
            <a:ext cx="2727927" cy="1348028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31" name="Google Shape;931;p2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62590" y="2976029"/>
            <a:ext cx="1176191" cy="1435352"/>
          </a:xfrm>
          <a:prstGeom prst="rect">
            <a:avLst/>
          </a:prstGeom>
          <a:noFill/>
          <a:ln>
            <a:noFill/>
          </a:ln>
        </p:spPr>
      </p:pic>
      <p:sp>
        <p:nvSpPr>
          <p:cNvPr id="932" name="Google Shape;932;p26"/>
          <p:cNvSpPr txBox="1"/>
          <p:nvPr/>
        </p:nvSpPr>
        <p:spPr>
          <a:xfrm>
            <a:off x="498422" y="2329698"/>
            <a:ext cx="2836176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 this column addition, the digits 0-9 each appear once.  Complete the column addition by replacing each * with a digit. 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3" name="Google Shape;933;p26"/>
          <p:cNvSpPr txBox="1"/>
          <p:nvPr/>
        </p:nvSpPr>
        <p:spPr>
          <a:xfrm>
            <a:off x="126509" y="2329698"/>
            <a:ext cx="444830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15.</a:t>
            </a:r>
            <a:endParaRPr b="1"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34" name="Google Shape;934;p26"/>
          <p:cNvPicPr preferRelativeResize="0"/>
          <p:nvPr/>
        </p:nvPicPr>
        <p:blipFill rotWithShape="1">
          <a:blip r:embed="rId6">
            <a:alphaModFix/>
          </a:blip>
          <a:srcRect b="16881" l="83077" r="2384" t="13934"/>
          <a:stretch/>
        </p:blipFill>
        <p:spPr>
          <a:xfrm>
            <a:off x="3891413" y="3180424"/>
            <a:ext cx="1119394" cy="831540"/>
          </a:xfrm>
          <a:prstGeom prst="rect">
            <a:avLst/>
          </a:prstGeom>
          <a:noFill/>
          <a:ln>
            <a:noFill/>
          </a:ln>
        </p:spPr>
      </p:pic>
      <p:sp>
        <p:nvSpPr>
          <p:cNvPr id="935" name="Google Shape;935;p26"/>
          <p:cNvSpPr txBox="1"/>
          <p:nvPr/>
        </p:nvSpPr>
        <p:spPr>
          <a:xfrm>
            <a:off x="3732463" y="2349428"/>
            <a:ext cx="3125537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 this addition, a, b and c each represent a single digit. </a:t>
            </a:r>
            <a:endParaRPr/>
          </a:p>
        </p:txBody>
      </p:sp>
      <p:sp>
        <p:nvSpPr>
          <p:cNvPr id="936" name="Google Shape;936;p26"/>
          <p:cNvSpPr/>
          <p:nvPr/>
        </p:nvSpPr>
        <p:spPr>
          <a:xfrm>
            <a:off x="1592131" y="3019056"/>
            <a:ext cx="1543050" cy="1348028"/>
          </a:xfrm>
          <a:prstGeom prst="rect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7" name="Google Shape;937;p26"/>
          <p:cNvSpPr txBox="1"/>
          <p:nvPr/>
        </p:nvSpPr>
        <p:spPr>
          <a:xfrm>
            <a:off x="5517625" y="3734250"/>
            <a:ext cx="466859" cy="646331"/>
          </a:xfrm>
          <a:prstGeom prst="rect">
            <a:avLst/>
          </a:prstGeom>
          <a:blipFill rotWithShape="1">
            <a:blip r:embed="rId7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cxnSp>
        <p:nvCxnSpPr>
          <p:cNvPr id="938" name="Google Shape;938;p26"/>
          <p:cNvCxnSpPr/>
          <p:nvPr/>
        </p:nvCxnSpPr>
        <p:spPr>
          <a:xfrm flipH="1" rot="10800000">
            <a:off x="5975091" y="3925569"/>
            <a:ext cx="479230" cy="381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939" name="Google Shape;939;p26"/>
          <p:cNvCxnSpPr/>
          <p:nvPr/>
        </p:nvCxnSpPr>
        <p:spPr>
          <a:xfrm flipH="1" rot="10800000">
            <a:off x="5975091" y="4117773"/>
            <a:ext cx="479230" cy="381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940" name="Google Shape;940;p26"/>
          <p:cNvCxnSpPr/>
          <p:nvPr/>
        </p:nvCxnSpPr>
        <p:spPr>
          <a:xfrm flipH="1" rot="10800000">
            <a:off x="5975091" y="4316065"/>
            <a:ext cx="479230" cy="381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941" name="Google Shape;941;p26"/>
          <p:cNvSpPr txBox="1"/>
          <p:nvPr/>
        </p:nvSpPr>
        <p:spPr>
          <a:xfrm>
            <a:off x="123785" y="261616"/>
            <a:ext cx="3660233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14. Work out the missing digits in each column addition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2" name="Google Shape;942;p26"/>
          <p:cNvSpPr txBox="1"/>
          <p:nvPr/>
        </p:nvSpPr>
        <p:spPr>
          <a:xfrm>
            <a:off x="4448906" y="4800926"/>
            <a:ext cx="2368995" cy="30469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a) What calculation is represented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in the place value diagram?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b) Represent the answer to the calculation on the diagram.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3" name="Google Shape;943;p26"/>
          <p:cNvSpPr/>
          <p:nvPr/>
        </p:nvSpPr>
        <p:spPr>
          <a:xfrm>
            <a:off x="5450000" y="5862789"/>
            <a:ext cx="807470" cy="377973"/>
          </a:xfrm>
          <a:prstGeom prst="rect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4" name="Google Shape;944;p26"/>
          <p:cNvSpPr txBox="1"/>
          <p:nvPr/>
        </p:nvSpPr>
        <p:spPr>
          <a:xfrm>
            <a:off x="5161431" y="5617384"/>
            <a:ext cx="943581" cy="120032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+</a:t>
            </a:r>
            <a:br>
              <a:rPr lang="en-GB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=</a:t>
            </a:r>
            <a:endParaRPr/>
          </a:p>
        </p:txBody>
      </p:sp>
      <p:cxnSp>
        <p:nvCxnSpPr>
          <p:cNvPr id="945" name="Google Shape;945;p26"/>
          <p:cNvCxnSpPr/>
          <p:nvPr/>
        </p:nvCxnSpPr>
        <p:spPr>
          <a:xfrm>
            <a:off x="5377419" y="6320443"/>
            <a:ext cx="943581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946" name="Google Shape;946;p26"/>
          <p:cNvSpPr/>
          <p:nvPr/>
        </p:nvSpPr>
        <p:spPr>
          <a:xfrm>
            <a:off x="5447720" y="5428398"/>
            <a:ext cx="807470" cy="377973"/>
          </a:xfrm>
          <a:prstGeom prst="rect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7" name="Google Shape;947;p26"/>
          <p:cNvSpPr/>
          <p:nvPr/>
        </p:nvSpPr>
        <p:spPr>
          <a:xfrm>
            <a:off x="5455749" y="6371813"/>
            <a:ext cx="807470" cy="377973"/>
          </a:xfrm>
          <a:prstGeom prst="rect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8" name="Google Shape;948;p26"/>
          <p:cNvSpPr txBox="1"/>
          <p:nvPr/>
        </p:nvSpPr>
        <p:spPr>
          <a:xfrm>
            <a:off x="102426" y="8306817"/>
            <a:ext cx="6686955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18. Explain why it is easier to calculate 2222 + 4444  than 2222 + 9999.</a:t>
            </a:r>
            <a:endParaRPr/>
          </a:p>
        </p:txBody>
      </p:sp>
      <p:sp>
        <p:nvSpPr>
          <p:cNvPr id="949" name="Google Shape;949;p26"/>
          <p:cNvSpPr/>
          <p:nvPr/>
        </p:nvSpPr>
        <p:spPr>
          <a:xfrm>
            <a:off x="99368" y="8199905"/>
            <a:ext cx="6634492" cy="1346479"/>
          </a:xfrm>
          <a:prstGeom prst="rect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0" name="Google Shape;950;p26"/>
          <p:cNvSpPr/>
          <p:nvPr/>
        </p:nvSpPr>
        <p:spPr>
          <a:xfrm>
            <a:off x="102426" y="4638201"/>
            <a:ext cx="6634492" cy="3560555"/>
          </a:xfrm>
          <a:prstGeom prst="rect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1" name="Google Shape;951;p26"/>
          <p:cNvSpPr txBox="1"/>
          <p:nvPr/>
        </p:nvSpPr>
        <p:spPr>
          <a:xfrm>
            <a:off x="3445903" y="2341782"/>
            <a:ext cx="444830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16.</a:t>
            </a:r>
            <a:endParaRPr b="1"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2" name="Google Shape;952;p26"/>
          <p:cNvSpPr txBox="1"/>
          <p:nvPr/>
        </p:nvSpPr>
        <p:spPr>
          <a:xfrm>
            <a:off x="121082" y="4769238"/>
            <a:ext cx="444830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17.</a:t>
            </a:r>
            <a:endParaRPr b="1"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3" name="Google Shape;953;p26"/>
          <p:cNvSpPr txBox="1"/>
          <p:nvPr>
            <p:ph idx="12" type="sldNum"/>
          </p:nvPr>
        </p:nvSpPr>
        <p:spPr>
          <a:xfrm>
            <a:off x="5183231" y="9412995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954" name="Google Shape;954;p26"/>
          <p:cNvSpPr txBox="1"/>
          <p:nvPr/>
        </p:nvSpPr>
        <p:spPr>
          <a:xfrm>
            <a:off x="717124" y="1243087"/>
            <a:ext cx="377885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/>
          </a:p>
        </p:txBody>
      </p:sp>
      <p:sp>
        <p:nvSpPr>
          <p:cNvPr id="955" name="Google Shape;955;p26"/>
          <p:cNvSpPr txBox="1"/>
          <p:nvPr/>
        </p:nvSpPr>
        <p:spPr>
          <a:xfrm>
            <a:off x="434767" y="1529216"/>
            <a:ext cx="377885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8</a:t>
            </a:r>
            <a:endParaRPr/>
          </a:p>
        </p:txBody>
      </p:sp>
      <p:sp>
        <p:nvSpPr>
          <p:cNvPr id="956" name="Google Shape;956;p26"/>
          <p:cNvSpPr txBox="1"/>
          <p:nvPr/>
        </p:nvSpPr>
        <p:spPr>
          <a:xfrm>
            <a:off x="2106384" y="954077"/>
            <a:ext cx="377885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8</a:t>
            </a:r>
            <a:endParaRPr/>
          </a:p>
        </p:txBody>
      </p:sp>
      <p:sp>
        <p:nvSpPr>
          <p:cNvPr id="957" name="Google Shape;957;p26"/>
          <p:cNvSpPr txBox="1"/>
          <p:nvPr/>
        </p:nvSpPr>
        <p:spPr>
          <a:xfrm>
            <a:off x="1814530" y="1231478"/>
            <a:ext cx="377885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/>
          </a:p>
        </p:txBody>
      </p:sp>
      <p:sp>
        <p:nvSpPr>
          <p:cNvPr id="958" name="Google Shape;958;p26"/>
          <p:cNvSpPr txBox="1"/>
          <p:nvPr/>
        </p:nvSpPr>
        <p:spPr>
          <a:xfrm>
            <a:off x="3784018" y="925345"/>
            <a:ext cx="377885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/>
          </a:p>
        </p:txBody>
      </p:sp>
      <p:sp>
        <p:nvSpPr>
          <p:cNvPr id="959" name="Google Shape;959;p26"/>
          <p:cNvSpPr txBox="1"/>
          <p:nvPr/>
        </p:nvSpPr>
        <p:spPr>
          <a:xfrm>
            <a:off x="3472209" y="920496"/>
            <a:ext cx="377885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/>
          </a:p>
        </p:txBody>
      </p:sp>
      <p:sp>
        <p:nvSpPr>
          <p:cNvPr id="960" name="Google Shape;960;p26"/>
          <p:cNvSpPr txBox="1"/>
          <p:nvPr/>
        </p:nvSpPr>
        <p:spPr>
          <a:xfrm>
            <a:off x="3114279" y="1220462"/>
            <a:ext cx="377885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/>
          </a:p>
        </p:txBody>
      </p:sp>
      <p:sp>
        <p:nvSpPr>
          <p:cNvPr id="961" name="Google Shape;961;p26"/>
          <p:cNvSpPr txBox="1"/>
          <p:nvPr/>
        </p:nvSpPr>
        <p:spPr>
          <a:xfrm>
            <a:off x="5019613" y="884087"/>
            <a:ext cx="377885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9</a:t>
            </a:r>
            <a:endParaRPr/>
          </a:p>
        </p:txBody>
      </p:sp>
      <p:sp>
        <p:nvSpPr>
          <p:cNvPr id="962" name="Google Shape;962;p26"/>
          <p:cNvSpPr txBox="1"/>
          <p:nvPr/>
        </p:nvSpPr>
        <p:spPr>
          <a:xfrm>
            <a:off x="4805346" y="1396636"/>
            <a:ext cx="377885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/>
          </a:p>
        </p:txBody>
      </p:sp>
      <p:sp>
        <p:nvSpPr>
          <p:cNvPr id="963" name="Google Shape;963;p26"/>
          <p:cNvSpPr txBox="1"/>
          <p:nvPr/>
        </p:nvSpPr>
        <p:spPr>
          <a:xfrm>
            <a:off x="6181868" y="1123135"/>
            <a:ext cx="377885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/>
          </a:p>
        </p:txBody>
      </p:sp>
      <p:sp>
        <p:nvSpPr>
          <p:cNvPr id="964" name="Google Shape;964;p26"/>
          <p:cNvSpPr txBox="1"/>
          <p:nvPr/>
        </p:nvSpPr>
        <p:spPr>
          <a:xfrm>
            <a:off x="5948727" y="920496"/>
            <a:ext cx="377885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8</a:t>
            </a:r>
            <a:endParaRPr/>
          </a:p>
        </p:txBody>
      </p:sp>
      <p:sp>
        <p:nvSpPr>
          <p:cNvPr id="965" name="Google Shape;965;p26"/>
          <p:cNvSpPr txBox="1"/>
          <p:nvPr/>
        </p:nvSpPr>
        <p:spPr>
          <a:xfrm>
            <a:off x="5727127" y="928142"/>
            <a:ext cx="377885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/>
          </a:p>
        </p:txBody>
      </p:sp>
      <p:sp>
        <p:nvSpPr>
          <p:cNvPr id="966" name="Google Shape;966;p26"/>
          <p:cNvSpPr txBox="1"/>
          <p:nvPr/>
        </p:nvSpPr>
        <p:spPr>
          <a:xfrm>
            <a:off x="1904995" y="2963324"/>
            <a:ext cx="1000560" cy="120032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4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 764</a:t>
            </a:r>
            <a:endParaRPr/>
          </a:p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4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289</a:t>
            </a:r>
            <a:endParaRPr/>
          </a:p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4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1053</a:t>
            </a:r>
            <a:endParaRPr/>
          </a:p>
        </p:txBody>
      </p:sp>
      <p:sp>
        <p:nvSpPr>
          <p:cNvPr id="967" name="Google Shape;967;p26"/>
          <p:cNvSpPr txBox="1"/>
          <p:nvPr/>
        </p:nvSpPr>
        <p:spPr>
          <a:xfrm>
            <a:off x="5339989" y="5408649"/>
            <a:ext cx="956812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3496</a:t>
            </a:r>
            <a:endParaRPr/>
          </a:p>
        </p:txBody>
      </p:sp>
      <p:sp>
        <p:nvSpPr>
          <p:cNvPr id="968" name="Google Shape;968;p26"/>
          <p:cNvSpPr txBox="1"/>
          <p:nvPr/>
        </p:nvSpPr>
        <p:spPr>
          <a:xfrm>
            <a:off x="5348213" y="5866303"/>
            <a:ext cx="956812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4646</a:t>
            </a:r>
            <a:endParaRPr/>
          </a:p>
        </p:txBody>
      </p:sp>
      <p:sp>
        <p:nvSpPr>
          <p:cNvPr id="969" name="Google Shape;969;p26"/>
          <p:cNvSpPr txBox="1"/>
          <p:nvPr/>
        </p:nvSpPr>
        <p:spPr>
          <a:xfrm>
            <a:off x="5349354" y="6372092"/>
            <a:ext cx="956812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8142</a:t>
            </a:r>
            <a:endParaRPr/>
          </a:p>
        </p:txBody>
      </p:sp>
      <p:sp>
        <p:nvSpPr>
          <p:cNvPr id="970" name="Google Shape;970;p26"/>
          <p:cNvSpPr txBox="1"/>
          <p:nvPr/>
        </p:nvSpPr>
        <p:spPr>
          <a:xfrm>
            <a:off x="594979" y="8650021"/>
            <a:ext cx="4745010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In the first sum there is no exchanging</a:t>
            </a:r>
            <a:endParaRPr/>
          </a:p>
        </p:txBody>
      </p:sp>
      <p:sp>
        <p:nvSpPr>
          <p:cNvPr id="971" name="Google Shape;971;p26"/>
          <p:cNvSpPr txBox="1"/>
          <p:nvPr/>
        </p:nvSpPr>
        <p:spPr>
          <a:xfrm>
            <a:off x="5941772" y="3663868"/>
            <a:ext cx="555262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4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/>
          </a:p>
        </p:txBody>
      </p:sp>
      <p:sp>
        <p:nvSpPr>
          <p:cNvPr id="972" name="Google Shape;972;p26"/>
          <p:cNvSpPr txBox="1"/>
          <p:nvPr/>
        </p:nvSpPr>
        <p:spPr>
          <a:xfrm>
            <a:off x="5934204" y="3875300"/>
            <a:ext cx="555262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4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/>
          </a:p>
        </p:txBody>
      </p:sp>
      <p:sp>
        <p:nvSpPr>
          <p:cNvPr id="973" name="Google Shape;973;p26"/>
          <p:cNvSpPr txBox="1"/>
          <p:nvPr/>
        </p:nvSpPr>
        <p:spPr>
          <a:xfrm>
            <a:off x="5950900" y="4078457"/>
            <a:ext cx="555262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4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  <a:endParaRPr/>
          </a:p>
        </p:txBody>
      </p:sp>
      <p:sp>
        <p:nvSpPr>
          <p:cNvPr id="974" name="Google Shape;974;p26"/>
          <p:cNvSpPr/>
          <p:nvPr/>
        </p:nvSpPr>
        <p:spPr>
          <a:xfrm>
            <a:off x="3519759" y="7354069"/>
            <a:ext cx="211423" cy="192139"/>
          </a:xfrm>
          <a:prstGeom prst="flowChartConnector">
            <a:avLst/>
          </a:prstGeom>
          <a:solidFill>
            <a:srgbClr val="FF0000"/>
          </a:solidFill>
          <a:ln cap="flat" cmpd="sng" w="12700">
            <a:solidFill>
              <a:srgbClr val="C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5" name="Google Shape;975;p26"/>
          <p:cNvSpPr/>
          <p:nvPr/>
        </p:nvSpPr>
        <p:spPr>
          <a:xfrm>
            <a:off x="3519759" y="7615591"/>
            <a:ext cx="211423" cy="192139"/>
          </a:xfrm>
          <a:prstGeom prst="flowChartConnector">
            <a:avLst/>
          </a:prstGeom>
          <a:solidFill>
            <a:srgbClr val="FF0000"/>
          </a:solidFill>
          <a:ln cap="flat" cmpd="sng" w="12700">
            <a:solidFill>
              <a:srgbClr val="C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6" name="Google Shape;976;p26"/>
          <p:cNvSpPr/>
          <p:nvPr/>
        </p:nvSpPr>
        <p:spPr>
          <a:xfrm>
            <a:off x="2404831" y="7378133"/>
            <a:ext cx="211423" cy="192139"/>
          </a:xfrm>
          <a:prstGeom prst="flowChartConnector">
            <a:avLst/>
          </a:prstGeom>
          <a:solidFill>
            <a:srgbClr val="FF0000"/>
          </a:solidFill>
          <a:ln cap="flat" cmpd="sng" w="12700">
            <a:solidFill>
              <a:srgbClr val="C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7" name="Google Shape;977;p26"/>
          <p:cNvSpPr/>
          <p:nvPr/>
        </p:nvSpPr>
        <p:spPr>
          <a:xfrm>
            <a:off x="2404831" y="7639655"/>
            <a:ext cx="211423" cy="192139"/>
          </a:xfrm>
          <a:prstGeom prst="flowChartConnector">
            <a:avLst/>
          </a:prstGeom>
          <a:solidFill>
            <a:srgbClr val="FF0000"/>
          </a:solidFill>
          <a:ln cap="flat" cmpd="sng" w="12700">
            <a:solidFill>
              <a:srgbClr val="C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8" name="Google Shape;978;p26"/>
          <p:cNvSpPr/>
          <p:nvPr/>
        </p:nvSpPr>
        <p:spPr>
          <a:xfrm>
            <a:off x="2862029" y="7386155"/>
            <a:ext cx="211423" cy="192139"/>
          </a:xfrm>
          <a:prstGeom prst="flowChartConnector">
            <a:avLst/>
          </a:prstGeom>
          <a:solidFill>
            <a:srgbClr val="FF0000"/>
          </a:solidFill>
          <a:ln cap="flat" cmpd="sng" w="12700">
            <a:solidFill>
              <a:srgbClr val="C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9" name="Google Shape;979;p26"/>
          <p:cNvSpPr/>
          <p:nvPr/>
        </p:nvSpPr>
        <p:spPr>
          <a:xfrm>
            <a:off x="2862029" y="7647677"/>
            <a:ext cx="211423" cy="192139"/>
          </a:xfrm>
          <a:prstGeom prst="flowChartConnector">
            <a:avLst/>
          </a:prstGeom>
          <a:solidFill>
            <a:srgbClr val="FF0000"/>
          </a:solidFill>
          <a:ln cap="flat" cmpd="sng" w="12700">
            <a:solidFill>
              <a:srgbClr val="C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0" name="Google Shape;980;p26"/>
          <p:cNvSpPr/>
          <p:nvPr/>
        </p:nvSpPr>
        <p:spPr>
          <a:xfrm>
            <a:off x="1723043" y="7615593"/>
            <a:ext cx="211423" cy="192139"/>
          </a:xfrm>
          <a:prstGeom prst="flowChartConnector">
            <a:avLst/>
          </a:prstGeom>
          <a:solidFill>
            <a:srgbClr val="FF0000"/>
          </a:solidFill>
          <a:ln cap="flat" cmpd="sng" w="12700">
            <a:solidFill>
              <a:srgbClr val="C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1" name="Google Shape;981;p26"/>
          <p:cNvSpPr/>
          <p:nvPr/>
        </p:nvSpPr>
        <p:spPr>
          <a:xfrm>
            <a:off x="528033" y="7789482"/>
            <a:ext cx="215000" cy="192139"/>
          </a:xfrm>
          <a:prstGeom prst="flowChartConnector">
            <a:avLst/>
          </a:prstGeom>
          <a:solidFill>
            <a:srgbClr val="FF0000"/>
          </a:solidFill>
          <a:ln cap="flat" cmpd="sng" w="12700">
            <a:solidFill>
              <a:srgbClr val="C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2" name="Google Shape;982;p26"/>
          <p:cNvSpPr/>
          <p:nvPr/>
        </p:nvSpPr>
        <p:spPr>
          <a:xfrm>
            <a:off x="535447" y="7540042"/>
            <a:ext cx="211423" cy="192139"/>
          </a:xfrm>
          <a:prstGeom prst="flowChartConnector">
            <a:avLst/>
          </a:prstGeom>
          <a:solidFill>
            <a:srgbClr val="FF0000"/>
          </a:solidFill>
          <a:ln cap="flat" cmpd="sng" w="12700">
            <a:solidFill>
              <a:srgbClr val="C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3" name="Google Shape;983;p26"/>
          <p:cNvSpPr/>
          <p:nvPr/>
        </p:nvSpPr>
        <p:spPr>
          <a:xfrm>
            <a:off x="829765" y="7540042"/>
            <a:ext cx="211423" cy="192139"/>
          </a:xfrm>
          <a:prstGeom prst="flowChartConnector">
            <a:avLst/>
          </a:prstGeom>
          <a:solidFill>
            <a:srgbClr val="FF0000"/>
          </a:solidFill>
          <a:ln cap="flat" cmpd="sng" w="12700">
            <a:solidFill>
              <a:srgbClr val="C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4" name="Google Shape;984;p26"/>
          <p:cNvSpPr/>
          <p:nvPr/>
        </p:nvSpPr>
        <p:spPr>
          <a:xfrm>
            <a:off x="1124083" y="7540042"/>
            <a:ext cx="211423" cy="192139"/>
          </a:xfrm>
          <a:prstGeom prst="flowChartConnector">
            <a:avLst/>
          </a:prstGeom>
          <a:solidFill>
            <a:srgbClr val="FF0000"/>
          </a:solidFill>
          <a:ln cap="flat" cmpd="sng" w="12700">
            <a:solidFill>
              <a:srgbClr val="C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5" name="Google Shape;985;p26"/>
          <p:cNvSpPr/>
          <p:nvPr/>
        </p:nvSpPr>
        <p:spPr>
          <a:xfrm>
            <a:off x="525693" y="7253359"/>
            <a:ext cx="211423" cy="192139"/>
          </a:xfrm>
          <a:prstGeom prst="flowChartConnector">
            <a:avLst/>
          </a:prstGeom>
          <a:solidFill>
            <a:srgbClr val="FF0000"/>
          </a:solidFill>
          <a:ln cap="flat" cmpd="sng" w="12700">
            <a:solidFill>
              <a:srgbClr val="C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6" name="Google Shape;986;p26"/>
          <p:cNvSpPr/>
          <p:nvPr/>
        </p:nvSpPr>
        <p:spPr>
          <a:xfrm>
            <a:off x="820011" y="7253359"/>
            <a:ext cx="211423" cy="192139"/>
          </a:xfrm>
          <a:prstGeom prst="flowChartConnector">
            <a:avLst/>
          </a:prstGeom>
          <a:solidFill>
            <a:srgbClr val="FF0000"/>
          </a:solidFill>
          <a:ln cap="flat" cmpd="sng" w="12700">
            <a:solidFill>
              <a:srgbClr val="C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7" name="Google Shape;987;p26"/>
          <p:cNvSpPr/>
          <p:nvPr/>
        </p:nvSpPr>
        <p:spPr>
          <a:xfrm>
            <a:off x="826557" y="7787428"/>
            <a:ext cx="211423" cy="192139"/>
          </a:xfrm>
          <a:prstGeom prst="flowChartConnector">
            <a:avLst/>
          </a:prstGeom>
          <a:solidFill>
            <a:srgbClr val="FF0000"/>
          </a:solidFill>
          <a:ln cap="flat" cmpd="sng" w="12700">
            <a:solidFill>
              <a:srgbClr val="C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8" name="Google Shape;988;p26"/>
          <p:cNvSpPr/>
          <p:nvPr/>
        </p:nvSpPr>
        <p:spPr>
          <a:xfrm>
            <a:off x="1120875" y="7787428"/>
            <a:ext cx="211423" cy="192139"/>
          </a:xfrm>
          <a:prstGeom prst="flowChartConnector">
            <a:avLst/>
          </a:prstGeom>
          <a:solidFill>
            <a:srgbClr val="FF0000"/>
          </a:solidFill>
          <a:ln cap="flat" cmpd="sng" w="12700">
            <a:solidFill>
              <a:srgbClr val="C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9" name="Google Shape;989;p26"/>
          <p:cNvSpPr/>
          <p:nvPr/>
        </p:nvSpPr>
        <p:spPr>
          <a:xfrm>
            <a:off x="99368" y="170052"/>
            <a:ext cx="6634492" cy="1943803"/>
          </a:xfrm>
          <a:prstGeom prst="rect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0" name="Google Shape;990;p26"/>
          <p:cNvSpPr/>
          <p:nvPr/>
        </p:nvSpPr>
        <p:spPr>
          <a:xfrm>
            <a:off x="99368" y="2119221"/>
            <a:ext cx="6646084" cy="2514533"/>
          </a:xfrm>
          <a:prstGeom prst="rect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991" name="Google Shape;991;p26"/>
          <p:cNvCxnSpPr>
            <a:stCxn id="990" idx="0"/>
            <a:endCxn id="990" idx="2"/>
          </p:cNvCxnSpPr>
          <p:nvPr/>
        </p:nvCxnSpPr>
        <p:spPr>
          <a:xfrm>
            <a:off x="3422410" y="2119221"/>
            <a:ext cx="0" cy="25146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992" name="Google Shape;992;p26"/>
          <p:cNvSpPr txBox="1"/>
          <p:nvPr/>
        </p:nvSpPr>
        <p:spPr>
          <a:xfrm>
            <a:off x="1394311" y="4861681"/>
            <a:ext cx="943142" cy="276999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Hundreds</a:t>
            </a:r>
            <a:endParaRPr/>
          </a:p>
        </p:txBody>
      </p:sp>
      <p:sp>
        <p:nvSpPr>
          <p:cNvPr id="993" name="Google Shape;993;p26"/>
          <p:cNvSpPr/>
          <p:nvPr/>
        </p:nvSpPr>
        <p:spPr>
          <a:xfrm>
            <a:off x="1393872" y="5212399"/>
            <a:ext cx="943581" cy="857250"/>
          </a:xfrm>
          <a:prstGeom prst="rect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4" name="Google Shape;994;p26"/>
          <p:cNvSpPr/>
          <p:nvPr/>
        </p:nvSpPr>
        <p:spPr>
          <a:xfrm>
            <a:off x="1452243" y="5800063"/>
            <a:ext cx="211423" cy="192139"/>
          </a:xfrm>
          <a:prstGeom prst="flowChartConnector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5" name="Google Shape;995;p26"/>
          <p:cNvSpPr/>
          <p:nvPr/>
        </p:nvSpPr>
        <p:spPr>
          <a:xfrm>
            <a:off x="1746561" y="5800063"/>
            <a:ext cx="211423" cy="192139"/>
          </a:xfrm>
          <a:prstGeom prst="flowChartConnector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6" name="Google Shape;996;p26"/>
          <p:cNvSpPr/>
          <p:nvPr/>
        </p:nvSpPr>
        <p:spPr>
          <a:xfrm>
            <a:off x="2040879" y="5800063"/>
            <a:ext cx="211423" cy="192139"/>
          </a:xfrm>
          <a:prstGeom prst="flowChartConnector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7" name="Google Shape;997;p26"/>
          <p:cNvSpPr/>
          <p:nvPr/>
        </p:nvSpPr>
        <p:spPr>
          <a:xfrm>
            <a:off x="1387709" y="6192975"/>
            <a:ext cx="943581" cy="857250"/>
          </a:xfrm>
          <a:prstGeom prst="rect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8" name="Google Shape;998;p26"/>
          <p:cNvSpPr/>
          <p:nvPr/>
        </p:nvSpPr>
        <p:spPr>
          <a:xfrm>
            <a:off x="1446080" y="6519117"/>
            <a:ext cx="211423" cy="192139"/>
          </a:xfrm>
          <a:prstGeom prst="flowChartConnector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9" name="Google Shape;999;p26"/>
          <p:cNvSpPr/>
          <p:nvPr/>
        </p:nvSpPr>
        <p:spPr>
          <a:xfrm>
            <a:off x="1740398" y="6519117"/>
            <a:ext cx="211423" cy="192139"/>
          </a:xfrm>
          <a:prstGeom prst="flowChartConnector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0" name="Google Shape;1000;p26"/>
          <p:cNvSpPr/>
          <p:nvPr/>
        </p:nvSpPr>
        <p:spPr>
          <a:xfrm>
            <a:off x="2034716" y="6519117"/>
            <a:ext cx="211423" cy="192139"/>
          </a:xfrm>
          <a:prstGeom prst="flowChartConnector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1" name="Google Shape;1001;p26"/>
          <p:cNvSpPr/>
          <p:nvPr/>
        </p:nvSpPr>
        <p:spPr>
          <a:xfrm>
            <a:off x="1446080" y="6780639"/>
            <a:ext cx="211423" cy="192139"/>
          </a:xfrm>
          <a:prstGeom prst="flowChartConnector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2" name="Google Shape;1002;p26"/>
          <p:cNvSpPr/>
          <p:nvPr/>
        </p:nvSpPr>
        <p:spPr>
          <a:xfrm>
            <a:off x="1740398" y="6780639"/>
            <a:ext cx="211423" cy="192139"/>
          </a:xfrm>
          <a:prstGeom prst="flowChartConnector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3" name="Google Shape;1003;p26"/>
          <p:cNvSpPr/>
          <p:nvPr/>
        </p:nvSpPr>
        <p:spPr>
          <a:xfrm>
            <a:off x="2034716" y="6780639"/>
            <a:ext cx="211423" cy="192139"/>
          </a:xfrm>
          <a:prstGeom prst="flowChartConnector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4" name="Google Shape;1004;p26"/>
          <p:cNvSpPr/>
          <p:nvPr/>
        </p:nvSpPr>
        <p:spPr>
          <a:xfrm>
            <a:off x="434767" y="5213055"/>
            <a:ext cx="959544" cy="857250"/>
          </a:xfrm>
          <a:prstGeom prst="rect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5" name="Google Shape;1005;p26"/>
          <p:cNvSpPr/>
          <p:nvPr/>
        </p:nvSpPr>
        <p:spPr>
          <a:xfrm>
            <a:off x="1429842" y="5525738"/>
            <a:ext cx="215000" cy="192139"/>
          </a:xfrm>
          <a:prstGeom prst="flowChartConnector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6" name="Google Shape;1006;p26"/>
          <p:cNvSpPr/>
          <p:nvPr/>
        </p:nvSpPr>
        <p:spPr>
          <a:xfrm>
            <a:off x="447330" y="6193005"/>
            <a:ext cx="943581" cy="857250"/>
          </a:xfrm>
          <a:prstGeom prst="rect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7" name="Google Shape;1007;p26"/>
          <p:cNvSpPr/>
          <p:nvPr/>
        </p:nvSpPr>
        <p:spPr>
          <a:xfrm>
            <a:off x="505701" y="6510680"/>
            <a:ext cx="211423" cy="192139"/>
          </a:xfrm>
          <a:prstGeom prst="flowChartConnector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8" name="Google Shape;1008;p26"/>
          <p:cNvSpPr/>
          <p:nvPr/>
        </p:nvSpPr>
        <p:spPr>
          <a:xfrm>
            <a:off x="505701" y="6772202"/>
            <a:ext cx="211423" cy="192139"/>
          </a:xfrm>
          <a:prstGeom prst="flowChartConnector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9" name="Google Shape;1009;p26"/>
          <p:cNvSpPr/>
          <p:nvPr/>
        </p:nvSpPr>
        <p:spPr>
          <a:xfrm>
            <a:off x="800019" y="6772202"/>
            <a:ext cx="211423" cy="192139"/>
          </a:xfrm>
          <a:prstGeom prst="flowChartConnector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0" name="Google Shape;1010;p26"/>
          <p:cNvSpPr/>
          <p:nvPr/>
        </p:nvSpPr>
        <p:spPr>
          <a:xfrm>
            <a:off x="1094337" y="6772202"/>
            <a:ext cx="211423" cy="192139"/>
          </a:xfrm>
          <a:prstGeom prst="flowChartConnector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1" name="Google Shape;1011;p26"/>
          <p:cNvSpPr txBox="1"/>
          <p:nvPr/>
        </p:nvSpPr>
        <p:spPr>
          <a:xfrm>
            <a:off x="444898" y="4861681"/>
            <a:ext cx="948751" cy="276999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Thousands</a:t>
            </a:r>
            <a:endParaRPr/>
          </a:p>
        </p:txBody>
      </p:sp>
      <p:sp>
        <p:nvSpPr>
          <p:cNvPr id="1012" name="Google Shape;1012;p26"/>
          <p:cNvSpPr txBox="1"/>
          <p:nvPr/>
        </p:nvSpPr>
        <p:spPr>
          <a:xfrm>
            <a:off x="52741" y="6245552"/>
            <a:ext cx="308675" cy="7078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4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+</a:t>
            </a:r>
            <a:endParaRPr sz="4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3" name="Google Shape;1013;p26"/>
          <p:cNvSpPr/>
          <p:nvPr/>
        </p:nvSpPr>
        <p:spPr>
          <a:xfrm>
            <a:off x="1371472" y="7177194"/>
            <a:ext cx="943581" cy="857250"/>
          </a:xfrm>
          <a:prstGeom prst="rect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4" name="Google Shape;1014;p26"/>
          <p:cNvSpPr/>
          <p:nvPr/>
        </p:nvSpPr>
        <p:spPr>
          <a:xfrm>
            <a:off x="420819" y="7179031"/>
            <a:ext cx="943581" cy="857250"/>
          </a:xfrm>
          <a:prstGeom prst="rect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5" name="Google Shape;1015;p26"/>
          <p:cNvSpPr txBox="1"/>
          <p:nvPr/>
        </p:nvSpPr>
        <p:spPr>
          <a:xfrm>
            <a:off x="59311" y="7209025"/>
            <a:ext cx="308675" cy="7078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4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=</a:t>
            </a:r>
            <a:endParaRPr/>
          </a:p>
        </p:txBody>
      </p:sp>
      <p:sp>
        <p:nvSpPr>
          <p:cNvPr id="1016" name="Google Shape;1016;p26"/>
          <p:cNvSpPr txBox="1"/>
          <p:nvPr/>
        </p:nvSpPr>
        <p:spPr>
          <a:xfrm>
            <a:off x="3288424" y="4867127"/>
            <a:ext cx="943142" cy="276999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Ones</a:t>
            </a:r>
            <a:endParaRPr/>
          </a:p>
        </p:txBody>
      </p:sp>
      <p:sp>
        <p:nvSpPr>
          <p:cNvPr id="1017" name="Google Shape;1017;p26"/>
          <p:cNvSpPr/>
          <p:nvPr/>
        </p:nvSpPr>
        <p:spPr>
          <a:xfrm>
            <a:off x="3287985" y="5202457"/>
            <a:ext cx="943581" cy="868405"/>
          </a:xfrm>
          <a:prstGeom prst="rect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8" name="Google Shape;1018;p26"/>
          <p:cNvSpPr/>
          <p:nvPr/>
        </p:nvSpPr>
        <p:spPr>
          <a:xfrm>
            <a:off x="3346356" y="5792809"/>
            <a:ext cx="211423" cy="192139"/>
          </a:xfrm>
          <a:prstGeom prst="flowChartConnector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9" name="Google Shape;1019;p26"/>
          <p:cNvSpPr/>
          <p:nvPr/>
        </p:nvSpPr>
        <p:spPr>
          <a:xfrm>
            <a:off x="3640674" y="5792809"/>
            <a:ext cx="211423" cy="192139"/>
          </a:xfrm>
          <a:prstGeom prst="flowChartConnector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0" name="Google Shape;1020;p26"/>
          <p:cNvSpPr/>
          <p:nvPr/>
        </p:nvSpPr>
        <p:spPr>
          <a:xfrm>
            <a:off x="3934992" y="5792809"/>
            <a:ext cx="211423" cy="192139"/>
          </a:xfrm>
          <a:prstGeom prst="flowChartConnector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1" name="Google Shape;1021;p26"/>
          <p:cNvSpPr/>
          <p:nvPr/>
        </p:nvSpPr>
        <p:spPr>
          <a:xfrm>
            <a:off x="3281822" y="6191798"/>
            <a:ext cx="943581" cy="859640"/>
          </a:xfrm>
          <a:prstGeom prst="rect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2" name="Google Shape;1022;p26"/>
          <p:cNvSpPr/>
          <p:nvPr/>
        </p:nvSpPr>
        <p:spPr>
          <a:xfrm>
            <a:off x="3340193" y="6511863"/>
            <a:ext cx="211423" cy="192139"/>
          </a:xfrm>
          <a:prstGeom prst="flowChartConnector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3" name="Google Shape;1023;p26"/>
          <p:cNvSpPr/>
          <p:nvPr/>
        </p:nvSpPr>
        <p:spPr>
          <a:xfrm>
            <a:off x="3634511" y="6511863"/>
            <a:ext cx="211423" cy="192139"/>
          </a:xfrm>
          <a:prstGeom prst="flowChartConnector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4" name="Google Shape;1024;p26"/>
          <p:cNvSpPr/>
          <p:nvPr/>
        </p:nvSpPr>
        <p:spPr>
          <a:xfrm>
            <a:off x="3928829" y="6511863"/>
            <a:ext cx="211423" cy="192139"/>
          </a:xfrm>
          <a:prstGeom prst="flowChartConnector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5" name="Google Shape;1025;p26"/>
          <p:cNvSpPr/>
          <p:nvPr/>
        </p:nvSpPr>
        <p:spPr>
          <a:xfrm>
            <a:off x="3340193" y="6773385"/>
            <a:ext cx="211423" cy="192139"/>
          </a:xfrm>
          <a:prstGeom prst="flowChartConnector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6" name="Google Shape;1026;p26"/>
          <p:cNvSpPr/>
          <p:nvPr/>
        </p:nvSpPr>
        <p:spPr>
          <a:xfrm>
            <a:off x="3634511" y="6773385"/>
            <a:ext cx="211423" cy="192139"/>
          </a:xfrm>
          <a:prstGeom prst="flowChartConnector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7" name="Google Shape;1027;p26"/>
          <p:cNvSpPr/>
          <p:nvPr/>
        </p:nvSpPr>
        <p:spPr>
          <a:xfrm>
            <a:off x="3928829" y="6773385"/>
            <a:ext cx="211423" cy="192139"/>
          </a:xfrm>
          <a:prstGeom prst="flowChartConnector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8" name="Google Shape;1028;p26"/>
          <p:cNvSpPr/>
          <p:nvPr/>
        </p:nvSpPr>
        <p:spPr>
          <a:xfrm>
            <a:off x="2328880" y="5206904"/>
            <a:ext cx="959544" cy="864614"/>
          </a:xfrm>
          <a:prstGeom prst="rect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9" name="Google Shape;1029;p26"/>
          <p:cNvSpPr/>
          <p:nvPr/>
        </p:nvSpPr>
        <p:spPr>
          <a:xfrm>
            <a:off x="2380898" y="5824322"/>
            <a:ext cx="215000" cy="192139"/>
          </a:xfrm>
          <a:prstGeom prst="flowChartConnector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0" name="Google Shape;1030;p26"/>
          <p:cNvSpPr/>
          <p:nvPr/>
        </p:nvSpPr>
        <p:spPr>
          <a:xfrm>
            <a:off x="2332976" y="6191798"/>
            <a:ext cx="943581" cy="857250"/>
          </a:xfrm>
          <a:prstGeom prst="rect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1" name="Google Shape;1031;p26"/>
          <p:cNvSpPr/>
          <p:nvPr/>
        </p:nvSpPr>
        <p:spPr>
          <a:xfrm>
            <a:off x="2399814" y="6503426"/>
            <a:ext cx="211423" cy="192139"/>
          </a:xfrm>
          <a:prstGeom prst="flowChartConnector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2" name="Google Shape;1032;p26"/>
          <p:cNvSpPr/>
          <p:nvPr/>
        </p:nvSpPr>
        <p:spPr>
          <a:xfrm>
            <a:off x="2399814" y="6764948"/>
            <a:ext cx="211423" cy="192139"/>
          </a:xfrm>
          <a:prstGeom prst="flowChartConnector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3" name="Google Shape;1033;p26"/>
          <p:cNvSpPr/>
          <p:nvPr/>
        </p:nvSpPr>
        <p:spPr>
          <a:xfrm>
            <a:off x="2694132" y="6764948"/>
            <a:ext cx="211423" cy="192139"/>
          </a:xfrm>
          <a:prstGeom prst="flowChartConnector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4" name="Google Shape;1034;p26"/>
          <p:cNvSpPr/>
          <p:nvPr/>
        </p:nvSpPr>
        <p:spPr>
          <a:xfrm>
            <a:off x="2988450" y="6764948"/>
            <a:ext cx="211423" cy="192139"/>
          </a:xfrm>
          <a:prstGeom prst="flowChartConnector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5" name="Google Shape;1035;p26"/>
          <p:cNvSpPr txBox="1"/>
          <p:nvPr/>
        </p:nvSpPr>
        <p:spPr>
          <a:xfrm>
            <a:off x="2339011" y="4867127"/>
            <a:ext cx="948751" cy="276999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Tens</a:t>
            </a:r>
            <a:endParaRPr/>
          </a:p>
        </p:txBody>
      </p:sp>
      <p:sp>
        <p:nvSpPr>
          <p:cNvPr id="1036" name="Google Shape;1036;p26"/>
          <p:cNvSpPr/>
          <p:nvPr/>
        </p:nvSpPr>
        <p:spPr>
          <a:xfrm>
            <a:off x="3265585" y="7178407"/>
            <a:ext cx="943581" cy="857250"/>
          </a:xfrm>
          <a:prstGeom prst="rect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7" name="Google Shape;1037;p26"/>
          <p:cNvSpPr/>
          <p:nvPr/>
        </p:nvSpPr>
        <p:spPr>
          <a:xfrm>
            <a:off x="2314932" y="7180244"/>
            <a:ext cx="943581" cy="857250"/>
          </a:xfrm>
          <a:prstGeom prst="rect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8" name="Google Shape;1038;p26"/>
          <p:cNvSpPr/>
          <p:nvPr/>
        </p:nvSpPr>
        <p:spPr>
          <a:xfrm>
            <a:off x="3344353" y="5519089"/>
            <a:ext cx="211423" cy="192139"/>
          </a:xfrm>
          <a:prstGeom prst="flowChartConnector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9" name="Google Shape;1039;p26"/>
          <p:cNvSpPr/>
          <p:nvPr/>
        </p:nvSpPr>
        <p:spPr>
          <a:xfrm>
            <a:off x="3638671" y="5519089"/>
            <a:ext cx="211423" cy="192139"/>
          </a:xfrm>
          <a:prstGeom prst="flowChartConnector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0" name="Google Shape;1040;p26"/>
          <p:cNvSpPr/>
          <p:nvPr/>
        </p:nvSpPr>
        <p:spPr>
          <a:xfrm>
            <a:off x="3932989" y="5519089"/>
            <a:ext cx="211423" cy="192139"/>
          </a:xfrm>
          <a:prstGeom prst="flowChartConnector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1" name="Google Shape;1041;p26"/>
          <p:cNvSpPr/>
          <p:nvPr/>
        </p:nvSpPr>
        <p:spPr>
          <a:xfrm>
            <a:off x="2388312" y="5574882"/>
            <a:ext cx="211423" cy="192139"/>
          </a:xfrm>
          <a:prstGeom prst="flowChartConnector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2" name="Google Shape;1042;p26"/>
          <p:cNvSpPr/>
          <p:nvPr/>
        </p:nvSpPr>
        <p:spPr>
          <a:xfrm>
            <a:off x="2682630" y="5574882"/>
            <a:ext cx="211423" cy="192139"/>
          </a:xfrm>
          <a:prstGeom prst="flowChartConnector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3" name="Google Shape;1043;p26"/>
          <p:cNvSpPr/>
          <p:nvPr/>
        </p:nvSpPr>
        <p:spPr>
          <a:xfrm>
            <a:off x="2976948" y="5574882"/>
            <a:ext cx="211423" cy="192139"/>
          </a:xfrm>
          <a:prstGeom prst="flowChartConnector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4" name="Google Shape;1044;p26"/>
          <p:cNvSpPr/>
          <p:nvPr/>
        </p:nvSpPr>
        <p:spPr>
          <a:xfrm>
            <a:off x="2378558" y="5288199"/>
            <a:ext cx="211423" cy="192139"/>
          </a:xfrm>
          <a:prstGeom prst="flowChartConnector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5" name="Google Shape;1045;p26"/>
          <p:cNvSpPr/>
          <p:nvPr/>
        </p:nvSpPr>
        <p:spPr>
          <a:xfrm>
            <a:off x="2672876" y="5288199"/>
            <a:ext cx="211423" cy="192139"/>
          </a:xfrm>
          <a:prstGeom prst="flowChartConnector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6" name="Google Shape;1046;p26"/>
          <p:cNvSpPr/>
          <p:nvPr/>
        </p:nvSpPr>
        <p:spPr>
          <a:xfrm>
            <a:off x="2967194" y="5288199"/>
            <a:ext cx="211423" cy="192139"/>
          </a:xfrm>
          <a:prstGeom prst="flowChartConnector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7" name="Google Shape;1047;p26"/>
          <p:cNvSpPr/>
          <p:nvPr/>
        </p:nvSpPr>
        <p:spPr>
          <a:xfrm>
            <a:off x="2679422" y="5822268"/>
            <a:ext cx="211423" cy="192139"/>
          </a:xfrm>
          <a:prstGeom prst="flowChartConnector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8" name="Google Shape;1048;p26"/>
          <p:cNvSpPr/>
          <p:nvPr/>
        </p:nvSpPr>
        <p:spPr>
          <a:xfrm>
            <a:off x="2973740" y="5822268"/>
            <a:ext cx="211423" cy="192139"/>
          </a:xfrm>
          <a:prstGeom prst="flowChartConnector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049" name="Google Shape;1049;p26"/>
          <p:cNvGrpSpPr/>
          <p:nvPr/>
        </p:nvGrpSpPr>
        <p:grpSpPr>
          <a:xfrm>
            <a:off x="790310" y="5822268"/>
            <a:ext cx="505741" cy="192139"/>
            <a:chOff x="3448155" y="6783870"/>
            <a:chExt cx="505741" cy="192139"/>
          </a:xfrm>
        </p:grpSpPr>
        <p:sp>
          <p:nvSpPr>
            <p:cNvPr id="1050" name="Google Shape;1050;p26"/>
            <p:cNvSpPr/>
            <p:nvPr/>
          </p:nvSpPr>
          <p:spPr>
            <a:xfrm>
              <a:off x="3448155" y="6783870"/>
              <a:ext cx="211423" cy="192139"/>
            </a:xfrm>
            <a:prstGeom prst="flowChartConnector">
              <a:avLst/>
            </a:prstGeom>
            <a:solidFill>
              <a:schemeClr val="accent1"/>
            </a:solidFill>
            <a:ln cap="flat" cmpd="sng" w="12700">
              <a:solidFill>
                <a:srgbClr val="42719B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51" name="Google Shape;1051;p26"/>
            <p:cNvSpPr/>
            <p:nvPr/>
          </p:nvSpPr>
          <p:spPr>
            <a:xfrm>
              <a:off x="3742473" y="6783870"/>
              <a:ext cx="211423" cy="192139"/>
            </a:xfrm>
            <a:prstGeom prst="flowChartConnector">
              <a:avLst/>
            </a:prstGeom>
            <a:solidFill>
              <a:schemeClr val="accent1"/>
            </a:solidFill>
            <a:ln cap="flat" cmpd="sng" w="12700">
              <a:solidFill>
                <a:srgbClr val="42719B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052" name="Google Shape;1052;p26"/>
          <p:cNvSpPr/>
          <p:nvPr/>
        </p:nvSpPr>
        <p:spPr>
          <a:xfrm>
            <a:off x="508190" y="5822268"/>
            <a:ext cx="215000" cy="192139"/>
          </a:xfrm>
          <a:prstGeom prst="flowChartConnector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053" name="Google Shape;1053;p26"/>
          <p:cNvCxnSpPr/>
          <p:nvPr/>
        </p:nvCxnSpPr>
        <p:spPr>
          <a:xfrm>
            <a:off x="245345" y="7136744"/>
            <a:ext cx="2368995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054" name="Google Shape;1054;p26"/>
          <p:cNvCxnSpPr/>
          <p:nvPr/>
        </p:nvCxnSpPr>
        <p:spPr>
          <a:xfrm>
            <a:off x="2139458" y="7135537"/>
            <a:ext cx="2368995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58" name="Shape 10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59" name="Google Shape;1059;p27"/>
          <p:cNvGrpSpPr/>
          <p:nvPr/>
        </p:nvGrpSpPr>
        <p:grpSpPr>
          <a:xfrm>
            <a:off x="135231" y="5172667"/>
            <a:ext cx="6587538" cy="4381500"/>
            <a:chOff x="135231" y="5172667"/>
            <a:chExt cx="6587538" cy="4381500"/>
          </a:xfrm>
        </p:grpSpPr>
        <p:grpSp>
          <p:nvGrpSpPr>
            <p:cNvPr id="1060" name="Google Shape;1060;p27"/>
            <p:cNvGrpSpPr/>
            <p:nvPr/>
          </p:nvGrpSpPr>
          <p:grpSpPr>
            <a:xfrm>
              <a:off x="142250" y="5172667"/>
              <a:ext cx="6539864" cy="4381500"/>
              <a:chOff x="159068" y="5311167"/>
              <a:chExt cx="6539864" cy="4381500"/>
            </a:xfrm>
          </p:grpSpPr>
          <p:pic>
            <p:nvPicPr>
              <p:cNvPr id="1061" name="Google Shape;1061;p27"/>
              <p:cNvPicPr preferRelativeResize="0"/>
              <p:nvPr/>
            </p:nvPicPr>
            <p:blipFill rotWithShape="1">
              <a:blip r:embed="rId3">
                <a:alphaModFix/>
              </a:blip>
              <a:srcRect b="0" l="0" r="0" t="0"/>
              <a:stretch/>
            </p:blipFill>
            <p:spPr>
              <a:xfrm>
                <a:off x="159068" y="5311167"/>
                <a:ext cx="5514975" cy="4381500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1062" name="Google Shape;1062;p27"/>
              <p:cNvPicPr preferRelativeResize="0"/>
              <p:nvPr/>
            </p:nvPicPr>
            <p:blipFill rotWithShape="1">
              <a:blip r:embed="rId3">
                <a:alphaModFix/>
              </a:blip>
              <a:srcRect b="0" l="69735" r="3662" t="0"/>
              <a:stretch/>
            </p:blipFill>
            <p:spPr>
              <a:xfrm>
                <a:off x="5231750" y="5311167"/>
                <a:ext cx="1467182" cy="4381500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1063" name="Google Shape;1063;p27"/>
              <p:cNvPicPr preferRelativeResize="0"/>
              <p:nvPr/>
            </p:nvPicPr>
            <p:blipFill rotWithShape="1">
              <a:blip r:embed="rId3">
                <a:alphaModFix/>
              </a:blip>
              <a:srcRect b="0" l="6619" r="0" t="0"/>
              <a:stretch/>
            </p:blipFill>
            <p:spPr>
              <a:xfrm>
                <a:off x="936852" y="5311167"/>
                <a:ext cx="5149954" cy="4381500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sp>
          <p:nvSpPr>
            <p:cNvPr id="1064" name="Google Shape;1064;p27"/>
            <p:cNvSpPr/>
            <p:nvPr/>
          </p:nvSpPr>
          <p:spPr>
            <a:xfrm>
              <a:off x="135231" y="5172667"/>
              <a:ext cx="6587538" cy="1851232"/>
            </a:xfrm>
            <a:prstGeom prst="rect">
              <a:avLst/>
            </a:prstGeom>
            <a:solidFill>
              <a:schemeClr val="lt1"/>
            </a:solidFill>
            <a:ln cap="flat" cmpd="sng" w="12700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065" name="Google Shape;1065;p27"/>
          <p:cNvSpPr txBox="1"/>
          <p:nvPr>
            <p:ph idx="12" type="sldNum"/>
          </p:nvPr>
        </p:nvSpPr>
        <p:spPr>
          <a:xfrm>
            <a:off x="5291875" y="9464712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066" name="Google Shape;1066;p27"/>
          <p:cNvSpPr/>
          <p:nvPr/>
        </p:nvSpPr>
        <p:spPr>
          <a:xfrm>
            <a:off x="150472" y="4143189"/>
            <a:ext cx="6582869" cy="925200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7" name="Google Shape;1067;p27"/>
          <p:cNvSpPr/>
          <p:nvPr/>
        </p:nvSpPr>
        <p:spPr>
          <a:xfrm>
            <a:off x="148211" y="3223310"/>
            <a:ext cx="6585130" cy="925200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8" name="Google Shape;1068;p27"/>
          <p:cNvSpPr/>
          <p:nvPr/>
        </p:nvSpPr>
        <p:spPr>
          <a:xfrm>
            <a:off x="148211" y="1390053"/>
            <a:ext cx="6585130" cy="925200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9" name="Google Shape;1069;p27"/>
          <p:cNvSpPr txBox="1"/>
          <p:nvPr/>
        </p:nvSpPr>
        <p:spPr>
          <a:xfrm>
            <a:off x="146854" y="149707"/>
            <a:ext cx="6606000" cy="338554"/>
          </a:xfrm>
          <a:prstGeom prst="rect">
            <a:avLst/>
          </a:prstGeom>
          <a:solidFill>
            <a:srgbClr val="7E2341"/>
          </a:solidFill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b="1" lang="en-GB" sz="1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Skills Check</a:t>
            </a:r>
            <a:endParaRPr b="1" i="0" sz="16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0" name="Google Shape;1070;p27"/>
          <p:cNvSpPr/>
          <p:nvPr/>
        </p:nvSpPr>
        <p:spPr>
          <a:xfrm>
            <a:off x="148212" y="460198"/>
            <a:ext cx="6585130" cy="923590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1" name="Google Shape;1071;p27"/>
          <p:cNvSpPr txBox="1"/>
          <p:nvPr/>
        </p:nvSpPr>
        <p:spPr>
          <a:xfrm>
            <a:off x="172691" y="450910"/>
            <a:ext cx="2124559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 Calculate 72 + 21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2" name="Google Shape;1072;p27"/>
          <p:cNvSpPr/>
          <p:nvPr/>
        </p:nvSpPr>
        <p:spPr>
          <a:xfrm>
            <a:off x="5423341" y="940792"/>
            <a:ext cx="1245632" cy="398914"/>
          </a:xfrm>
          <a:prstGeom prst="rect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3" name="Google Shape;1073;p27"/>
          <p:cNvSpPr/>
          <p:nvPr/>
        </p:nvSpPr>
        <p:spPr>
          <a:xfrm>
            <a:off x="5425992" y="1872576"/>
            <a:ext cx="1245632" cy="398914"/>
          </a:xfrm>
          <a:prstGeom prst="rect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4" name="Google Shape;1074;p27"/>
          <p:cNvSpPr/>
          <p:nvPr/>
        </p:nvSpPr>
        <p:spPr>
          <a:xfrm>
            <a:off x="150472" y="2308818"/>
            <a:ext cx="6582869" cy="925200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5" name="Google Shape;1075;p27"/>
          <p:cNvSpPr txBox="1"/>
          <p:nvPr/>
        </p:nvSpPr>
        <p:spPr>
          <a:xfrm>
            <a:off x="158493" y="1426391"/>
            <a:ext cx="2378420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2. Calculate 343 + 251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6" name="Google Shape;1076;p27"/>
          <p:cNvSpPr txBox="1"/>
          <p:nvPr/>
        </p:nvSpPr>
        <p:spPr>
          <a:xfrm>
            <a:off x="158492" y="2351591"/>
            <a:ext cx="6572507" cy="73866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3. Calculate 103 + 9372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A: 10 402             B: 103 102           C: 9475            D: 10 375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7" name="Google Shape;1077;p27"/>
          <p:cNvSpPr txBox="1"/>
          <p:nvPr/>
        </p:nvSpPr>
        <p:spPr>
          <a:xfrm>
            <a:off x="5587802" y="918030"/>
            <a:ext cx="956812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93</a:t>
            </a:r>
            <a:endParaRPr/>
          </a:p>
        </p:txBody>
      </p:sp>
      <p:sp>
        <p:nvSpPr>
          <p:cNvPr id="1078" name="Google Shape;1078;p27"/>
          <p:cNvSpPr txBox="1"/>
          <p:nvPr/>
        </p:nvSpPr>
        <p:spPr>
          <a:xfrm>
            <a:off x="5587802" y="1883622"/>
            <a:ext cx="956812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594</a:t>
            </a:r>
            <a:endParaRPr/>
          </a:p>
        </p:txBody>
      </p:sp>
      <p:sp>
        <p:nvSpPr>
          <p:cNvPr id="1079" name="Google Shape;1079;p27"/>
          <p:cNvSpPr txBox="1"/>
          <p:nvPr/>
        </p:nvSpPr>
        <p:spPr>
          <a:xfrm>
            <a:off x="172691" y="3269015"/>
            <a:ext cx="6528799" cy="73866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4. Calculate 45 + 39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A: 84             B: 54           C: 74            D: 94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0" name="Google Shape;1080;p27"/>
          <p:cNvSpPr txBox="1"/>
          <p:nvPr/>
        </p:nvSpPr>
        <p:spPr>
          <a:xfrm>
            <a:off x="150472" y="4173384"/>
            <a:ext cx="6518501" cy="95410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5. Calculate 63 + 18 + 21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A:  81            B: 102           C: 84            D: 92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1" name="Google Shape;1081;p27"/>
          <p:cNvSpPr/>
          <p:nvPr/>
        </p:nvSpPr>
        <p:spPr>
          <a:xfrm>
            <a:off x="151426" y="5059718"/>
            <a:ext cx="6579574" cy="925200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2" name="Google Shape;1082;p27"/>
          <p:cNvSpPr/>
          <p:nvPr/>
        </p:nvSpPr>
        <p:spPr>
          <a:xfrm>
            <a:off x="155097" y="5977202"/>
            <a:ext cx="6575903" cy="925200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3" name="Google Shape;1083;p27"/>
          <p:cNvSpPr txBox="1"/>
          <p:nvPr/>
        </p:nvSpPr>
        <p:spPr>
          <a:xfrm>
            <a:off x="135231" y="5109151"/>
            <a:ext cx="6595768" cy="95410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4. Calculate 745 + 279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A: 914             B: 924           C: 1024            D: 1014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4" name="Google Shape;1084;p27"/>
          <p:cNvSpPr txBox="1"/>
          <p:nvPr/>
        </p:nvSpPr>
        <p:spPr>
          <a:xfrm>
            <a:off x="143666" y="6006008"/>
            <a:ext cx="6525307" cy="95410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5. Calculate 8174 + 658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A: 8822             B: 8832           C: 8722            D: 8732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5" name="Google Shape;1085;p27"/>
          <p:cNvSpPr/>
          <p:nvPr/>
        </p:nvSpPr>
        <p:spPr>
          <a:xfrm>
            <a:off x="3619500" y="2819400"/>
            <a:ext cx="901700" cy="268400"/>
          </a:xfrm>
          <a:prstGeom prst="ellipse">
            <a:avLst/>
          </a:prstGeom>
          <a:noFill/>
          <a:ln cap="flat" cmpd="sng" w="1270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6" name="Google Shape;1086;p27"/>
          <p:cNvSpPr/>
          <p:nvPr/>
        </p:nvSpPr>
        <p:spPr>
          <a:xfrm>
            <a:off x="1720613" y="3746068"/>
            <a:ext cx="901700" cy="268400"/>
          </a:xfrm>
          <a:prstGeom prst="ellipse">
            <a:avLst/>
          </a:prstGeom>
          <a:noFill/>
          <a:ln cap="flat" cmpd="sng" w="1270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7" name="Google Shape;1087;p27"/>
          <p:cNvSpPr/>
          <p:nvPr/>
        </p:nvSpPr>
        <p:spPr>
          <a:xfrm>
            <a:off x="2593845" y="4623257"/>
            <a:ext cx="901700" cy="268400"/>
          </a:xfrm>
          <a:prstGeom prst="ellipse">
            <a:avLst/>
          </a:prstGeom>
          <a:noFill/>
          <a:ln cap="flat" cmpd="sng" w="1270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8" name="Google Shape;1088;p27"/>
          <p:cNvSpPr/>
          <p:nvPr/>
        </p:nvSpPr>
        <p:spPr>
          <a:xfrm>
            <a:off x="3397768" y="5534555"/>
            <a:ext cx="901700" cy="268400"/>
          </a:xfrm>
          <a:prstGeom prst="ellipse">
            <a:avLst/>
          </a:prstGeom>
          <a:noFill/>
          <a:ln cap="flat" cmpd="sng" w="1270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9" name="Google Shape;1089;p27"/>
          <p:cNvSpPr/>
          <p:nvPr/>
        </p:nvSpPr>
        <p:spPr>
          <a:xfrm>
            <a:off x="2496068" y="6470322"/>
            <a:ext cx="901700" cy="268400"/>
          </a:xfrm>
          <a:prstGeom prst="ellipse">
            <a:avLst/>
          </a:prstGeom>
          <a:noFill/>
          <a:ln cap="flat" cmpd="sng" w="1270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 Them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