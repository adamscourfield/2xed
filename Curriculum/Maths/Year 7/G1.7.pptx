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9906000" cx="6858000"/>
  <p:notesSz cx="6858000" cy="9945675"/>
  <p:embeddedFontLst>
    <p:embeddedFont>
      <p:font typeface="Cambria Math"/>
      <p:regular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33EC594-E3C4-4DB9-988B-F647399F5CF9}">
  <a:tblStyle styleId="{933EC594-E3C4-4DB9-988B-F647399F5CF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4" Type="http://schemas.openxmlformats.org/officeDocument/2006/relationships/font" Target="fonts/CambriaMath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99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99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46678"/>
            <a:ext cx="2971800" cy="4990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9446678"/>
            <a:ext cx="2971800" cy="4990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4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04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04:notes"/>
          <p:cNvSpPr txBox="1"/>
          <p:nvPr>
            <p:ph idx="12" type="sldNum"/>
          </p:nvPr>
        </p:nvSpPr>
        <p:spPr>
          <a:xfrm>
            <a:off x="3884613" y="9446678"/>
            <a:ext cx="2971800" cy="4990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5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105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https://www.mathworksheets4kids.com/parallelogram/angles/angles-diagonal-1.pdf</a:t>
            </a:r>
            <a:endParaRPr/>
          </a:p>
        </p:txBody>
      </p:sp>
      <p:sp>
        <p:nvSpPr>
          <p:cNvPr id="147" name="Google Shape;147;p105:notes"/>
          <p:cNvSpPr txBox="1"/>
          <p:nvPr>
            <p:ph idx="12" type="sldNum"/>
          </p:nvPr>
        </p:nvSpPr>
        <p:spPr>
          <a:xfrm>
            <a:off x="3884613" y="9446678"/>
            <a:ext cx="2971800" cy="4990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6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6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07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107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https://www.mathworksheets4kids.com/parallelogram/angles/angles-diagonal-1.pdf</a:t>
            </a:r>
            <a:endParaRPr/>
          </a:p>
        </p:txBody>
      </p:sp>
      <p:sp>
        <p:nvSpPr>
          <p:cNvPr id="279" name="Google Shape;279;p107:notes"/>
          <p:cNvSpPr txBox="1"/>
          <p:nvPr>
            <p:ph idx="12" type="sldNum"/>
          </p:nvPr>
        </p:nvSpPr>
        <p:spPr>
          <a:xfrm>
            <a:off x="3884613" y="9446678"/>
            <a:ext cx="2971800" cy="4990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08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p108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https://www.mathworksheets4kids.com/parallelogram/angles/angles-diagonal-1.pdf</a:t>
            </a:r>
            <a:endParaRPr/>
          </a:p>
        </p:txBody>
      </p:sp>
      <p:sp>
        <p:nvSpPr>
          <p:cNvPr id="324" name="Google Shape;324;p108:notes"/>
          <p:cNvSpPr txBox="1"/>
          <p:nvPr>
            <p:ph idx="12" type="sldNum"/>
          </p:nvPr>
        </p:nvSpPr>
        <p:spPr>
          <a:xfrm>
            <a:off x="3884613" y="9446678"/>
            <a:ext cx="2971800" cy="4990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09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09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10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10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111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11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23.png"/><Relationship Id="rId10" Type="http://schemas.openxmlformats.org/officeDocument/2006/relationships/image" Target="../media/image26.png"/><Relationship Id="rId13" Type="http://schemas.openxmlformats.org/officeDocument/2006/relationships/image" Target="../media/image4.png"/><Relationship Id="rId1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8.png"/><Relationship Id="rId9" Type="http://schemas.openxmlformats.org/officeDocument/2006/relationships/image" Target="../media/image7.png"/><Relationship Id="rId14" Type="http://schemas.openxmlformats.org/officeDocument/2006/relationships/image" Target="../media/image20.png"/><Relationship Id="rId5" Type="http://schemas.openxmlformats.org/officeDocument/2006/relationships/image" Target="../media/image1.png"/><Relationship Id="rId6" Type="http://schemas.openxmlformats.org/officeDocument/2006/relationships/image" Target="../media/image14.png"/><Relationship Id="rId7" Type="http://schemas.openxmlformats.org/officeDocument/2006/relationships/image" Target="../media/image12.png"/><Relationship Id="rId8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40" Type="http://schemas.openxmlformats.org/officeDocument/2006/relationships/image" Target="../media/image50.png"/><Relationship Id="rId42" Type="http://schemas.openxmlformats.org/officeDocument/2006/relationships/image" Target="../media/image53.png"/><Relationship Id="rId41" Type="http://schemas.openxmlformats.org/officeDocument/2006/relationships/image" Target="../media/image69.png"/><Relationship Id="rId44" Type="http://schemas.openxmlformats.org/officeDocument/2006/relationships/image" Target="../media/image80.png"/><Relationship Id="rId43" Type="http://schemas.openxmlformats.org/officeDocument/2006/relationships/image" Target="../media/image71.png"/><Relationship Id="rId46" Type="http://schemas.openxmlformats.org/officeDocument/2006/relationships/image" Target="../media/image59.png"/><Relationship Id="rId45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29.png"/><Relationship Id="rId9" Type="http://schemas.openxmlformats.org/officeDocument/2006/relationships/image" Target="../media/image15.png"/><Relationship Id="rId48" Type="http://schemas.openxmlformats.org/officeDocument/2006/relationships/image" Target="../media/image68.png"/><Relationship Id="rId47" Type="http://schemas.openxmlformats.org/officeDocument/2006/relationships/image" Target="../media/image79.png"/><Relationship Id="rId49" Type="http://schemas.openxmlformats.org/officeDocument/2006/relationships/image" Target="../media/image83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10.png"/><Relationship Id="rId8" Type="http://schemas.openxmlformats.org/officeDocument/2006/relationships/image" Target="../media/image9.png"/><Relationship Id="rId31" Type="http://schemas.openxmlformats.org/officeDocument/2006/relationships/image" Target="../media/image57.png"/><Relationship Id="rId30" Type="http://schemas.openxmlformats.org/officeDocument/2006/relationships/image" Target="../media/image46.png"/><Relationship Id="rId33" Type="http://schemas.openxmlformats.org/officeDocument/2006/relationships/image" Target="../media/image62.png"/><Relationship Id="rId32" Type="http://schemas.openxmlformats.org/officeDocument/2006/relationships/image" Target="../media/image44.png"/><Relationship Id="rId35" Type="http://schemas.openxmlformats.org/officeDocument/2006/relationships/image" Target="../media/image64.png"/><Relationship Id="rId34" Type="http://schemas.openxmlformats.org/officeDocument/2006/relationships/image" Target="../media/image56.png"/><Relationship Id="rId37" Type="http://schemas.openxmlformats.org/officeDocument/2006/relationships/image" Target="../media/image61.png"/><Relationship Id="rId36" Type="http://schemas.openxmlformats.org/officeDocument/2006/relationships/image" Target="../media/image67.png"/><Relationship Id="rId39" Type="http://schemas.openxmlformats.org/officeDocument/2006/relationships/image" Target="../media/image54.png"/><Relationship Id="rId38" Type="http://schemas.openxmlformats.org/officeDocument/2006/relationships/image" Target="../media/image58.png"/><Relationship Id="rId20" Type="http://schemas.openxmlformats.org/officeDocument/2006/relationships/image" Target="../media/image43.png"/><Relationship Id="rId22" Type="http://schemas.openxmlformats.org/officeDocument/2006/relationships/image" Target="../media/image30.png"/><Relationship Id="rId21" Type="http://schemas.openxmlformats.org/officeDocument/2006/relationships/image" Target="../media/image41.png"/><Relationship Id="rId24" Type="http://schemas.openxmlformats.org/officeDocument/2006/relationships/image" Target="../media/image51.png"/><Relationship Id="rId23" Type="http://schemas.openxmlformats.org/officeDocument/2006/relationships/image" Target="../media/image55.png"/><Relationship Id="rId26" Type="http://schemas.openxmlformats.org/officeDocument/2006/relationships/image" Target="../media/image45.png"/><Relationship Id="rId25" Type="http://schemas.openxmlformats.org/officeDocument/2006/relationships/image" Target="../media/image38.png"/><Relationship Id="rId28" Type="http://schemas.openxmlformats.org/officeDocument/2006/relationships/image" Target="../media/image48.png"/><Relationship Id="rId27" Type="http://schemas.openxmlformats.org/officeDocument/2006/relationships/image" Target="../media/image47.png"/><Relationship Id="rId29" Type="http://schemas.openxmlformats.org/officeDocument/2006/relationships/image" Target="../media/image52.png"/><Relationship Id="rId51" Type="http://schemas.openxmlformats.org/officeDocument/2006/relationships/image" Target="../media/image65.png"/><Relationship Id="rId50" Type="http://schemas.openxmlformats.org/officeDocument/2006/relationships/image" Target="../media/image73.png"/><Relationship Id="rId53" Type="http://schemas.openxmlformats.org/officeDocument/2006/relationships/image" Target="../media/image63.png"/><Relationship Id="rId52" Type="http://schemas.openxmlformats.org/officeDocument/2006/relationships/image" Target="../media/image75.png"/><Relationship Id="rId11" Type="http://schemas.openxmlformats.org/officeDocument/2006/relationships/image" Target="../media/image36.png"/><Relationship Id="rId10" Type="http://schemas.openxmlformats.org/officeDocument/2006/relationships/image" Target="../media/image21.png"/><Relationship Id="rId54" Type="http://schemas.openxmlformats.org/officeDocument/2006/relationships/image" Target="../media/image66.png"/><Relationship Id="rId13" Type="http://schemas.openxmlformats.org/officeDocument/2006/relationships/image" Target="../media/image11.png"/><Relationship Id="rId12" Type="http://schemas.openxmlformats.org/officeDocument/2006/relationships/image" Target="../media/image28.png"/><Relationship Id="rId15" Type="http://schemas.openxmlformats.org/officeDocument/2006/relationships/image" Target="../media/image17.png"/><Relationship Id="rId14" Type="http://schemas.openxmlformats.org/officeDocument/2006/relationships/image" Target="../media/image40.png"/><Relationship Id="rId17" Type="http://schemas.openxmlformats.org/officeDocument/2006/relationships/image" Target="../media/image37.png"/><Relationship Id="rId16" Type="http://schemas.openxmlformats.org/officeDocument/2006/relationships/image" Target="../media/image42.png"/><Relationship Id="rId19" Type="http://schemas.openxmlformats.org/officeDocument/2006/relationships/image" Target="../media/image34.png"/><Relationship Id="rId18" Type="http://schemas.openxmlformats.org/officeDocument/2006/relationships/image" Target="../media/image3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4.png"/><Relationship Id="rId4" Type="http://schemas.openxmlformats.org/officeDocument/2006/relationships/image" Target="../media/image78.png"/><Relationship Id="rId9" Type="http://schemas.openxmlformats.org/officeDocument/2006/relationships/image" Target="../media/image92.png"/><Relationship Id="rId5" Type="http://schemas.openxmlformats.org/officeDocument/2006/relationships/image" Target="../media/image77.png"/><Relationship Id="rId6" Type="http://schemas.openxmlformats.org/officeDocument/2006/relationships/image" Target="../media/image85.png"/><Relationship Id="rId7" Type="http://schemas.openxmlformats.org/officeDocument/2006/relationships/image" Target="../media/image18.png"/><Relationship Id="rId8" Type="http://schemas.openxmlformats.org/officeDocument/2006/relationships/image" Target="../media/image89.png"/><Relationship Id="rId30" Type="http://schemas.openxmlformats.org/officeDocument/2006/relationships/image" Target="../media/image101.png"/><Relationship Id="rId20" Type="http://schemas.openxmlformats.org/officeDocument/2006/relationships/image" Target="../media/image98.png"/><Relationship Id="rId22" Type="http://schemas.openxmlformats.org/officeDocument/2006/relationships/image" Target="../media/image105.png"/><Relationship Id="rId21" Type="http://schemas.openxmlformats.org/officeDocument/2006/relationships/image" Target="../media/image94.png"/><Relationship Id="rId24" Type="http://schemas.openxmlformats.org/officeDocument/2006/relationships/image" Target="../media/image97.png"/><Relationship Id="rId23" Type="http://schemas.openxmlformats.org/officeDocument/2006/relationships/image" Target="../media/image96.png"/><Relationship Id="rId26" Type="http://schemas.openxmlformats.org/officeDocument/2006/relationships/image" Target="../media/image100.png"/><Relationship Id="rId25" Type="http://schemas.openxmlformats.org/officeDocument/2006/relationships/image" Target="../media/image99.png"/><Relationship Id="rId28" Type="http://schemas.openxmlformats.org/officeDocument/2006/relationships/image" Target="../media/image102.png"/><Relationship Id="rId27" Type="http://schemas.openxmlformats.org/officeDocument/2006/relationships/image" Target="../media/image103.png"/><Relationship Id="rId29" Type="http://schemas.openxmlformats.org/officeDocument/2006/relationships/image" Target="../media/image104.png"/><Relationship Id="rId11" Type="http://schemas.openxmlformats.org/officeDocument/2006/relationships/image" Target="../media/image84.png"/><Relationship Id="rId10" Type="http://schemas.openxmlformats.org/officeDocument/2006/relationships/image" Target="../media/image82.png"/><Relationship Id="rId13" Type="http://schemas.openxmlformats.org/officeDocument/2006/relationships/image" Target="../media/image95.png"/><Relationship Id="rId12" Type="http://schemas.openxmlformats.org/officeDocument/2006/relationships/image" Target="../media/image86.png"/><Relationship Id="rId15" Type="http://schemas.openxmlformats.org/officeDocument/2006/relationships/image" Target="../media/image88.png"/><Relationship Id="rId14" Type="http://schemas.openxmlformats.org/officeDocument/2006/relationships/image" Target="../media/image2.png"/><Relationship Id="rId17" Type="http://schemas.openxmlformats.org/officeDocument/2006/relationships/image" Target="../media/image87.png"/><Relationship Id="rId16" Type="http://schemas.openxmlformats.org/officeDocument/2006/relationships/image" Target="../media/image93.png"/><Relationship Id="rId19" Type="http://schemas.openxmlformats.org/officeDocument/2006/relationships/image" Target="../media/image91.png"/><Relationship Id="rId18" Type="http://schemas.openxmlformats.org/officeDocument/2006/relationships/image" Target="../media/image9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7.png"/><Relationship Id="rId4" Type="http://schemas.openxmlformats.org/officeDocument/2006/relationships/image" Target="../media/image109.png"/><Relationship Id="rId9" Type="http://schemas.openxmlformats.org/officeDocument/2006/relationships/image" Target="../media/image110.png"/><Relationship Id="rId5" Type="http://schemas.openxmlformats.org/officeDocument/2006/relationships/image" Target="../media/image116.png"/><Relationship Id="rId6" Type="http://schemas.openxmlformats.org/officeDocument/2006/relationships/image" Target="../media/image106.png"/><Relationship Id="rId7" Type="http://schemas.openxmlformats.org/officeDocument/2006/relationships/image" Target="../media/image108.png"/><Relationship Id="rId8" Type="http://schemas.openxmlformats.org/officeDocument/2006/relationships/image" Target="../media/image114.png"/><Relationship Id="rId20" Type="http://schemas.openxmlformats.org/officeDocument/2006/relationships/image" Target="../media/image122.png"/><Relationship Id="rId22" Type="http://schemas.openxmlformats.org/officeDocument/2006/relationships/image" Target="../media/image121.png"/><Relationship Id="rId21" Type="http://schemas.openxmlformats.org/officeDocument/2006/relationships/image" Target="../media/image128.png"/><Relationship Id="rId24" Type="http://schemas.openxmlformats.org/officeDocument/2006/relationships/image" Target="../media/image124.png"/><Relationship Id="rId23" Type="http://schemas.openxmlformats.org/officeDocument/2006/relationships/image" Target="../media/image123.png"/><Relationship Id="rId26" Type="http://schemas.openxmlformats.org/officeDocument/2006/relationships/image" Target="../media/image133.png"/><Relationship Id="rId25" Type="http://schemas.openxmlformats.org/officeDocument/2006/relationships/image" Target="../media/image147.png"/><Relationship Id="rId28" Type="http://schemas.openxmlformats.org/officeDocument/2006/relationships/image" Target="../media/image142.png"/><Relationship Id="rId27" Type="http://schemas.openxmlformats.org/officeDocument/2006/relationships/image" Target="../media/image141.png"/><Relationship Id="rId11" Type="http://schemas.openxmlformats.org/officeDocument/2006/relationships/image" Target="../media/image111.png"/><Relationship Id="rId10" Type="http://schemas.openxmlformats.org/officeDocument/2006/relationships/image" Target="../media/image113.png"/><Relationship Id="rId13" Type="http://schemas.openxmlformats.org/officeDocument/2006/relationships/image" Target="../media/image119.png"/><Relationship Id="rId12" Type="http://schemas.openxmlformats.org/officeDocument/2006/relationships/image" Target="../media/image117.png"/><Relationship Id="rId15" Type="http://schemas.openxmlformats.org/officeDocument/2006/relationships/image" Target="../media/image120.png"/><Relationship Id="rId14" Type="http://schemas.openxmlformats.org/officeDocument/2006/relationships/image" Target="../media/image115.png"/><Relationship Id="rId17" Type="http://schemas.openxmlformats.org/officeDocument/2006/relationships/image" Target="../media/image118.png"/><Relationship Id="rId16" Type="http://schemas.openxmlformats.org/officeDocument/2006/relationships/image" Target="../media/image125.png"/><Relationship Id="rId19" Type="http://schemas.openxmlformats.org/officeDocument/2006/relationships/image" Target="../media/image126.png"/><Relationship Id="rId18" Type="http://schemas.openxmlformats.org/officeDocument/2006/relationships/image" Target="../media/image12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7.png"/><Relationship Id="rId4" Type="http://schemas.openxmlformats.org/officeDocument/2006/relationships/image" Target="../media/image134.png"/><Relationship Id="rId9" Type="http://schemas.openxmlformats.org/officeDocument/2006/relationships/image" Target="../media/image131.png"/><Relationship Id="rId5" Type="http://schemas.openxmlformats.org/officeDocument/2006/relationships/image" Target="../media/image130.png"/><Relationship Id="rId6" Type="http://schemas.openxmlformats.org/officeDocument/2006/relationships/image" Target="../media/image139.png"/><Relationship Id="rId7" Type="http://schemas.openxmlformats.org/officeDocument/2006/relationships/image" Target="../media/image132.png"/><Relationship Id="rId8" Type="http://schemas.openxmlformats.org/officeDocument/2006/relationships/image" Target="../media/image135.png"/><Relationship Id="rId20" Type="http://schemas.openxmlformats.org/officeDocument/2006/relationships/image" Target="../media/image161.png"/><Relationship Id="rId22" Type="http://schemas.openxmlformats.org/officeDocument/2006/relationships/image" Target="../media/image148.png"/><Relationship Id="rId21" Type="http://schemas.openxmlformats.org/officeDocument/2006/relationships/image" Target="../media/image138.png"/><Relationship Id="rId24" Type="http://schemas.openxmlformats.org/officeDocument/2006/relationships/image" Target="../media/image152.png"/><Relationship Id="rId23" Type="http://schemas.openxmlformats.org/officeDocument/2006/relationships/image" Target="../media/image151.png"/><Relationship Id="rId26" Type="http://schemas.openxmlformats.org/officeDocument/2006/relationships/image" Target="../media/image188.png"/><Relationship Id="rId25" Type="http://schemas.openxmlformats.org/officeDocument/2006/relationships/image" Target="../media/image164.png"/><Relationship Id="rId27" Type="http://schemas.openxmlformats.org/officeDocument/2006/relationships/image" Target="../media/image186.png"/><Relationship Id="rId11" Type="http://schemas.openxmlformats.org/officeDocument/2006/relationships/image" Target="../media/image146.png"/><Relationship Id="rId10" Type="http://schemas.openxmlformats.org/officeDocument/2006/relationships/image" Target="../media/image118.png"/><Relationship Id="rId13" Type="http://schemas.openxmlformats.org/officeDocument/2006/relationships/image" Target="../media/image149.png"/><Relationship Id="rId12" Type="http://schemas.openxmlformats.org/officeDocument/2006/relationships/image" Target="../media/image140.png"/><Relationship Id="rId15" Type="http://schemas.openxmlformats.org/officeDocument/2006/relationships/image" Target="../media/image156.png"/><Relationship Id="rId14" Type="http://schemas.openxmlformats.org/officeDocument/2006/relationships/image" Target="../media/image144.png"/><Relationship Id="rId17" Type="http://schemas.openxmlformats.org/officeDocument/2006/relationships/image" Target="../media/image150.png"/><Relationship Id="rId16" Type="http://schemas.openxmlformats.org/officeDocument/2006/relationships/image" Target="../media/image145.png"/><Relationship Id="rId19" Type="http://schemas.openxmlformats.org/officeDocument/2006/relationships/image" Target="../media/image158.png"/><Relationship Id="rId18" Type="http://schemas.openxmlformats.org/officeDocument/2006/relationships/image" Target="../media/image13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3.png"/><Relationship Id="rId4" Type="http://schemas.openxmlformats.org/officeDocument/2006/relationships/image" Target="../media/image223.png"/><Relationship Id="rId9" Type="http://schemas.openxmlformats.org/officeDocument/2006/relationships/image" Target="../media/image176.png"/><Relationship Id="rId5" Type="http://schemas.openxmlformats.org/officeDocument/2006/relationships/image" Target="../media/image155.png"/><Relationship Id="rId6" Type="http://schemas.openxmlformats.org/officeDocument/2006/relationships/image" Target="../media/image159.png"/><Relationship Id="rId7" Type="http://schemas.openxmlformats.org/officeDocument/2006/relationships/image" Target="../media/image189.png"/><Relationship Id="rId8" Type="http://schemas.openxmlformats.org/officeDocument/2006/relationships/image" Target="../media/image165.png"/><Relationship Id="rId31" Type="http://schemas.openxmlformats.org/officeDocument/2006/relationships/image" Target="../media/image182.png"/><Relationship Id="rId30" Type="http://schemas.openxmlformats.org/officeDocument/2006/relationships/image" Target="../media/image193.png"/><Relationship Id="rId33" Type="http://schemas.openxmlformats.org/officeDocument/2006/relationships/image" Target="../media/image192.png"/><Relationship Id="rId32" Type="http://schemas.openxmlformats.org/officeDocument/2006/relationships/image" Target="../media/image179.png"/><Relationship Id="rId35" Type="http://schemas.openxmlformats.org/officeDocument/2006/relationships/image" Target="../media/image191.png"/><Relationship Id="rId34" Type="http://schemas.openxmlformats.org/officeDocument/2006/relationships/image" Target="../media/image178.png"/><Relationship Id="rId37" Type="http://schemas.openxmlformats.org/officeDocument/2006/relationships/image" Target="../media/image197.png"/><Relationship Id="rId36" Type="http://schemas.openxmlformats.org/officeDocument/2006/relationships/image" Target="../media/image195.png"/><Relationship Id="rId20" Type="http://schemas.openxmlformats.org/officeDocument/2006/relationships/image" Target="../media/image172.png"/><Relationship Id="rId22" Type="http://schemas.openxmlformats.org/officeDocument/2006/relationships/image" Target="../media/image181.png"/><Relationship Id="rId21" Type="http://schemas.openxmlformats.org/officeDocument/2006/relationships/image" Target="../media/image169.png"/><Relationship Id="rId24" Type="http://schemas.openxmlformats.org/officeDocument/2006/relationships/image" Target="../media/image170.png"/><Relationship Id="rId23" Type="http://schemas.openxmlformats.org/officeDocument/2006/relationships/image" Target="../media/image184.png"/><Relationship Id="rId26" Type="http://schemas.openxmlformats.org/officeDocument/2006/relationships/image" Target="../media/image171.png"/><Relationship Id="rId25" Type="http://schemas.openxmlformats.org/officeDocument/2006/relationships/image" Target="../media/image174.png"/><Relationship Id="rId28" Type="http://schemas.openxmlformats.org/officeDocument/2006/relationships/image" Target="../media/image199.png"/><Relationship Id="rId27" Type="http://schemas.openxmlformats.org/officeDocument/2006/relationships/image" Target="../media/image190.png"/><Relationship Id="rId29" Type="http://schemas.openxmlformats.org/officeDocument/2006/relationships/image" Target="../media/image196.png"/><Relationship Id="rId11" Type="http://schemas.openxmlformats.org/officeDocument/2006/relationships/image" Target="../media/image175.png"/><Relationship Id="rId10" Type="http://schemas.openxmlformats.org/officeDocument/2006/relationships/image" Target="../media/image180.png"/><Relationship Id="rId13" Type="http://schemas.openxmlformats.org/officeDocument/2006/relationships/image" Target="../media/image160.png"/><Relationship Id="rId12" Type="http://schemas.openxmlformats.org/officeDocument/2006/relationships/image" Target="../media/image205.png"/><Relationship Id="rId15" Type="http://schemas.openxmlformats.org/officeDocument/2006/relationships/image" Target="../media/image168.png"/><Relationship Id="rId14" Type="http://schemas.openxmlformats.org/officeDocument/2006/relationships/image" Target="../media/image166.png"/><Relationship Id="rId17" Type="http://schemas.openxmlformats.org/officeDocument/2006/relationships/image" Target="../media/image177.png"/><Relationship Id="rId16" Type="http://schemas.openxmlformats.org/officeDocument/2006/relationships/image" Target="../media/image162.png"/><Relationship Id="rId19" Type="http://schemas.openxmlformats.org/officeDocument/2006/relationships/image" Target="../media/image173.png"/><Relationship Id="rId18" Type="http://schemas.openxmlformats.org/officeDocument/2006/relationships/image" Target="../media/image16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3.png"/><Relationship Id="rId4" Type="http://schemas.openxmlformats.org/officeDocument/2006/relationships/image" Target="../media/image187.png"/><Relationship Id="rId5" Type="http://schemas.openxmlformats.org/officeDocument/2006/relationships/image" Target="../media/image215.png"/><Relationship Id="rId6" Type="http://schemas.openxmlformats.org/officeDocument/2006/relationships/image" Target="../media/image153.png"/><Relationship Id="rId7" Type="http://schemas.openxmlformats.org/officeDocument/2006/relationships/image" Target="../media/image198.png"/><Relationship Id="rId8" Type="http://schemas.openxmlformats.org/officeDocument/2006/relationships/image" Target="../media/image2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2.png"/><Relationship Id="rId4" Type="http://schemas.openxmlformats.org/officeDocument/2006/relationships/image" Target="../media/image203.png"/><Relationship Id="rId9" Type="http://schemas.openxmlformats.org/officeDocument/2006/relationships/image" Target="../media/image207.png"/><Relationship Id="rId5" Type="http://schemas.openxmlformats.org/officeDocument/2006/relationships/image" Target="../media/image210.png"/><Relationship Id="rId6" Type="http://schemas.openxmlformats.org/officeDocument/2006/relationships/image" Target="../media/image194.png"/><Relationship Id="rId7" Type="http://schemas.openxmlformats.org/officeDocument/2006/relationships/image" Target="../media/image214.png"/><Relationship Id="rId8" Type="http://schemas.openxmlformats.org/officeDocument/2006/relationships/image" Target="../media/image224.png"/><Relationship Id="rId20" Type="http://schemas.openxmlformats.org/officeDocument/2006/relationships/image" Target="../media/image213.png"/><Relationship Id="rId22" Type="http://schemas.openxmlformats.org/officeDocument/2006/relationships/image" Target="../media/image220.png"/><Relationship Id="rId21" Type="http://schemas.openxmlformats.org/officeDocument/2006/relationships/image" Target="../media/image226.png"/><Relationship Id="rId24" Type="http://schemas.openxmlformats.org/officeDocument/2006/relationships/image" Target="../media/image209.png"/><Relationship Id="rId23" Type="http://schemas.openxmlformats.org/officeDocument/2006/relationships/image" Target="../media/image217.png"/><Relationship Id="rId25" Type="http://schemas.openxmlformats.org/officeDocument/2006/relationships/image" Target="../media/image221.png"/><Relationship Id="rId11" Type="http://schemas.openxmlformats.org/officeDocument/2006/relationships/image" Target="../media/image216.png"/><Relationship Id="rId10" Type="http://schemas.openxmlformats.org/officeDocument/2006/relationships/image" Target="../media/image200.png"/><Relationship Id="rId13" Type="http://schemas.openxmlformats.org/officeDocument/2006/relationships/image" Target="../media/image206.png"/><Relationship Id="rId12" Type="http://schemas.openxmlformats.org/officeDocument/2006/relationships/image" Target="../media/image201.png"/><Relationship Id="rId15" Type="http://schemas.openxmlformats.org/officeDocument/2006/relationships/image" Target="../media/image212.png"/><Relationship Id="rId14" Type="http://schemas.openxmlformats.org/officeDocument/2006/relationships/image" Target="../media/image208.png"/><Relationship Id="rId17" Type="http://schemas.openxmlformats.org/officeDocument/2006/relationships/image" Target="../media/image202.png"/><Relationship Id="rId16" Type="http://schemas.openxmlformats.org/officeDocument/2006/relationships/image" Target="../media/image204.png"/><Relationship Id="rId19" Type="http://schemas.openxmlformats.org/officeDocument/2006/relationships/image" Target="../media/image218.png"/><Relationship Id="rId18" Type="http://schemas.openxmlformats.org/officeDocument/2006/relationships/image" Target="../media/image2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" name="Google Shape;89;p13"/>
          <p:cNvGraphicFramePr/>
          <p:nvPr/>
        </p:nvGraphicFramePr>
        <p:xfrm>
          <a:off x="79391" y="64622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{933EC594-E3C4-4DB9-988B-F647399F5CF9}</a:tableStyleId>
              </a:tblPr>
              <a:tblGrid>
                <a:gridCol w="1083700"/>
                <a:gridCol w="1868600"/>
                <a:gridCol w="1868600"/>
                <a:gridCol w="186860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1 – I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2 – We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3 – You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07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Look for any opposite angles.</a:t>
                      </a:r>
                      <a:endParaRPr/>
                    </a:p>
                    <a:p>
                      <a:pPr indent="-1524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Look for any </a:t>
                      </a: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co-interior 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angles.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90" name="Google Shape;90;p13"/>
          <p:cNvSpPr/>
          <p:nvPr/>
        </p:nvSpPr>
        <p:spPr>
          <a:xfrm>
            <a:off x="89129" y="399302"/>
            <a:ext cx="6679742" cy="1611652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0" y="-3143"/>
            <a:ext cx="6858000" cy="32416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Subtopic G1.7 - Identify and calculate with sides and angles in special quadrilaterals.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156777" y="724387"/>
            <a:ext cx="13997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209446" y="932892"/>
            <a:ext cx="535719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able to identify and calculate missing angles in rhombuses and parallelograms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able to identify and calculate missing angles in isosceles and right-angled trapeziums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able to identify and calculate missing angles in kites</a:t>
            </a:r>
            <a:endParaRPr/>
          </a:p>
          <a:p>
            <a:pPr indent="-266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156777" y="448155"/>
            <a:ext cx="6534707" cy="28566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OUTCOME: To be able to identify and calculate angles in special quadrilaterals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5438775" y="901954"/>
            <a:ext cx="1233065" cy="101566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Rhombus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Parallelogram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Trapezium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Kite</a:t>
            </a:r>
            <a:endParaRPr/>
          </a:p>
        </p:txBody>
      </p:sp>
      <p:cxnSp>
        <p:nvCxnSpPr>
          <p:cNvPr id="96" name="Google Shape;96;p13"/>
          <p:cNvCxnSpPr/>
          <p:nvPr/>
        </p:nvCxnSpPr>
        <p:spPr>
          <a:xfrm flipH="1" rot="10800000">
            <a:off x="934072" y="3984513"/>
            <a:ext cx="5541513" cy="22822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7" name="Google Shape;97;p13"/>
          <p:cNvSpPr/>
          <p:nvPr/>
        </p:nvSpPr>
        <p:spPr>
          <a:xfrm>
            <a:off x="79391" y="2053917"/>
            <a:ext cx="6699219" cy="324145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" name="Google Shape;98;p13"/>
          <p:cNvCxnSpPr>
            <a:stCxn id="97" idx="1"/>
            <a:endCxn id="97" idx="3"/>
          </p:cNvCxnSpPr>
          <p:nvPr/>
        </p:nvCxnSpPr>
        <p:spPr>
          <a:xfrm>
            <a:off x="79391" y="3674646"/>
            <a:ext cx="6699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9" name="Google Shape;99;p13"/>
          <p:cNvCxnSpPr>
            <a:stCxn id="97" idx="2"/>
            <a:endCxn id="97" idx="0"/>
          </p:cNvCxnSpPr>
          <p:nvPr/>
        </p:nvCxnSpPr>
        <p:spPr>
          <a:xfrm rot="10800000">
            <a:off x="3429000" y="2053876"/>
            <a:ext cx="0" cy="324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0" name="Google Shape;100;p13"/>
          <p:cNvSpPr txBox="1"/>
          <p:nvPr/>
        </p:nvSpPr>
        <p:spPr>
          <a:xfrm>
            <a:off x="94435" y="2068251"/>
            <a:ext cx="8247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 txBox="1"/>
          <p:nvPr/>
        </p:nvSpPr>
        <p:spPr>
          <a:xfrm>
            <a:off x="5566646" y="2116281"/>
            <a:ext cx="11122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112710" y="3707514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5551008" y="3700077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209446" y="2445830"/>
            <a:ext cx="32303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generic name for </a:t>
            </a: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four-sided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shape.</a:t>
            </a:r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3494028" y="2206751"/>
            <a:ext cx="323033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quadrilateral has to have four sides.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Rectangles, squares, trapeziums, kites, parallelograms and rhombuses are types of quadrilaterals.</a:t>
            </a:r>
            <a:endParaRPr/>
          </a:p>
          <a:p>
            <a:pPr indent="-952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>
            <a:off x="2749720" y="3502335"/>
            <a:ext cx="1417632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Quadrilateral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/>
          <p:nvPr/>
        </p:nvSpPr>
        <p:spPr>
          <a:xfrm>
            <a:off x="69227" y="5365482"/>
            <a:ext cx="6014442" cy="2353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be able to identify and calculate missing angles in rhombuses and parallelograms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3"/>
          <p:cNvSpPr/>
          <p:nvPr/>
        </p:nvSpPr>
        <p:spPr>
          <a:xfrm>
            <a:off x="2029216" y="3977076"/>
            <a:ext cx="977031" cy="457446"/>
          </a:xfrm>
          <a:prstGeom prst="rect">
            <a:avLst/>
          </a:prstGeom>
          <a:noFill/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3"/>
          <p:cNvSpPr/>
          <p:nvPr/>
        </p:nvSpPr>
        <p:spPr>
          <a:xfrm>
            <a:off x="1916379" y="4581749"/>
            <a:ext cx="781988" cy="625649"/>
          </a:xfrm>
          <a:prstGeom prst="trapezoid">
            <a:avLst>
              <a:gd fmla="val 25000" name="adj"/>
            </a:avLst>
          </a:prstGeom>
          <a:noFill/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3"/>
          <p:cNvSpPr/>
          <p:nvPr/>
        </p:nvSpPr>
        <p:spPr>
          <a:xfrm>
            <a:off x="1204064" y="4028116"/>
            <a:ext cx="613775" cy="918476"/>
          </a:xfrm>
          <a:prstGeom prst="diamond">
            <a:avLst/>
          </a:prstGeom>
          <a:noFill/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/>
          <p:nvPr/>
        </p:nvSpPr>
        <p:spPr>
          <a:xfrm>
            <a:off x="506791" y="4487354"/>
            <a:ext cx="559546" cy="703924"/>
          </a:xfrm>
          <a:custGeom>
            <a:rect b="b" l="l" r="r" t="t"/>
            <a:pathLst>
              <a:path extrusionOk="0" h="1110970" w="820221">
                <a:moveTo>
                  <a:pt x="325677" y="0"/>
                </a:moveTo>
                <a:lnTo>
                  <a:pt x="256550" y="463463"/>
                </a:lnTo>
                <a:lnTo>
                  <a:pt x="820221" y="1110970"/>
                </a:lnTo>
                <a:lnTo>
                  <a:pt x="0" y="609928"/>
                </a:lnTo>
                <a:lnTo>
                  <a:pt x="325677" y="0"/>
                </a:lnTo>
                <a:close/>
              </a:path>
            </a:pathLst>
          </a:custGeom>
          <a:noFill/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/>
          <p:nvPr/>
        </p:nvSpPr>
        <p:spPr>
          <a:xfrm>
            <a:off x="293849" y="3801712"/>
            <a:ext cx="847584" cy="694276"/>
          </a:xfrm>
          <a:custGeom>
            <a:rect b="b" l="l" r="r" t="t"/>
            <a:pathLst>
              <a:path extrusionOk="0" h="694276" w="847584">
                <a:moveTo>
                  <a:pt x="0" y="694276"/>
                </a:moveTo>
                <a:lnTo>
                  <a:pt x="402168" y="175364"/>
                </a:lnTo>
                <a:lnTo>
                  <a:pt x="847584" y="0"/>
                </a:lnTo>
                <a:lnTo>
                  <a:pt x="720989" y="581542"/>
                </a:lnTo>
                <a:lnTo>
                  <a:pt x="0" y="694276"/>
                </a:lnTo>
                <a:close/>
              </a:path>
            </a:pathLst>
          </a:custGeom>
          <a:noFill/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3"/>
          <p:cNvSpPr/>
          <p:nvPr/>
        </p:nvSpPr>
        <p:spPr>
          <a:xfrm>
            <a:off x="5744025" y="4042240"/>
            <a:ext cx="877327" cy="836392"/>
          </a:xfrm>
          <a:prstGeom prst="ellipse">
            <a:avLst/>
          </a:prstGeom>
          <a:noFill/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3"/>
          <p:cNvSpPr/>
          <p:nvPr/>
        </p:nvSpPr>
        <p:spPr>
          <a:xfrm>
            <a:off x="5054622" y="4688366"/>
            <a:ext cx="663878" cy="649973"/>
          </a:xfrm>
          <a:prstGeom prst="mathMultiply">
            <a:avLst>
              <a:gd fmla="val 23520" name="adj1"/>
            </a:avLst>
          </a:prstGeom>
          <a:noFill/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3"/>
          <p:cNvSpPr/>
          <p:nvPr/>
        </p:nvSpPr>
        <p:spPr>
          <a:xfrm>
            <a:off x="4527875" y="3954956"/>
            <a:ext cx="703022" cy="614827"/>
          </a:xfrm>
          <a:prstGeom prst="pentagon">
            <a:avLst>
              <a:gd fmla="val 105146" name="hf"/>
              <a:gd fmla="val 110557" name="vf"/>
            </a:avLst>
          </a:prstGeom>
          <a:noFill/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3"/>
          <p:cNvSpPr/>
          <p:nvPr/>
        </p:nvSpPr>
        <p:spPr>
          <a:xfrm>
            <a:off x="3571275" y="4453011"/>
            <a:ext cx="877325" cy="713627"/>
          </a:xfrm>
          <a:prstGeom prst="cube">
            <a:avLst>
              <a:gd fmla="val 25000" name="adj"/>
            </a:avLst>
          </a:prstGeom>
          <a:noFill/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3"/>
          <p:cNvSpPr/>
          <p:nvPr/>
        </p:nvSpPr>
        <p:spPr>
          <a:xfrm>
            <a:off x="1300042" y="7313646"/>
            <a:ext cx="1495162" cy="682554"/>
          </a:xfrm>
          <a:prstGeom prst="parallelogram">
            <a:avLst>
              <a:gd fmla="val 40816" name="adj"/>
            </a:avLst>
          </a:prstGeom>
          <a:noFill/>
          <a:ln cap="flat" cmpd="sng" w="381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3"/>
          <p:cNvSpPr/>
          <p:nvPr/>
        </p:nvSpPr>
        <p:spPr>
          <a:xfrm>
            <a:off x="2339085" y="7814714"/>
            <a:ext cx="362001" cy="338212"/>
          </a:xfrm>
          <a:prstGeom prst="pie">
            <a:avLst>
              <a:gd fmla="val 10636390" name="adj1"/>
              <a:gd fmla="val 17434873" name="adj2"/>
            </a:avLst>
          </a:prstGeom>
          <a:noFill/>
          <a:ln cap="flat" cmpd="sng" w="9525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3"/>
          <p:cNvSpPr/>
          <p:nvPr/>
        </p:nvSpPr>
        <p:spPr>
          <a:xfrm>
            <a:off x="2614203" y="7144540"/>
            <a:ext cx="362001" cy="338212"/>
          </a:xfrm>
          <a:prstGeom prst="pie">
            <a:avLst>
              <a:gd fmla="val 6870872" name="adj1"/>
              <a:gd fmla="val 10738034" name="adj2"/>
            </a:avLst>
          </a:prstGeom>
          <a:noFill/>
          <a:ln cap="flat" cmpd="sng" w="9525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3"/>
          <p:cNvSpPr/>
          <p:nvPr/>
        </p:nvSpPr>
        <p:spPr>
          <a:xfrm>
            <a:off x="1411407" y="7138594"/>
            <a:ext cx="362001" cy="338212"/>
          </a:xfrm>
          <a:prstGeom prst="pie">
            <a:avLst>
              <a:gd fmla="val 305851" name="adj1"/>
              <a:gd fmla="val 6856686" name="adj2"/>
            </a:avLst>
          </a:prstGeom>
          <a:noFill/>
          <a:ln cap="flat" cmpd="sng" w="9525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3"/>
          <p:cNvSpPr txBox="1"/>
          <p:nvPr/>
        </p:nvSpPr>
        <p:spPr>
          <a:xfrm>
            <a:off x="2001194" y="7659065"/>
            <a:ext cx="362001" cy="27699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-26667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2" name="Google Shape;122;p13"/>
          <p:cNvSpPr txBox="1"/>
          <p:nvPr/>
        </p:nvSpPr>
        <p:spPr>
          <a:xfrm>
            <a:off x="1639193" y="7326832"/>
            <a:ext cx="362001" cy="276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3" name="Google Shape;123;p13"/>
          <p:cNvSpPr txBox="1"/>
          <p:nvPr/>
        </p:nvSpPr>
        <p:spPr>
          <a:xfrm>
            <a:off x="2339085" y="7341136"/>
            <a:ext cx="362001" cy="27699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17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4" name="Google Shape;124;p13"/>
          <p:cNvSpPr/>
          <p:nvPr/>
        </p:nvSpPr>
        <p:spPr>
          <a:xfrm>
            <a:off x="3197553" y="7317788"/>
            <a:ext cx="1495162" cy="682554"/>
          </a:xfrm>
          <a:prstGeom prst="parallelogram">
            <a:avLst>
              <a:gd fmla="val 40816" name="adj"/>
            </a:avLst>
          </a:prstGeom>
          <a:noFill/>
          <a:ln cap="flat" cmpd="sng" w="381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3"/>
          <p:cNvSpPr/>
          <p:nvPr/>
        </p:nvSpPr>
        <p:spPr>
          <a:xfrm>
            <a:off x="3006247" y="7838525"/>
            <a:ext cx="362001" cy="338212"/>
          </a:xfrm>
          <a:prstGeom prst="pie">
            <a:avLst>
              <a:gd fmla="val 17851526" name="adj1"/>
              <a:gd fmla="val 21250154" name="adj2"/>
            </a:avLst>
          </a:prstGeom>
          <a:noFill/>
          <a:ln cap="flat" cmpd="sng" w="9525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3"/>
          <p:cNvSpPr/>
          <p:nvPr/>
        </p:nvSpPr>
        <p:spPr>
          <a:xfrm>
            <a:off x="4511714" y="7148682"/>
            <a:ext cx="362001" cy="338212"/>
          </a:xfrm>
          <a:prstGeom prst="pie">
            <a:avLst>
              <a:gd fmla="val 6870872" name="adj1"/>
              <a:gd fmla="val 10738034" name="adj2"/>
            </a:avLst>
          </a:prstGeom>
          <a:noFill/>
          <a:ln cap="flat" cmpd="sng" w="9525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3"/>
          <p:cNvSpPr/>
          <p:nvPr/>
        </p:nvSpPr>
        <p:spPr>
          <a:xfrm>
            <a:off x="3308918" y="7142736"/>
            <a:ext cx="362001" cy="338212"/>
          </a:xfrm>
          <a:prstGeom prst="pie">
            <a:avLst>
              <a:gd fmla="val 305851" name="adj1"/>
              <a:gd fmla="val 6856686" name="adj2"/>
            </a:avLst>
          </a:prstGeom>
          <a:noFill/>
          <a:ln cap="flat" cmpd="sng" w="9525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3"/>
          <p:cNvSpPr txBox="1"/>
          <p:nvPr/>
        </p:nvSpPr>
        <p:spPr>
          <a:xfrm>
            <a:off x="3358292" y="7713583"/>
            <a:ext cx="362001" cy="27699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-339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9" name="Google Shape;129;p13"/>
          <p:cNvSpPr txBox="1"/>
          <p:nvPr/>
        </p:nvSpPr>
        <p:spPr>
          <a:xfrm>
            <a:off x="3536704" y="7330974"/>
            <a:ext cx="362001" cy="27699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30" name="Google Shape;130;p13"/>
          <p:cNvSpPr txBox="1"/>
          <p:nvPr/>
        </p:nvSpPr>
        <p:spPr>
          <a:xfrm>
            <a:off x="4236596" y="7345278"/>
            <a:ext cx="362001" cy="27699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444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31" name="Google Shape;131;p13"/>
          <p:cNvSpPr/>
          <p:nvPr/>
        </p:nvSpPr>
        <p:spPr>
          <a:xfrm>
            <a:off x="5047731" y="7325077"/>
            <a:ext cx="1495162" cy="682554"/>
          </a:xfrm>
          <a:prstGeom prst="parallelogram">
            <a:avLst>
              <a:gd fmla="val 40816" name="adj"/>
            </a:avLst>
          </a:prstGeom>
          <a:noFill/>
          <a:ln cap="flat" cmpd="sng" w="381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3"/>
          <p:cNvSpPr/>
          <p:nvPr/>
        </p:nvSpPr>
        <p:spPr>
          <a:xfrm>
            <a:off x="6086774" y="7826145"/>
            <a:ext cx="362001" cy="338212"/>
          </a:xfrm>
          <a:prstGeom prst="pie">
            <a:avLst>
              <a:gd fmla="val 10636390" name="adj1"/>
              <a:gd fmla="val 17434873" name="adj2"/>
            </a:avLst>
          </a:prstGeom>
          <a:noFill/>
          <a:ln cap="flat" cmpd="sng" w="9525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3"/>
          <p:cNvSpPr/>
          <p:nvPr/>
        </p:nvSpPr>
        <p:spPr>
          <a:xfrm>
            <a:off x="6361892" y="7155971"/>
            <a:ext cx="362001" cy="338212"/>
          </a:xfrm>
          <a:prstGeom prst="pie">
            <a:avLst>
              <a:gd fmla="val 6870872" name="adj1"/>
              <a:gd fmla="val 10738034" name="adj2"/>
            </a:avLst>
          </a:prstGeom>
          <a:noFill/>
          <a:ln cap="flat" cmpd="sng" w="9525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3"/>
          <p:cNvSpPr/>
          <p:nvPr/>
        </p:nvSpPr>
        <p:spPr>
          <a:xfrm>
            <a:off x="5159096" y="7150025"/>
            <a:ext cx="362001" cy="338212"/>
          </a:xfrm>
          <a:prstGeom prst="pie">
            <a:avLst>
              <a:gd fmla="val 305851" name="adj1"/>
              <a:gd fmla="val 6856686" name="adj2"/>
            </a:avLst>
          </a:prstGeom>
          <a:noFill/>
          <a:ln cap="flat" cmpd="sng" w="9525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3"/>
          <p:cNvSpPr txBox="1"/>
          <p:nvPr/>
        </p:nvSpPr>
        <p:spPr>
          <a:xfrm>
            <a:off x="5748883" y="7670496"/>
            <a:ext cx="362001" cy="276999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-2712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36" name="Google Shape;136;p13"/>
          <p:cNvSpPr txBox="1"/>
          <p:nvPr/>
        </p:nvSpPr>
        <p:spPr>
          <a:xfrm>
            <a:off x="5386882" y="7338263"/>
            <a:ext cx="362001" cy="276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37" name="Google Shape;137;p13"/>
          <p:cNvSpPr txBox="1"/>
          <p:nvPr/>
        </p:nvSpPr>
        <p:spPr>
          <a:xfrm>
            <a:off x="6086774" y="7352567"/>
            <a:ext cx="362001" cy="276999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217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38" name="Google Shape;138;p13"/>
          <p:cNvSpPr txBox="1"/>
          <p:nvPr/>
        </p:nvSpPr>
        <p:spPr>
          <a:xfrm>
            <a:off x="1141433" y="5694427"/>
            <a:ext cx="4647689" cy="30777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Opposite angles in a parallelogram or rhombus are equal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3"/>
          <p:cNvSpPr txBox="1"/>
          <p:nvPr/>
        </p:nvSpPr>
        <p:spPr>
          <a:xfrm>
            <a:off x="1141433" y="6059469"/>
            <a:ext cx="4647689" cy="307777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19231" l="-131" r="0" t="-1923"/>
            </a:stretch>
          </a:blip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0" name="Google Shape;140;p13"/>
          <p:cNvSpPr txBox="1"/>
          <p:nvPr/>
        </p:nvSpPr>
        <p:spPr>
          <a:xfrm>
            <a:off x="1411407" y="8464731"/>
            <a:ext cx="1543050" cy="646331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-283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1" name="Google Shape;141;p13"/>
          <p:cNvSpPr txBox="1"/>
          <p:nvPr/>
        </p:nvSpPr>
        <p:spPr>
          <a:xfrm>
            <a:off x="3127180" y="8460388"/>
            <a:ext cx="1543050" cy="646331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-283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2" name="Google Shape;142;p13"/>
          <p:cNvSpPr txBox="1"/>
          <p:nvPr/>
        </p:nvSpPr>
        <p:spPr>
          <a:xfrm>
            <a:off x="5065822" y="8484492"/>
            <a:ext cx="1543050" cy="646331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-283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3" name="Google Shape;143;p13"/>
          <p:cNvSpPr txBox="1"/>
          <p:nvPr>
            <p:ph idx="12" type="sldNum"/>
          </p:nvPr>
        </p:nvSpPr>
        <p:spPr>
          <a:xfrm>
            <a:off x="5314950" y="-7710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7103" y="798683"/>
            <a:ext cx="1343518" cy="731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47938" y="822807"/>
            <a:ext cx="1693948" cy="728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64848" y="5566621"/>
            <a:ext cx="1579476" cy="882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64114" y="5578982"/>
            <a:ext cx="1465487" cy="858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99203" y="798683"/>
            <a:ext cx="1345459" cy="767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8534" y="3255087"/>
            <a:ext cx="1343519" cy="750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698470" y="3210467"/>
            <a:ext cx="1392883" cy="88803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6" name="Google Shape;156;p14"/>
          <p:cNvGrpSpPr/>
          <p:nvPr/>
        </p:nvGrpSpPr>
        <p:grpSpPr>
          <a:xfrm>
            <a:off x="4780700" y="3378980"/>
            <a:ext cx="1483075" cy="822309"/>
            <a:chOff x="-3224113" y="2149491"/>
            <a:chExt cx="2173063" cy="1214574"/>
          </a:xfrm>
        </p:grpSpPr>
        <p:pic>
          <p:nvPicPr>
            <p:cNvPr id="157" name="Google Shape;157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10800000">
              <a:off x="-3224113" y="2149491"/>
              <a:ext cx="2173063" cy="12145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8" name="Google Shape;158;p14"/>
            <p:cNvSpPr/>
            <p:nvPr/>
          </p:nvSpPr>
          <p:spPr>
            <a:xfrm>
              <a:off x="-1379524" y="2183681"/>
              <a:ext cx="328474" cy="186521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-39131" l="-58974" r="-30769" t="-30435"/>
              </a:stretch>
            </a:blip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59" name="Google Shape;159;p14"/>
            <p:cNvSpPr/>
            <p:nvPr/>
          </p:nvSpPr>
          <p:spPr>
            <a:xfrm rot="1672657">
              <a:off x="-2821252" y="2591157"/>
              <a:ext cx="291013" cy="186521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-23684" l="-35715" r="-4762" t="-5264"/>
              </a:stretch>
            </a:blip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60" name="Google Shape;160;p14"/>
            <p:cNvSpPr/>
            <p:nvPr/>
          </p:nvSpPr>
          <p:spPr>
            <a:xfrm>
              <a:off x="-2921711" y="2954228"/>
              <a:ext cx="328474" cy="186521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-34784" l="-13158" r="0" t="-13043"/>
              </a:stretch>
            </a:blip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61" name="Google Shape;161;p14"/>
          <p:cNvGrpSpPr/>
          <p:nvPr/>
        </p:nvGrpSpPr>
        <p:grpSpPr>
          <a:xfrm>
            <a:off x="424435" y="5591783"/>
            <a:ext cx="1722383" cy="930571"/>
            <a:chOff x="-7330703" y="4839927"/>
            <a:chExt cx="2008416" cy="1171609"/>
          </a:xfrm>
        </p:grpSpPr>
        <p:pic>
          <p:nvPicPr>
            <p:cNvPr id="162" name="Google Shape;162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-7330703" y="4839927"/>
              <a:ext cx="2000950" cy="11716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" name="Google Shape;163;p14"/>
            <p:cNvSpPr/>
            <p:nvPr/>
          </p:nvSpPr>
          <p:spPr>
            <a:xfrm>
              <a:off x="-5650761" y="5733196"/>
              <a:ext cx="328474" cy="186521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-15386" l="-25000" r="-8333" t="-11539"/>
              </a:stretch>
            </a:blip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sp>
        <p:nvSpPr>
          <p:cNvPr id="164" name="Google Shape;164;p14"/>
          <p:cNvSpPr txBox="1"/>
          <p:nvPr/>
        </p:nvSpPr>
        <p:spPr>
          <a:xfrm>
            <a:off x="5346238" y="952957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p14"/>
          <p:cNvPicPr preferRelativeResize="0"/>
          <p:nvPr/>
        </p:nvPicPr>
        <p:blipFill rotWithShape="1">
          <a:blip r:embed="rId14">
            <a:alphaModFix/>
          </a:blip>
          <a:srcRect b="8591" l="8191" r="59964" t="8105"/>
          <a:stretch/>
        </p:blipFill>
        <p:spPr>
          <a:xfrm>
            <a:off x="696451" y="7810217"/>
            <a:ext cx="936578" cy="734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4"/>
          <p:cNvPicPr preferRelativeResize="0"/>
          <p:nvPr/>
        </p:nvPicPr>
        <p:blipFill rotWithShape="1">
          <a:blip r:embed="rId14">
            <a:alphaModFix/>
          </a:blip>
          <a:srcRect b="8591" l="8191" r="59964" t="8105"/>
          <a:stretch/>
        </p:blipFill>
        <p:spPr>
          <a:xfrm>
            <a:off x="696451" y="7810217"/>
            <a:ext cx="936578" cy="73457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7" name="Google Shape;167;p14"/>
          <p:cNvGrpSpPr/>
          <p:nvPr/>
        </p:nvGrpSpPr>
        <p:grpSpPr>
          <a:xfrm>
            <a:off x="2828441" y="7759792"/>
            <a:ext cx="1287838" cy="861238"/>
            <a:chOff x="2723396" y="7744293"/>
            <a:chExt cx="1392883" cy="1041619"/>
          </a:xfrm>
        </p:grpSpPr>
        <p:pic>
          <p:nvPicPr>
            <p:cNvPr id="168" name="Google Shape;168;p14"/>
            <p:cNvPicPr preferRelativeResize="0"/>
            <p:nvPr/>
          </p:nvPicPr>
          <p:blipFill rotWithShape="1">
            <a:blip r:embed="rId14">
              <a:alphaModFix/>
            </a:blip>
            <a:srcRect b="0" l="60543" r="0" t="1586"/>
            <a:stretch/>
          </p:blipFill>
          <p:spPr>
            <a:xfrm>
              <a:off x="2723396" y="7744293"/>
              <a:ext cx="1392883" cy="10416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9" name="Google Shape;169;p14"/>
            <p:cNvSpPr/>
            <p:nvPr/>
          </p:nvSpPr>
          <p:spPr>
            <a:xfrm>
              <a:off x="3285712" y="8023262"/>
              <a:ext cx="290748" cy="191621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-7143" l="-23914" r="-15217" t="0"/>
              </a:stretch>
            </a:blip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3274463" y="8320428"/>
              <a:ext cx="290748" cy="191621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-7143" l="0" r="0" t="0"/>
              </a:stretch>
            </a:blip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2983715" y="8177503"/>
              <a:ext cx="290748" cy="191621"/>
            </a:xfrm>
            <a:prstGeom prst="rect">
              <a:avLst/>
            </a:prstGeom>
            <a:blipFill rotWithShape="1">
              <a:blip r:embed="rId17">
                <a:alphaModFix/>
              </a:blip>
              <a:stretch>
                <a:fillRect b="-32142" l="0" r="0" t="0"/>
              </a:stretch>
            </a:blip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3620640" y="8147156"/>
              <a:ext cx="180262" cy="191621"/>
            </a:xfrm>
            <a:prstGeom prst="rect">
              <a:avLst/>
            </a:prstGeom>
            <a:blipFill rotWithShape="1">
              <a:blip r:embed="rId18">
                <a:alphaModFix/>
              </a:blip>
              <a:stretch>
                <a:fillRect b="-7143" l="-20690" r="-3449" t="0"/>
              </a:stretch>
            </a:blip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pic>
          <p:nvPicPr>
            <p:cNvPr id="173" name="Google Shape;173;p14"/>
            <p:cNvPicPr preferRelativeResize="0"/>
            <p:nvPr/>
          </p:nvPicPr>
          <p:blipFill rotWithShape="1">
            <a:blip r:embed="rId14">
              <a:alphaModFix/>
            </a:blip>
            <a:srcRect b="0" l="60543" r="0" t="1586"/>
            <a:stretch/>
          </p:blipFill>
          <p:spPr>
            <a:xfrm>
              <a:off x="2723396" y="7744293"/>
              <a:ext cx="1392883" cy="10416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" name="Google Shape;174;p14"/>
            <p:cNvSpPr/>
            <p:nvPr/>
          </p:nvSpPr>
          <p:spPr>
            <a:xfrm>
              <a:off x="3285712" y="8023262"/>
              <a:ext cx="290748" cy="191621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-7143" l="-23914" r="-15217" t="0"/>
              </a:stretch>
            </a:blip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3274463" y="8320428"/>
              <a:ext cx="290748" cy="191621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-7143" l="0" r="0" t="0"/>
              </a:stretch>
            </a:blip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2983715" y="8177503"/>
              <a:ext cx="290748" cy="191621"/>
            </a:xfrm>
            <a:prstGeom prst="rect">
              <a:avLst/>
            </a:prstGeom>
            <a:blipFill rotWithShape="1">
              <a:blip r:embed="rId17">
                <a:alphaModFix/>
              </a:blip>
              <a:stretch>
                <a:fillRect b="-32142" l="0" r="0" t="0"/>
              </a:stretch>
            </a:blip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77" name="Google Shape;177;p14"/>
            <p:cNvSpPr/>
            <p:nvPr/>
          </p:nvSpPr>
          <p:spPr>
            <a:xfrm>
              <a:off x="3620640" y="8147156"/>
              <a:ext cx="180262" cy="191621"/>
            </a:xfrm>
            <a:prstGeom prst="rect">
              <a:avLst/>
            </a:prstGeom>
            <a:blipFill rotWithShape="1">
              <a:blip r:embed="rId18">
                <a:alphaModFix/>
              </a:blip>
              <a:stretch>
                <a:fillRect b="-7143" l="-20690" r="-3449" t="0"/>
              </a:stretch>
            </a:blip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78" name="Google Shape;178;p14"/>
          <p:cNvGrpSpPr/>
          <p:nvPr/>
        </p:nvGrpSpPr>
        <p:grpSpPr>
          <a:xfrm>
            <a:off x="5166033" y="7825715"/>
            <a:ext cx="999817" cy="767515"/>
            <a:chOff x="5158284" y="7853515"/>
            <a:chExt cx="1186478" cy="930571"/>
          </a:xfrm>
        </p:grpSpPr>
        <p:pic>
          <p:nvPicPr>
            <p:cNvPr id="179" name="Google Shape;179;p14"/>
            <p:cNvPicPr preferRelativeResize="0"/>
            <p:nvPr/>
          </p:nvPicPr>
          <p:blipFill rotWithShape="1">
            <a:blip r:embed="rId14">
              <a:alphaModFix/>
            </a:blip>
            <a:srcRect b="8591" l="8191" r="59964" t="8105"/>
            <a:stretch/>
          </p:blipFill>
          <p:spPr>
            <a:xfrm>
              <a:off x="5158284" y="7853515"/>
              <a:ext cx="1186478" cy="9305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0" name="Google Shape;180;p14"/>
            <p:cNvSpPr/>
            <p:nvPr/>
          </p:nvSpPr>
          <p:spPr>
            <a:xfrm rot="573320">
              <a:off x="5505701" y="8061879"/>
              <a:ext cx="290748" cy="191621"/>
            </a:xfrm>
            <a:prstGeom prst="rect">
              <a:avLst/>
            </a:prstGeom>
            <a:blipFill rotWithShape="1">
              <a:blip r:embed="rId19">
                <a:alphaModFix/>
              </a:blip>
              <a:stretch>
                <a:fillRect b="-22222" l="-8510" r="0" t="0"/>
              </a:stretch>
            </a:blip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5734951" y="8336245"/>
              <a:ext cx="290748" cy="191621"/>
            </a:xfrm>
            <a:prstGeom prst="rect">
              <a:avLst/>
            </a:prstGeom>
            <a:blipFill rotWithShape="1">
              <a:blip r:embed="rId20">
                <a:alphaModFix/>
              </a:blip>
              <a:stretch>
                <a:fillRect b="-7143" l="0" r="0" t="0"/>
              </a:stretch>
            </a:blip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82" name="Google Shape;182;p14"/>
            <p:cNvSpPr/>
            <p:nvPr/>
          </p:nvSpPr>
          <p:spPr>
            <a:xfrm>
              <a:off x="5360327" y="8413910"/>
              <a:ext cx="290748" cy="191621"/>
            </a:xfrm>
            <a:prstGeom prst="rect">
              <a:avLst/>
            </a:prstGeom>
            <a:blipFill rotWithShape="1">
              <a:blip r:embed="rId21">
                <a:alphaModFix/>
              </a:blip>
              <a:stretch>
                <a:fillRect b="-11111" l="0" r="0" t="0"/>
              </a:stretch>
            </a:blip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83" name="Google Shape;183;p14"/>
            <p:cNvSpPr/>
            <p:nvPr/>
          </p:nvSpPr>
          <p:spPr>
            <a:xfrm>
              <a:off x="5934735" y="7985882"/>
              <a:ext cx="226814" cy="191621"/>
            </a:xfrm>
            <a:prstGeom prst="rect">
              <a:avLst/>
            </a:prstGeom>
            <a:blipFill rotWithShape="1">
              <a:blip r:embed="rId22">
                <a:alphaModFix/>
              </a:blip>
              <a:stretch>
                <a:fillRect b="-7143" l="-33332" r="-21211" t="0"/>
              </a:stretch>
            </a:blip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pic>
          <p:nvPicPr>
            <p:cNvPr id="184" name="Google Shape;184;p14"/>
            <p:cNvPicPr preferRelativeResize="0"/>
            <p:nvPr/>
          </p:nvPicPr>
          <p:blipFill rotWithShape="1">
            <a:blip r:embed="rId14">
              <a:alphaModFix/>
            </a:blip>
            <a:srcRect b="8591" l="8191" r="59964" t="8105"/>
            <a:stretch/>
          </p:blipFill>
          <p:spPr>
            <a:xfrm>
              <a:off x="5158284" y="7853515"/>
              <a:ext cx="1186478" cy="9305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" name="Google Shape;185;p14"/>
            <p:cNvSpPr/>
            <p:nvPr/>
          </p:nvSpPr>
          <p:spPr>
            <a:xfrm rot="573320">
              <a:off x="5505701" y="8061879"/>
              <a:ext cx="290748" cy="191621"/>
            </a:xfrm>
            <a:prstGeom prst="rect">
              <a:avLst/>
            </a:prstGeom>
            <a:blipFill rotWithShape="1">
              <a:blip r:embed="rId19">
                <a:alphaModFix/>
              </a:blip>
              <a:stretch>
                <a:fillRect b="-22222" l="-8510" r="0" t="0"/>
              </a:stretch>
            </a:blip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86" name="Google Shape;186;p14"/>
            <p:cNvSpPr/>
            <p:nvPr/>
          </p:nvSpPr>
          <p:spPr>
            <a:xfrm>
              <a:off x="5734951" y="8336245"/>
              <a:ext cx="290748" cy="191621"/>
            </a:xfrm>
            <a:prstGeom prst="rect">
              <a:avLst/>
            </a:prstGeom>
            <a:blipFill rotWithShape="1">
              <a:blip r:embed="rId20">
                <a:alphaModFix/>
              </a:blip>
              <a:stretch>
                <a:fillRect b="-7143" l="0" r="0" t="0"/>
              </a:stretch>
            </a:blip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87" name="Google Shape;187;p14"/>
            <p:cNvSpPr/>
            <p:nvPr/>
          </p:nvSpPr>
          <p:spPr>
            <a:xfrm>
              <a:off x="5360327" y="8413910"/>
              <a:ext cx="290748" cy="191621"/>
            </a:xfrm>
            <a:prstGeom prst="rect">
              <a:avLst/>
            </a:prstGeom>
            <a:blipFill rotWithShape="1">
              <a:blip r:embed="rId21">
                <a:alphaModFix/>
              </a:blip>
              <a:stretch>
                <a:fillRect b="-11111" l="0" r="0" t="0"/>
              </a:stretch>
            </a:blip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88" name="Google Shape;188;p14"/>
            <p:cNvSpPr/>
            <p:nvPr/>
          </p:nvSpPr>
          <p:spPr>
            <a:xfrm>
              <a:off x="5934735" y="7985882"/>
              <a:ext cx="226814" cy="191621"/>
            </a:xfrm>
            <a:prstGeom prst="rect">
              <a:avLst/>
            </a:prstGeom>
            <a:blipFill rotWithShape="1">
              <a:blip r:embed="rId22">
                <a:alphaModFix/>
              </a:blip>
              <a:stretch>
                <a:fillRect b="-7143" l="-33332" r="-21211" t="0"/>
              </a:stretch>
            </a:blip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sp>
        <p:nvSpPr>
          <p:cNvPr id="189" name="Google Shape;189;p14"/>
          <p:cNvSpPr txBox="1"/>
          <p:nvPr/>
        </p:nvSpPr>
        <p:spPr>
          <a:xfrm>
            <a:off x="1218862" y="199387"/>
            <a:ext cx="549193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1. Find the missing angles in the parallelograms and rhombuses below:</a:t>
            </a:r>
            <a:endParaRPr/>
          </a:p>
        </p:txBody>
      </p:sp>
      <p:sp>
        <p:nvSpPr>
          <p:cNvPr id="190" name="Google Shape;190;p14"/>
          <p:cNvSpPr/>
          <p:nvPr/>
        </p:nvSpPr>
        <p:spPr>
          <a:xfrm>
            <a:off x="80908" y="37222"/>
            <a:ext cx="1137954" cy="40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graphicFrame>
        <p:nvGraphicFramePr>
          <p:cNvPr id="191" name="Google Shape;191;p14"/>
          <p:cNvGraphicFramePr/>
          <p:nvPr/>
        </p:nvGraphicFramePr>
        <p:xfrm>
          <a:off x="83513" y="5340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{933EC594-E3C4-4DB9-988B-F647399F5CF9}</a:tableStyleId>
              </a:tblPr>
              <a:tblGrid>
                <a:gridCol w="2209100"/>
                <a:gridCol w="2209100"/>
                <a:gridCol w="220910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03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03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6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j)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k)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l)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2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2" name="Google Shape;192;p14"/>
          <p:cNvSpPr txBox="1"/>
          <p:nvPr/>
        </p:nvSpPr>
        <p:spPr>
          <a:xfrm>
            <a:off x="696451" y="1828800"/>
            <a:ext cx="853675" cy="369332"/>
          </a:xfrm>
          <a:prstGeom prst="rect">
            <a:avLst/>
          </a:prstGeom>
          <a:blipFill rotWithShape="1">
            <a:blip r:embed="rId2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3" name="Google Shape;193;p14"/>
          <p:cNvSpPr txBox="1"/>
          <p:nvPr/>
        </p:nvSpPr>
        <p:spPr>
          <a:xfrm>
            <a:off x="683455" y="2207832"/>
            <a:ext cx="853675" cy="369332"/>
          </a:xfrm>
          <a:prstGeom prst="rect">
            <a:avLst/>
          </a:prstGeom>
          <a:blipFill rotWithShape="1">
            <a:blip r:embed="rId2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4" name="Google Shape;194;p14"/>
          <p:cNvSpPr txBox="1"/>
          <p:nvPr/>
        </p:nvSpPr>
        <p:spPr>
          <a:xfrm>
            <a:off x="683454" y="2556251"/>
            <a:ext cx="853675" cy="369332"/>
          </a:xfrm>
          <a:prstGeom prst="rect">
            <a:avLst/>
          </a:prstGeom>
          <a:blipFill rotWithShape="1">
            <a:blip r:embed="rId2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5" name="Google Shape;195;p14"/>
          <p:cNvSpPr txBox="1"/>
          <p:nvPr/>
        </p:nvSpPr>
        <p:spPr>
          <a:xfrm>
            <a:off x="2698470" y="1822227"/>
            <a:ext cx="853675" cy="369332"/>
          </a:xfrm>
          <a:prstGeom prst="rect">
            <a:avLst/>
          </a:prstGeom>
          <a:blipFill rotWithShape="1">
            <a:blip r:embed="rId2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6" name="Google Shape;196;p14"/>
          <p:cNvSpPr txBox="1"/>
          <p:nvPr/>
        </p:nvSpPr>
        <p:spPr>
          <a:xfrm>
            <a:off x="2685474" y="2201259"/>
            <a:ext cx="853675" cy="369332"/>
          </a:xfrm>
          <a:prstGeom prst="rect">
            <a:avLst/>
          </a:prstGeom>
          <a:blipFill rotWithShape="1">
            <a:blip r:embed="rId2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7" name="Google Shape;197;p14"/>
          <p:cNvSpPr txBox="1"/>
          <p:nvPr/>
        </p:nvSpPr>
        <p:spPr>
          <a:xfrm>
            <a:off x="2685473" y="2549678"/>
            <a:ext cx="853675" cy="369332"/>
          </a:xfrm>
          <a:prstGeom prst="rect">
            <a:avLst/>
          </a:prstGeom>
          <a:blipFill rotWithShape="1">
            <a:blip r:embed="rId2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8" name="Google Shape;198;p14"/>
          <p:cNvSpPr txBox="1"/>
          <p:nvPr/>
        </p:nvSpPr>
        <p:spPr>
          <a:xfrm>
            <a:off x="4845417" y="1828800"/>
            <a:ext cx="853675" cy="369332"/>
          </a:xfrm>
          <a:prstGeom prst="rect">
            <a:avLst/>
          </a:prstGeom>
          <a:blipFill rotWithShape="1">
            <a:blip r:embed="rId2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9" name="Google Shape;199;p14"/>
          <p:cNvSpPr txBox="1"/>
          <p:nvPr/>
        </p:nvSpPr>
        <p:spPr>
          <a:xfrm>
            <a:off x="4832421" y="2207832"/>
            <a:ext cx="853675" cy="369332"/>
          </a:xfrm>
          <a:prstGeom prst="rect">
            <a:avLst/>
          </a:prstGeom>
          <a:blipFill rotWithShape="1">
            <a:blip r:embed="rId3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00" name="Google Shape;200;p14"/>
          <p:cNvSpPr txBox="1"/>
          <p:nvPr/>
        </p:nvSpPr>
        <p:spPr>
          <a:xfrm>
            <a:off x="4832420" y="2556251"/>
            <a:ext cx="853675" cy="369332"/>
          </a:xfrm>
          <a:prstGeom prst="rect">
            <a:avLst/>
          </a:prstGeom>
          <a:blipFill rotWithShape="1">
            <a:blip r:embed="rId3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01" name="Google Shape;201;p14"/>
          <p:cNvSpPr txBox="1"/>
          <p:nvPr/>
        </p:nvSpPr>
        <p:spPr>
          <a:xfrm>
            <a:off x="438534" y="4214794"/>
            <a:ext cx="853675" cy="369332"/>
          </a:xfrm>
          <a:prstGeom prst="rect">
            <a:avLst/>
          </a:prstGeom>
          <a:blipFill rotWithShape="1">
            <a:blip r:embed="rId3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02" name="Google Shape;202;p14"/>
          <p:cNvSpPr txBox="1"/>
          <p:nvPr/>
        </p:nvSpPr>
        <p:spPr>
          <a:xfrm>
            <a:off x="425538" y="4593826"/>
            <a:ext cx="853675" cy="369332"/>
          </a:xfrm>
          <a:prstGeom prst="rect">
            <a:avLst/>
          </a:prstGeom>
          <a:blipFill rotWithShape="1">
            <a:blip r:embed="rId3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03" name="Google Shape;203;p14"/>
          <p:cNvSpPr txBox="1"/>
          <p:nvPr/>
        </p:nvSpPr>
        <p:spPr>
          <a:xfrm>
            <a:off x="425537" y="4942245"/>
            <a:ext cx="853675" cy="369332"/>
          </a:xfrm>
          <a:prstGeom prst="rect">
            <a:avLst/>
          </a:prstGeom>
          <a:blipFill rotWithShape="1">
            <a:blip r:embed="rId3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04" name="Google Shape;204;p14"/>
          <p:cNvSpPr txBox="1"/>
          <p:nvPr/>
        </p:nvSpPr>
        <p:spPr>
          <a:xfrm>
            <a:off x="2564848" y="4201290"/>
            <a:ext cx="853675" cy="369332"/>
          </a:xfrm>
          <a:prstGeom prst="rect">
            <a:avLst/>
          </a:prstGeom>
          <a:blipFill rotWithShape="1">
            <a:blip r:embed="rId3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05" name="Google Shape;205;p14"/>
          <p:cNvSpPr txBox="1"/>
          <p:nvPr/>
        </p:nvSpPr>
        <p:spPr>
          <a:xfrm>
            <a:off x="2551852" y="4580322"/>
            <a:ext cx="853675" cy="369332"/>
          </a:xfrm>
          <a:prstGeom prst="rect">
            <a:avLst/>
          </a:prstGeom>
          <a:blipFill rotWithShape="1">
            <a:blip r:embed="rId3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06" name="Google Shape;206;p14"/>
          <p:cNvSpPr txBox="1"/>
          <p:nvPr/>
        </p:nvSpPr>
        <p:spPr>
          <a:xfrm>
            <a:off x="2551851" y="4928741"/>
            <a:ext cx="853675" cy="369332"/>
          </a:xfrm>
          <a:prstGeom prst="rect">
            <a:avLst/>
          </a:prstGeom>
          <a:blipFill rotWithShape="1">
            <a:blip r:embed="rId3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07" name="Google Shape;207;p14"/>
          <p:cNvSpPr txBox="1"/>
          <p:nvPr/>
        </p:nvSpPr>
        <p:spPr>
          <a:xfrm>
            <a:off x="4819261" y="4606824"/>
            <a:ext cx="853675" cy="369332"/>
          </a:xfrm>
          <a:prstGeom prst="rect">
            <a:avLst/>
          </a:prstGeom>
          <a:blipFill rotWithShape="1">
            <a:blip r:embed="rId3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08" name="Google Shape;208;p14"/>
          <p:cNvSpPr txBox="1"/>
          <p:nvPr/>
        </p:nvSpPr>
        <p:spPr>
          <a:xfrm>
            <a:off x="4819260" y="4955243"/>
            <a:ext cx="853675" cy="369332"/>
          </a:xfrm>
          <a:prstGeom prst="rect">
            <a:avLst/>
          </a:prstGeom>
          <a:blipFill rotWithShape="1">
            <a:blip r:embed="rId3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09" name="Google Shape;209;p14"/>
          <p:cNvSpPr txBox="1"/>
          <p:nvPr/>
        </p:nvSpPr>
        <p:spPr>
          <a:xfrm>
            <a:off x="365188" y="6812260"/>
            <a:ext cx="853675" cy="369332"/>
          </a:xfrm>
          <a:prstGeom prst="rect">
            <a:avLst/>
          </a:prstGeom>
          <a:blipFill rotWithShape="1">
            <a:blip r:embed="rId4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10" name="Google Shape;210;p14"/>
          <p:cNvSpPr txBox="1"/>
          <p:nvPr/>
        </p:nvSpPr>
        <p:spPr>
          <a:xfrm>
            <a:off x="365187" y="7160679"/>
            <a:ext cx="853675" cy="369332"/>
          </a:xfrm>
          <a:prstGeom prst="rect">
            <a:avLst/>
          </a:prstGeom>
          <a:blipFill rotWithShape="1">
            <a:blip r:embed="rId4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11" name="Google Shape;211;p14"/>
          <p:cNvSpPr txBox="1"/>
          <p:nvPr/>
        </p:nvSpPr>
        <p:spPr>
          <a:xfrm>
            <a:off x="2521475" y="6776889"/>
            <a:ext cx="853675" cy="369332"/>
          </a:xfrm>
          <a:prstGeom prst="rect">
            <a:avLst/>
          </a:prstGeom>
          <a:blipFill rotWithShape="1">
            <a:blip r:embed="rId4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12" name="Google Shape;212;p14"/>
          <p:cNvSpPr txBox="1"/>
          <p:nvPr/>
        </p:nvSpPr>
        <p:spPr>
          <a:xfrm>
            <a:off x="2521474" y="7125308"/>
            <a:ext cx="853675" cy="369332"/>
          </a:xfrm>
          <a:prstGeom prst="rect">
            <a:avLst/>
          </a:prstGeom>
          <a:blipFill rotWithShape="1">
            <a:blip r:embed="rId4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13" name="Google Shape;213;p14"/>
          <p:cNvSpPr txBox="1"/>
          <p:nvPr/>
        </p:nvSpPr>
        <p:spPr>
          <a:xfrm>
            <a:off x="4769814" y="6797817"/>
            <a:ext cx="853675" cy="369332"/>
          </a:xfrm>
          <a:prstGeom prst="rect">
            <a:avLst/>
          </a:prstGeom>
          <a:blipFill rotWithShape="1">
            <a:blip r:embed="rId4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14" name="Google Shape;214;p14"/>
          <p:cNvSpPr txBox="1"/>
          <p:nvPr/>
        </p:nvSpPr>
        <p:spPr>
          <a:xfrm>
            <a:off x="4769813" y="7146236"/>
            <a:ext cx="853675" cy="369332"/>
          </a:xfrm>
          <a:prstGeom prst="rect">
            <a:avLst/>
          </a:prstGeom>
          <a:blipFill rotWithShape="1">
            <a:blip r:embed="rId4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15" name="Google Shape;215;p14"/>
          <p:cNvSpPr txBox="1"/>
          <p:nvPr/>
        </p:nvSpPr>
        <p:spPr>
          <a:xfrm>
            <a:off x="554914" y="8661362"/>
            <a:ext cx="853675" cy="369332"/>
          </a:xfrm>
          <a:prstGeom prst="rect">
            <a:avLst/>
          </a:prstGeom>
          <a:blipFill rotWithShape="1">
            <a:blip r:embed="rId4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16" name="Google Shape;216;p14"/>
          <p:cNvSpPr txBox="1"/>
          <p:nvPr/>
        </p:nvSpPr>
        <p:spPr>
          <a:xfrm>
            <a:off x="554913" y="9009781"/>
            <a:ext cx="853675" cy="369332"/>
          </a:xfrm>
          <a:prstGeom prst="rect">
            <a:avLst/>
          </a:prstGeom>
          <a:blipFill rotWithShape="1">
            <a:blip r:embed="rId4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17" name="Google Shape;217;p14"/>
          <p:cNvSpPr txBox="1"/>
          <p:nvPr/>
        </p:nvSpPr>
        <p:spPr>
          <a:xfrm>
            <a:off x="554913" y="9368628"/>
            <a:ext cx="853675" cy="369332"/>
          </a:xfrm>
          <a:prstGeom prst="rect">
            <a:avLst/>
          </a:prstGeom>
          <a:blipFill rotWithShape="1">
            <a:blip r:embed="rId4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18" name="Google Shape;218;p14"/>
          <p:cNvSpPr txBox="1"/>
          <p:nvPr/>
        </p:nvSpPr>
        <p:spPr>
          <a:xfrm>
            <a:off x="2575325" y="8675665"/>
            <a:ext cx="853675" cy="369332"/>
          </a:xfrm>
          <a:prstGeom prst="rect">
            <a:avLst/>
          </a:prstGeom>
          <a:blipFill rotWithShape="1">
            <a:blip r:embed="rId4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19" name="Google Shape;219;p14"/>
          <p:cNvSpPr txBox="1"/>
          <p:nvPr/>
        </p:nvSpPr>
        <p:spPr>
          <a:xfrm>
            <a:off x="2575324" y="9024084"/>
            <a:ext cx="853675" cy="369332"/>
          </a:xfrm>
          <a:prstGeom prst="rect">
            <a:avLst/>
          </a:prstGeom>
          <a:blipFill rotWithShape="1">
            <a:blip r:embed="rId5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20" name="Google Shape;220;p14"/>
          <p:cNvSpPr txBox="1"/>
          <p:nvPr/>
        </p:nvSpPr>
        <p:spPr>
          <a:xfrm>
            <a:off x="2575324" y="9382931"/>
            <a:ext cx="853675" cy="369332"/>
          </a:xfrm>
          <a:prstGeom prst="rect">
            <a:avLst/>
          </a:prstGeom>
          <a:blipFill rotWithShape="1">
            <a:blip r:embed="rId5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21" name="Google Shape;221;p14"/>
          <p:cNvSpPr txBox="1"/>
          <p:nvPr/>
        </p:nvSpPr>
        <p:spPr>
          <a:xfrm>
            <a:off x="4739196" y="8697917"/>
            <a:ext cx="853675" cy="369332"/>
          </a:xfrm>
          <a:prstGeom prst="rect">
            <a:avLst/>
          </a:prstGeom>
          <a:blipFill rotWithShape="1">
            <a:blip r:embed="rId5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22" name="Google Shape;222;p14"/>
          <p:cNvSpPr txBox="1"/>
          <p:nvPr/>
        </p:nvSpPr>
        <p:spPr>
          <a:xfrm>
            <a:off x="4739195" y="9046336"/>
            <a:ext cx="853675" cy="369332"/>
          </a:xfrm>
          <a:prstGeom prst="rect">
            <a:avLst/>
          </a:prstGeom>
          <a:blipFill rotWithShape="1">
            <a:blip r:embed="rId5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23" name="Google Shape;223;p14"/>
          <p:cNvSpPr txBox="1"/>
          <p:nvPr/>
        </p:nvSpPr>
        <p:spPr>
          <a:xfrm>
            <a:off x="4739195" y="9405183"/>
            <a:ext cx="853675" cy="369332"/>
          </a:xfrm>
          <a:prstGeom prst="rect">
            <a:avLst/>
          </a:prstGeom>
          <a:blipFill rotWithShape="1">
            <a:blip r:embed="rId5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24" name="Google Shape;224;p14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9" name="Google Shape;229;p15"/>
          <p:cNvGraphicFramePr/>
          <p:nvPr/>
        </p:nvGraphicFramePr>
        <p:xfrm>
          <a:off x="120164" y="15400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{933EC594-E3C4-4DB9-988B-F647399F5CF9}</a:tableStyleId>
              </a:tblPr>
              <a:tblGrid>
                <a:gridCol w="2209100"/>
                <a:gridCol w="2209100"/>
                <a:gridCol w="220910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m)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n)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o)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03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p)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q)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r)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30" name="Google Shape;23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694" y="2855269"/>
            <a:ext cx="2081756" cy="1203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5"/>
          <p:cNvPicPr preferRelativeResize="0"/>
          <p:nvPr/>
        </p:nvPicPr>
        <p:blipFill rotWithShape="1">
          <a:blip r:embed="rId4">
            <a:alphaModFix/>
          </a:blip>
          <a:srcRect b="4253" l="2758" r="-458" t="2914"/>
          <a:stretch/>
        </p:blipFill>
        <p:spPr>
          <a:xfrm>
            <a:off x="2553800" y="2835293"/>
            <a:ext cx="1929490" cy="1167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5"/>
          <p:cNvPicPr preferRelativeResize="0"/>
          <p:nvPr/>
        </p:nvPicPr>
        <p:blipFill rotWithShape="1">
          <a:blip r:embed="rId4">
            <a:alphaModFix/>
          </a:blip>
          <a:srcRect b="4253" l="2758" r="3238" t="2914"/>
          <a:stretch/>
        </p:blipFill>
        <p:spPr>
          <a:xfrm>
            <a:off x="4783811" y="2826931"/>
            <a:ext cx="1856495" cy="116790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5"/>
          <p:cNvSpPr/>
          <p:nvPr/>
        </p:nvSpPr>
        <p:spPr>
          <a:xfrm>
            <a:off x="6212853" y="2823093"/>
            <a:ext cx="524101" cy="23594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34" name="Google Shape;234;p15"/>
          <p:cNvSpPr txBox="1"/>
          <p:nvPr/>
        </p:nvSpPr>
        <p:spPr>
          <a:xfrm>
            <a:off x="5179667" y="93785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5" name="Google Shape;235;p15"/>
          <p:cNvGraphicFramePr/>
          <p:nvPr/>
        </p:nvGraphicFramePr>
        <p:xfrm>
          <a:off x="120163" y="51503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{933EC594-E3C4-4DB9-988B-F647399F5CF9}</a:tableStyleId>
              </a:tblPr>
              <a:tblGrid>
                <a:gridCol w="66272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Question 2. Ralph draws a shape with two angles of 38° and two angles of 142°. Show that this could be a parallelogram.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6" name="Google Shape;236;p15"/>
          <p:cNvGraphicFramePr/>
          <p:nvPr/>
        </p:nvGraphicFramePr>
        <p:xfrm>
          <a:off x="128723" y="732473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{933EC594-E3C4-4DB9-988B-F647399F5CF9}</a:tableStyleId>
              </a:tblPr>
              <a:tblGrid>
                <a:gridCol w="66272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Question 3. Jonny starts to draw a parallelogram. He draws and measures an angle of 85°. What would the size of the other three angles be?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7" name="Google Shape;237;p15"/>
          <p:cNvSpPr/>
          <p:nvPr/>
        </p:nvSpPr>
        <p:spPr>
          <a:xfrm>
            <a:off x="437893" y="744639"/>
            <a:ext cx="1495162" cy="682554"/>
          </a:xfrm>
          <a:prstGeom prst="parallelogram">
            <a:avLst>
              <a:gd fmla="val 40816" name="adj"/>
            </a:avLst>
          </a:prstGeom>
          <a:noFill/>
          <a:ln cap="flat" cmpd="sng" w="381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5"/>
          <p:cNvSpPr/>
          <p:nvPr/>
        </p:nvSpPr>
        <p:spPr>
          <a:xfrm>
            <a:off x="1476936" y="1245707"/>
            <a:ext cx="362001" cy="338212"/>
          </a:xfrm>
          <a:prstGeom prst="pie">
            <a:avLst>
              <a:gd fmla="val 10636390" name="adj1"/>
              <a:gd fmla="val 17434873" name="adj2"/>
            </a:avLst>
          </a:prstGeom>
          <a:noFill/>
          <a:ln cap="flat" cmpd="sng" w="9525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5"/>
          <p:cNvSpPr/>
          <p:nvPr/>
        </p:nvSpPr>
        <p:spPr>
          <a:xfrm>
            <a:off x="1752054" y="575533"/>
            <a:ext cx="362001" cy="338212"/>
          </a:xfrm>
          <a:prstGeom prst="pie">
            <a:avLst>
              <a:gd fmla="val 6870872" name="adj1"/>
              <a:gd fmla="val 10738034" name="adj2"/>
            </a:avLst>
          </a:prstGeom>
          <a:noFill/>
          <a:ln cap="flat" cmpd="sng" w="9525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5"/>
          <p:cNvSpPr/>
          <p:nvPr/>
        </p:nvSpPr>
        <p:spPr>
          <a:xfrm>
            <a:off x="549258" y="569587"/>
            <a:ext cx="362001" cy="338212"/>
          </a:xfrm>
          <a:prstGeom prst="pie">
            <a:avLst>
              <a:gd fmla="val 6579384" name="adj1"/>
              <a:gd fmla="val 31134" name="adj2"/>
            </a:avLst>
          </a:prstGeom>
          <a:noFill/>
          <a:ln cap="flat" cmpd="sng" w="9525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5"/>
          <p:cNvSpPr txBox="1"/>
          <p:nvPr/>
        </p:nvSpPr>
        <p:spPr>
          <a:xfrm>
            <a:off x="1139045" y="1090058"/>
            <a:ext cx="362001" cy="27699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-2712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42" name="Google Shape;242;p15"/>
          <p:cNvSpPr txBox="1"/>
          <p:nvPr/>
        </p:nvSpPr>
        <p:spPr>
          <a:xfrm>
            <a:off x="786933" y="417901"/>
            <a:ext cx="362001" cy="27699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43" name="Google Shape;243;p15"/>
          <p:cNvSpPr txBox="1"/>
          <p:nvPr/>
        </p:nvSpPr>
        <p:spPr>
          <a:xfrm>
            <a:off x="1476936" y="772129"/>
            <a:ext cx="362001" cy="27699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444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44" name="Google Shape;244;p15"/>
          <p:cNvSpPr/>
          <p:nvPr/>
        </p:nvSpPr>
        <p:spPr>
          <a:xfrm>
            <a:off x="2632947" y="731453"/>
            <a:ext cx="1495162" cy="682554"/>
          </a:xfrm>
          <a:prstGeom prst="parallelogram">
            <a:avLst>
              <a:gd fmla="val 40816" name="adj"/>
            </a:avLst>
          </a:prstGeom>
          <a:noFill/>
          <a:ln cap="flat" cmpd="sng" w="381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5"/>
          <p:cNvSpPr/>
          <p:nvPr/>
        </p:nvSpPr>
        <p:spPr>
          <a:xfrm>
            <a:off x="3671990" y="1232521"/>
            <a:ext cx="362001" cy="338212"/>
          </a:xfrm>
          <a:prstGeom prst="pie">
            <a:avLst>
              <a:gd fmla="val 10636390" name="adj1"/>
              <a:gd fmla="val 17434873" name="adj2"/>
            </a:avLst>
          </a:prstGeom>
          <a:noFill/>
          <a:ln cap="flat" cmpd="sng" w="9525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5"/>
          <p:cNvSpPr/>
          <p:nvPr/>
        </p:nvSpPr>
        <p:spPr>
          <a:xfrm>
            <a:off x="3947108" y="562347"/>
            <a:ext cx="362001" cy="338212"/>
          </a:xfrm>
          <a:prstGeom prst="pie">
            <a:avLst>
              <a:gd fmla="val 10729057" name="adj1"/>
              <a:gd fmla="val 6927457" name="adj2"/>
            </a:avLst>
          </a:prstGeom>
          <a:noFill/>
          <a:ln cap="flat" cmpd="sng" w="9525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5"/>
          <p:cNvSpPr/>
          <p:nvPr/>
        </p:nvSpPr>
        <p:spPr>
          <a:xfrm>
            <a:off x="2744312" y="556401"/>
            <a:ext cx="362001" cy="338212"/>
          </a:xfrm>
          <a:prstGeom prst="pie">
            <a:avLst>
              <a:gd fmla="val 305851" name="adj1"/>
              <a:gd fmla="val 6856686" name="adj2"/>
            </a:avLst>
          </a:prstGeom>
          <a:noFill/>
          <a:ln cap="flat" cmpd="sng" w="9525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5"/>
          <p:cNvSpPr txBox="1"/>
          <p:nvPr/>
        </p:nvSpPr>
        <p:spPr>
          <a:xfrm>
            <a:off x="3396871" y="1076872"/>
            <a:ext cx="362001" cy="276999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-1667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49" name="Google Shape;249;p15"/>
          <p:cNvSpPr txBox="1"/>
          <p:nvPr/>
        </p:nvSpPr>
        <p:spPr>
          <a:xfrm>
            <a:off x="2972098" y="744639"/>
            <a:ext cx="362001" cy="276999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50" name="Google Shape;250;p15"/>
          <p:cNvSpPr txBox="1"/>
          <p:nvPr/>
        </p:nvSpPr>
        <p:spPr>
          <a:xfrm>
            <a:off x="3768690" y="384199"/>
            <a:ext cx="362001" cy="276999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444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51" name="Google Shape;251;p15"/>
          <p:cNvSpPr/>
          <p:nvPr/>
        </p:nvSpPr>
        <p:spPr>
          <a:xfrm>
            <a:off x="4828001" y="755392"/>
            <a:ext cx="1495162" cy="682554"/>
          </a:xfrm>
          <a:prstGeom prst="parallelogram">
            <a:avLst>
              <a:gd fmla="val 40816" name="adj"/>
            </a:avLst>
          </a:prstGeom>
          <a:noFill/>
          <a:ln cap="flat" cmpd="sng" w="381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5"/>
          <p:cNvSpPr/>
          <p:nvPr/>
        </p:nvSpPr>
        <p:spPr>
          <a:xfrm>
            <a:off x="5867044" y="1256460"/>
            <a:ext cx="362001" cy="338212"/>
          </a:xfrm>
          <a:prstGeom prst="pie">
            <a:avLst>
              <a:gd fmla="val 10636390" name="adj1"/>
              <a:gd fmla="val 17434873" name="adj2"/>
            </a:avLst>
          </a:prstGeom>
          <a:noFill/>
          <a:ln cap="flat" cmpd="sng" w="9525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5"/>
          <p:cNvSpPr/>
          <p:nvPr/>
        </p:nvSpPr>
        <p:spPr>
          <a:xfrm>
            <a:off x="6142162" y="586286"/>
            <a:ext cx="362001" cy="338212"/>
          </a:xfrm>
          <a:prstGeom prst="pie">
            <a:avLst>
              <a:gd fmla="val 10940950" name="adj1"/>
              <a:gd fmla="val 6428714" name="adj2"/>
            </a:avLst>
          </a:prstGeom>
          <a:noFill/>
          <a:ln cap="flat" cmpd="sng" w="9525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5"/>
          <p:cNvSpPr/>
          <p:nvPr/>
        </p:nvSpPr>
        <p:spPr>
          <a:xfrm>
            <a:off x="4939366" y="580340"/>
            <a:ext cx="362001" cy="338212"/>
          </a:xfrm>
          <a:prstGeom prst="pie">
            <a:avLst>
              <a:gd fmla="val 6765627" name="adj1"/>
              <a:gd fmla="val 221668" name="adj2"/>
            </a:avLst>
          </a:prstGeom>
          <a:noFill/>
          <a:ln cap="flat" cmpd="sng" w="9525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5"/>
          <p:cNvSpPr txBox="1"/>
          <p:nvPr/>
        </p:nvSpPr>
        <p:spPr>
          <a:xfrm>
            <a:off x="5529153" y="1100811"/>
            <a:ext cx="362001" cy="276999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-2712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56" name="Google Shape;256;p15"/>
          <p:cNvSpPr txBox="1"/>
          <p:nvPr/>
        </p:nvSpPr>
        <p:spPr>
          <a:xfrm>
            <a:off x="5242008" y="463397"/>
            <a:ext cx="362001" cy="276999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57" name="Google Shape;257;p15"/>
          <p:cNvSpPr txBox="1"/>
          <p:nvPr/>
        </p:nvSpPr>
        <p:spPr>
          <a:xfrm>
            <a:off x="5955767" y="431087"/>
            <a:ext cx="362001" cy="276999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-444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58" name="Google Shape;258;p15"/>
          <p:cNvSpPr txBox="1"/>
          <p:nvPr/>
        </p:nvSpPr>
        <p:spPr>
          <a:xfrm>
            <a:off x="484421" y="1883871"/>
            <a:ext cx="853675" cy="369332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59" name="Google Shape;259;p15"/>
          <p:cNvSpPr txBox="1"/>
          <p:nvPr/>
        </p:nvSpPr>
        <p:spPr>
          <a:xfrm>
            <a:off x="484420" y="2232290"/>
            <a:ext cx="853675" cy="369332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0" name="Google Shape;260;p15"/>
          <p:cNvSpPr txBox="1"/>
          <p:nvPr/>
        </p:nvSpPr>
        <p:spPr>
          <a:xfrm>
            <a:off x="2679475" y="1844138"/>
            <a:ext cx="853675" cy="369332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1" name="Google Shape;261;p15"/>
          <p:cNvSpPr txBox="1"/>
          <p:nvPr/>
        </p:nvSpPr>
        <p:spPr>
          <a:xfrm>
            <a:off x="2679474" y="2192557"/>
            <a:ext cx="853675" cy="369332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2" name="Google Shape;262;p15"/>
          <p:cNvSpPr txBox="1"/>
          <p:nvPr/>
        </p:nvSpPr>
        <p:spPr>
          <a:xfrm>
            <a:off x="4783812" y="1857525"/>
            <a:ext cx="853675" cy="369332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3" name="Google Shape;263;p15"/>
          <p:cNvSpPr txBox="1"/>
          <p:nvPr/>
        </p:nvSpPr>
        <p:spPr>
          <a:xfrm>
            <a:off x="4783811" y="2205944"/>
            <a:ext cx="853675" cy="369332"/>
          </a:xfrm>
          <a:prstGeom prst="rect">
            <a:avLst/>
          </a:pr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4" name="Google Shape;264;p15"/>
          <p:cNvSpPr txBox="1"/>
          <p:nvPr/>
        </p:nvSpPr>
        <p:spPr>
          <a:xfrm>
            <a:off x="360095" y="4029698"/>
            <a:ext cx="853675" cy="369332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5" name="Google Shape;265;p15"/>
          <p:cNvSpPr txBox="1"/>
          <p:nvPr/>
        </p:nvSpPr>
        <p:spPr>
          <a:xfrm>
            <a:off x="360094" y="4378117"/>
            <a:ext cx="853675" cy="369332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6" name="Google Shape;266;p15"/>
          <p:cNvSpPr txBox="1"/>
          <p:nvPr/>
        </p:nvSpPr>
        <p:spPr>
          <a:xfrm>
            <a:off x="356147" y="4755628"/>
            <a:ext cx="853675" cy="369332"/>
          </a:xfrm>
          <a:prstGeom prst="rect">
            <a:avLst/>
          </a:prstGeom>
          <a:blipFill rotWithShape="1">
            <a:blip r:embed="rId2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7" name="Google Shape;267;p15"/>
          <p:cNvSpPr txBox="1"/>
          <p:nvPr/>
        </p:nvSpPr>
        <p:spPr>
          <a:xfrm>
            <a:off x="2640986" y="4362282"/>
            <a:ext cx="853675" cy="369332"/>
          </a:xfrm>
          <a:prstGeom prst="rect">
            <a:avLst/>
          </a:prstGeom>
          <a:blipFill rotWithShape="1">
            <a:blip r:embed="rId2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8" name="Google Shape;268;p15"/>
          <p:cNvSpPr txBox="1"/>
          <p:nvPr/>
        </p:nvSpPr>
        <p:spPr>
          <a:xfrm>
            <a:off x="4856478" y="4399030"/>
            <a:ext cx="853675" cy="369332"/>
          </a:xfrm>
          <a:prstGeom prst="rect">
            <a:avLst/>
          </a:prstGeom>
          <a:blipFill rotWithShape="1">
            <a:blip r:embed="rId2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9" name="Google Shape;269;p15"/>
          <p:cNvSpPr/>
          <p:nvPr/>
        </p:nvSpPr>
        <p:spPr>
          <a:xfrm>
            <a:off x="1599480" y="5929570"/>
            <a:ext cx="3642528" cy="831969"/>
          </a:xfrm>
          <a:prstGeom prst="parallelogram">
            <a:avLst>
              <a:gd fmla="val 116181" name="adj"/>
            </a:avLst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5"/>
          <p:cNvSpPr txBox="1"/>
          <p:nvPr/>
        </p:nvSpPr>
        <p:spPr>
          <a:xfrm>
            <a:off x="2289318" y="5888265"/>
            <a:ext cx="853675" cy="369332"/>
          </a:xfrm>
          <a:prstGeom prst="rect">
            <a:avLst/>
          </a:prstGeom>
          <a:blipFill rotWithShape="1">
            <a:blip r:embed="rId2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71" name="Google Shape;271;p15"/>
          <p:cNvSpPr txBox="1"/>
          <p:nvPr/>
        </p:nvSpPr>
        <p:spPr>
          <a:xfrm>
            <a:off x="1645910" y="6426518"/>
            <a:ext cx="853675" cy="369332"/>
          </a:xfrm>
          <a:prstGeom prst="rect">
            <a:avLst/>
          </a:prstGeom>
          <a:blipFill rotWithShape="1">
            <a:blip r:embed="rId2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72" name="Google Shape;272;p15"/>
          <p:cNvSpPr txBox="1"/>
          <p:nvPr/>
        </p:nvSpPr>
        <p:spPr>
          <a:xfrm>
            <a:off x="3659174" y="6408786"/>
            <a:ext cx="853675" cy="369332"/>
          </a:xfrm>
          <a:prstGeom prst="rect">
            <a:avLst/>
          </a:prstGeom>
          <a:blipFill rotWithShape="1">
            <a:blip r:embed="rId2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73" name="Google Shape;273;p15"/>
          <p:cNvSpPr txBox="1"/>
          <p:nvPr/>
        </p:nvSpPr>
        <p:spPr>
          <a:xfrm>
            <a:off x="4372141" y="5896818"/>
            <a:ext cx="853675" cy="369332"/>
          </a:xfrm>
          <a:prstGeom prst="rect">
            <a:avLst/>
          </a:prstGeom>
          <a:blipFill rotWithShape="1">
            <a:blip r:embed="rId2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74" name="Google Shape;274;p15"/>
          <p:cNvSpPr txBox="1"/>
          <p:nvPr/>
        </p:nvSpPr>
        <p:spPr>
          <a:xfrm>
            <a:off x="2072747" y="8151223"/>
            <a:ext cx="2846072" cy="369332"/>
          </a:xfrm>
          <a:prstGeom prst="rect">
            <a:avLst/>
          </a:prstGeom>
          <a:blipFill rotWithShape="1">
            <a:blip r:embed="rId3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75" name="Google Shape;275;p15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1" name="Google Shape;281;p16"/>
          <p:cNvCxnSpPr/>
          <p:nvPr/>
        </p:nvCxnSpPr>
        <p:spPr>
          <a:xfrm>
            <a:off x="905567" y="2817809"/>
            <a:ext cx="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282" name="Google Shape;282;p16"/>
          <p:cNvGraphicFramePr/>
          <p:nvPr/>
        </p:nvGraphicFramePr>
        <p:xfrm>
          <a:off x="88232" y="13779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{933EC594-E3C4-4DB9-988B-F647399F5CF9}</a:tableStyleId>
              </a:tblPr>
              <a:tblGrid>
                <a:gridCol w="1670375"/>
                <a:gridCol w="1670375"/>
                <a:gridCol w="1670375"/>
                <a:gridCol w="1670375"/>
              </a:tblGrid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06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1)</a:t>
                      </a:r>
                      <a:r>
                        <a:rPr lang="en-GB" sz="1200"/>
                        <a:t> Recall the correct angle facts needed.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2)</a:t>
                      </a:r>
                      <a:r>
                        <a:rPr lang="en-GB" sz="1200"/>
                        <a:t> Check for </a:t>
                      </a:r>
                      <a:r>
                        <a:rPr b="1" lang="en-GB" sz="1200"/>
                        <a:t>equal angles </a:t>
                      </a:r>
                      <a:r>
                        <a:rPr lang="en-GB" sz="1200"/>
                        <a:t>if it is an </a:t>
                      </a:r>
                      <a:r>
                        <a:rPr b="1" lang="en-GB" sz="1200"/>
                        <a:t>Isosceles trapezium</a:t>
                      </a:r>
                      <a:r>
                        <a:rPr lang="en-GB" sz="1200"/>
                        <a:t>. Check for </a:t>
                      </a:r>
                      <a:r>
                        <a:rPr b="1" lang="en-GB" sz="1200"/>
                        <a:t>co-interior angles</a:t>
                      </a:r>
                      <a:r>
                        <a:rPr lang="en-GB" sz="1200"/>
                        <a:t>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3) </a:t>
                      </a:r>
                      <a:r>
                        <a:rPr lang="en-GB" sz="1200"/>
                        <a:t>Apply angle facts to find the other missing angles.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283" name="Google Shape;283;p16"/>
          <p:cNvCxnSpPr/>
          <p:nvPr/>
        </p:nvCxnSpPr>
        <p:spPr>
          <a:xfrm>
            <a:off x="2594401" y="3194557"/>
            <a:ext cx="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4" name="Google Shape;284;p16"/>
          <p:cNvSpPr txBox="1"/>
          <p:nvPr/>
        </p:nvSpPr>
        <p:spPr>
          <a:xfrm>
            <a:off x="1993692" y="1097785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4 - I do…</a:t>
            </a:r>
            <a:endParaRPr/>
          </a:p>
        </p:txBody>
      </p:sp>
      <p:sp>
        <p:nvSpPr>
          <p:cNvPr id="285" name="Google Shape;285;p16"/>
          <p:cNvSpPr txBox="1"/>
          <p:nvPr/>
        </p:nvSpPr>
        <p:spPr>
          <a:xfrm>
            <a:off x="5182757" y="1110031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6 – You do…</a:t>
            </a:r>
            <a:endParaRPr/>
          </a:p>
        </p:txBody>
      </p:sp>
      <p:sp>
        <p:nvSpPr>
          <p:cNvPr id="286" name="Google Shape;286;p16"/>
          <p:cNvSpPr txBox="1"/>
          <p:nvPr/>
        </p:nvSpPr>
        <p:spPr>
          <a:xfrm>
            <a:off x="3517184" y="1105472"/>
            <a:ext cx="160917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5 - We do…</a:t>
            </a:r>
            <a:endParaRPr/>
          </a:p>
        </p:txBody>
      </p:sp>
      <p:sp>
        <p:nvSpPr>
          <p:cNvPr id="287" name="Google Shape;287;p16"/>
          <p:cNvSpPr txBox="1"/>
          <p:nvPr/>
        </p:nvSpPr>
        <p:spPr>
          <a:xfrm>
            <a:off x="1707682" y="4683515"/>
            <a:ext cx="501035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4. Calculate any missing angles in the trapeziums below. Be careful – not all of these are isosceles.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8" name="Google Shape;288;p16"/>
          <p:cNvPicPr preferRelativeResize="0"/>
          <p:nvPr/>
        </p:nvPicPr>
        <p:blipFill rotWithShape="1">
          <a:blip r:embed="rId3">
            <a:alphaModFix/>
          </a:blip>
          <a:srcRect b="0" l="0" r="6591" t="3902"/>
          <a:stretch/>
        </p:blipFill>
        <p:spPr>
          <a:xfrm>
            <a:off x="1823637" y="2082047"/>
            <a:ext cx="1468396" cy="1012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16322" y="2062048"/>
            <a:ext cx="1020344" cy="1700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06143" y="2125710"/>
            <a:ext cx="1562229" cy="8074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16"/>
          <p:cNvPicPr preferRelativeResize="0"/>
          <p:nvPr/>
        </p:nvPicPr>
        <p:blipFill rotWithShape="1">
          <a:blip r:embed="rId6">
            <a:alphaModFix/>
          </a:blip>
          <a:srcRect b="0" l="0" r="4143" t="15906"/>
          <a:stretch/>
        </p:blipFill>
        <p:spPr>
          <a:xfrm>
            <a:off x="4971841" y="7649289"/>
            <a:ext cx="1383721" cy="938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58407" y="7664529"/>
            <a:ext cx="1517553" cy="8540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9045" y="5395469"/>
            <a:ext cx="1446179" cy="822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681306" y="5447336"/>
            <a:ext cx="1446179" cy="702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924126" y="5416573"/>
            <a:ext cx="1479152" cy="825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83023" y="7579379"/>
            <a:ext cx="852237" cy="1176228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6"/>
          <p:cNvSpPr txBox="1"/>
          <p:nvPr/>
        </p:nvSpPr>
        <p:spPr>
          <a:xfrm>
            <a:off x="2177699" y="2139028"/>
            <a:ext cx="140970" cy="276999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-8695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98" name="Google Shape;298;p16"/>
          <p:cNvSpPr txBox="1"/>
          <p:nvPr/>
        </p:nvSpPr>
        <p:spPr>
          <a:xfrm>
            <a:off x="2735023" y="2116463"/>
            <a:ext cx="140970" cy="276999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-8695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99" name="Google Shape;299;p16"/>
          <p:cNvSpPr txBox="1"/>
          <p:nvPr/>
        </p:nvSpPr>
        <p:spPr>
          <a:xfrm>
            <a:off x="2936953" y="2676317"/>
            <a:ext cx="140970" cy="276999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-7825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00" name="Google Shape;300;p16"/>
          <p:cNvSpPr txBox="1"/>
          <p:nvPr/>
        </p:nvSpPr>
        <p:spPr>
          <a:xfrm>
            <a:off x="4657589" y="2540953"/>
            <a:ext cx="140970" cy="276999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-8695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01" name="Google Shape;301;p16"/>
          <p:cNvSpPr txBox="1"/>
          <p:nvPr/>
        </p:nvSpPr>
        <p:spPr>
          <a:xfrm>
            <a:off x="3684887" y="2540953"/>
            <a:ext cx="140970" cy="276999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-8333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02" name="Google Shape;302;p16"/>
          <p:cNvSpPr txBox="1"/>
          <p:nvPr/>
        </p:nvSpPr>
        <p:spPr>
          <a:xfrm>
            <a:off x="3948298" y="2204440"/>
            <a:ext cx="140970" cy="276999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0" l="0" r="-7825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03" name="Google Shape;303;p16"/>
          <p:cNvSpPr txBox="1"/>
          <p:nvPr/>
        </p:nvSpPr>
        <p:spPr>
          <a:xfrm>
            <a:off x="5511885" y="2568994"/>
            <a:ext cx="140970" cy="276999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0" l="0" r="-8695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04" name="Google Shape;304;p16"/>
          <p:cNvSpPr txBox="1"/>
          <p:nvPr/>
        </p:nvSpPr>
        <p:spPr>
          <a:xfrm>
            <a:off x="5511885" y="2881856"/>
            <a:ext cx="140970" cy="276999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-9130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05" name="Google Shape;305;p16"/>
          <p:cNvSpPr txBox="1"/>
          <p:nvPr/>
        </p:nvSpPr>
        <p:spPr>
          <a:xfrm>
            <a:off x="6049241" y="2171247"/>
            <a:ext cx="140970" cy="276999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0" l="0" r="-8260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06" name="Google Shape;306;p16"/>
          <p:cNvSpPr/>
          <p:nvPr/>
        </p:nvSpPr>
        <p:spPr>
          <a:xfrm>
            <a:off x="30141" y="57628"/>
            <a:ext cx="6014442" cy="20721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be able to identify and calculate missing angles in isosceles trapeziums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6"/>
          <p:cNvSpPr/>
          <p:nvPr/>
        </p:nvSpPr>
        <p:spPr>
          <a:xfrm>
            <a:off x="88232" y="4753190"/>
            <a:ext cx="1589582" cy="2501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308" name="Google Shape;308;p16"/>
          <p:cNvSpPr txBox="1"/>
          <p:nvPr/>
        </p:nvSpPr>
        <p:spPr>
          <a:xfrm>
            <a:off x="966225" y="361068"/>
            <a:ext cx="4647689" cy="30777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 angles in an isosceles trapezium are equal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6"/>
          <p:cNvSpPr txBox="1"/>
          <p:nvPr/>
        </p:nvSpPr>
        <p:spPr>
          <a:xfrm>
            <a:off x="966225" y="741206"/>
            <a:ext cx="4647689" cy="307777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-17308" l="0" r="0" t="-1923"/>
            </a:stretch>
          </a:blip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aphicFrame>
        <p:nvGraphicFramePr>
          <p:cNvPr id="310" name="Google Shape;310;p16"/>
          <p:cNvGraphicFramePr/>
          <p:nvPr/>
        </p:nvGraphicFramePr>
        <p:xfrm>
          <a:off x="90755" y="511340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{933EC594-E3C4-4DB9-988B-F647399F5CF9}</a:tableStyleId>
              </a:tblPr>
              <a:tblGrid>
                <a:gridCol w="2209100"/>
                <a:gridCol w="2209100"/>
                <a:gridCol w="2209100"/>
              </a:tblGrid>
              <a:tr h="25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65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38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1" sz="1200">
                        <a:solidFill>
                          <a:schemeClr val="dk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1" name="Google Shape;311;p16"/>
          <p:cNvSpPr txBox="1"/>
          <p:nvPr/>
        </p:nvSpPr>
        <p:spPr>
          <a:xfrm>
            <a:off x="1823637" y="3422469"/>
            <a:ext cx="1468396" cy="923330"/>
          </a:xfrm>
          <a:prstGeom prst="rect">
            <a:avLst/>
          </a:pr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12" name="Google Shape;312;p16"/>
          <p:cNvSpPr txBox="1"/>
          <p:nvPr/>
        </p:nvSpPr>
        <p:spPr>
          <a:xfrm>
            <a:off x="3543779" y="3464369"/>
            <a:ext cx="1468396" cy="923330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13" name="Google Shape;313;p16"/>
          <p:cNvSpPr txBox="1"/>
          <p:nvPr/>
        </p:nvSpPr>
        <p:spPr>
          <a:xfrm>
            <a:off x="5034466" y="3642221"/>
            <a:ext cx="1468396" cy="923330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14" name="Google Shape;314;p16"/>
          <p:cNvSpPr txBox="1"/>
          <p:nvPr/>
        </p:nvSpPr>
        <p:spPr>
          <a:xfrm>
            <a:off x="416645" y="6281891"/>
            <a:ext cx="1468396" cy="923330"/>
          </a:xfrm>
          <a:prstGeom prst="rect">
            <a:avLst/>
          </a:prstGeom>
          <a:blipFill rotWithShape="1">
            <a:blip r:embed="rId2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15" name="Google Shape;315;p16"/>
          <p:cNvSpPr txBox="1"/>
          <p:nvPr/>
        </p:nvSpPr>
        <p:spPr>
          <a:xfrm>
            <a:off x="2701208" y="6281891"/>
            <a:ext cx="1468396" cy="646331"/>
          </a:xfrm>
          <a:prstGeom prst="rect">
            <a:avLst/>
          </a:prstGeom>
          <a:blipFill rotWithShape="1">
            <a:blip r:embed="rId24">
              <a:alphaModFix/>
            </a:blip>
            <a:stretch>
              <a:fillRect b="-2805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16" name="Google Shape;316;p16"/>
          <p:cNvSpPr txBox="1"/>
          <p:nvPr/>
        </p:nvSpPr>
        <p:spPr>
          <a:xfrm>
            <a:off x="4917017" y="6372813"/>
            <a:ext cx="1468396" cy="646331"/>
          </a:xfrm>
          <a:prstGeom prst="rect">
            <a:avLst/>
          </a:prstGeom>
          <a:blipFill rotWithShape="1">
            <a:blip r:embed="rId25">
              <a:alphaModFix/>
            </a:blip>
            <a:stretch>
              <a:fillRect b="-377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17" name="Google Shape;317;p16"/>
          <p:cNvSpPr txBox="1"/>
          <p:nvPr/>
        </p:nvSpPr>
        <p:spPr>
          <a:xfrm>
            <a:off x="476828" y="8775351"/>
            <a:ext cx="1468396" cy="646331"/>
          </a:xfrm>
          <a:prstGeom prst="rect">
            <a:avLst/>
          </a:prstGeom>
          <a:blipFill rotWithShape="1">
            <a:blip r:embed="rId26">
              <a:alphaModFix/>
            </a:blip>
            <a:stretch>
              <a:fillRect b="-283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18" name="Google Shape;318;p16"/>
          <p:cNvSpPr txBox="1"/>
          <p:nvPr/>
        </p:nvSpPr>
        <p:spPr>
          <a:xfrm>
            <a:off x="2805508" y="8719167"/>
            <a:ext cx="1468396" cy="646331"/>
          </a:xfrm>
          <a:prstGeom prst="rect">
            <a:avLst/>
          </a:prstGeom>
          <a:blipFill rotWithShape="1">
            <a:blip r:embed="rId27">
              <a:alphaModFix/>
            </a:blip>
            <a:stretch>
              <a:fillRect b="-377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19" name="Google Shape;319;p16"/>
          <p:cNvSpPr txBox="1"/>
          <p:nvPr/>
        </p:nvSpPr>
        <p:spPr>
          <a:xfrm>
            <a:off x="4912776" y="8518594"/>
            <a:ext cx="1468396" cy="923330"/>
          </a:xfrm>
          <a:prstGeom prst="rect">
            <a:avLst/>
          </a:prstGeom>
          <a:blipFill rotWithShape="1">
            <a:blip r:embed="rId2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20" name="Google Shape;320;p16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6" name="Google Shape;326;p17"/>
          <p:cNvGraphicFramePr/>
          <p:nvPr/>
        </p:nvGraphicFramePr>
        <p:xfrm>
          <a:off x="126487" y="443198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{933EC594-E3C4-4DB9-988B-F647399F5CF9}</a:tableStyleId>
              </a:tblPr>
              <a:tblGrid>
                <a:gridCol w="2209100"/>
                <a:gridCol w="2209100"/>
                <a:gridCol w="2209100"/>
              </a:tblGrid>
              <a:tr h="25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1" sz="1200">
                        <a:solidFill>
                          <a:schemeClr val="dk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327" name="Google Shape;327;p17"/>
          <p:cNvCxnSpPr/>
          <p:nvPr/>
        </p:nvCxnSpPr>
        <p:spPr>
          <a:xfrm>
            <a:off x="905788" y="2027045"/>
            <a:ext cx="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328" name="Google Shape;328;p17"/>
          <p:cNvGraphicFramePr/>
          <p:nvPr/>
        </p:nvGraphicFramePr>
        <p:xfrm>
          <a:off x="107529" y="58267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{933EC594-E3C4-4DB9-988B-F647399F5CF9}</a:tableStyleId>
              </a:tblPr>
              <a:tblGrid>
                <a:gridCol w="1670375"/>
                <a:gridCol w="1670375"/>
                <a:gridCol w="1670375"/>
                <a:gridCol w="1670375"/>
              </a:tblGrid>
              <a:tr h="232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Calculate the missing angle x.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Calculate the missing angle z.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Calculate the missing angle y.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62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1) Recall the correct angle fact. </a:t>
                      </a:r>
                      <a:endParaRPr/>
                    </a:p>
                    <a:p>
                      <a:pPr indent="-1524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2)</a:t>
                      </a:r>
                      <a:r>
                        <a:rPr lang="en-GB" sz="1200"/>
                        <a:t> Check for </a:t>
                      </a:r>
                      <a:r>
                        <a:rPr b="1" lang="en-GB" sz="1200"/>
                        <a:t>co-interior </a:t>
                      </a:r>
                      <a:r>
                        <a:rPr lang="en-GB" sz="1200"/>
                        <a:t>angles.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3) </a:t>
                      </a:r>
                      <a:r>
                        <a:rPr lang="en-GB" sz="1200"/>
                        <a:t>Subtract the sum of existing angles from the total.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329" name="Google Shape;329;p17"/>
          <p:cNvCxnSpPr/>
          <p:nvPr/>
        </p:nvCxnSpPr>
        <p:spPr>
          <a:xfrm>
            <a:off x="2592716" y="2105667"/>
            <a:ext cx="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0" name="Google Shape;330;p17"/>
          <p:cNvSpPr txBox="1"/>
          <p:nvPr/>
        </p:nvSpPr>
        <p:spPr>
          <a:xfrm>
            <a:off x="1898975" y="317993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7 - I do…</a:t>
            </a:r>
            <a:endParaRPr/>
          </a:p>
        </p:txBody>
      </p:sp>
      <p:sp>
        <p:nvSpPr>
          <p:cNvPr id="331" name="Google Shape;331;p17"/>
          <p:cNvSpPr txBox="1"/>
          <p:nvPr/>
        </p:nvSpPr>
        <p:spPr>
          <a:xfrm>
            <a:off x="5202054" y="314792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9 – You do…</a:t>
            </a:r>
            <a:endParaRPr/>
          </a:p>
        </p:txBody>
      </p:sp>
      <p:sp>
        <p:nvSpPr>
          <p:cNvPr id="332" name="Google Shape;332;p17"/>
          <p:cNvSpPr txBox="1"/>
          <p:nvPr/>
        </p:nvSpPr>
        <p:spPr>
          <a:xfrm>
            <a:off x="3423693" y="307986"/>
            <a:ext cx="160917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8 - We do…</a:t>
            </a:r>
            <a:endParaRPr/>
          </a:p>
        </p:txBody>
      </p:sp>
      <p:sp>
        <p:nvSpPr>
          <p:cNvPr id="333" name="Google Shape;333;p17"/>
          <p:cNvSpPr txBox="1"/>
          <p:nvPr/>
        </p:nvSpPr>
        <p:spPr>
          <a:xfrm>
            <a:off x="1104049" y="4077574"/>
            <a:ext cx="553441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5. Calculate the missing angles in the right-angled trapeziums below: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4" name="Google Shape;33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67176" y="1055904"/>
            <a:ext cx="992723" cy="1667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62358" y="1053224"/>
            <a:ext cx="1483936" cy="1172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29863" y="1063331"/>
            <a:ext cx="1654725" cy="724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2308" y="4740514"/>
            <a:ext cx="1584055" cy="1017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631665" y="4740514"/>
            <a:ext cx="1584055" cy="9620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9" name="Google Shape;339;p17"/>
          <p:cNvGrpSpPr/>
          <p:nvPr/>
        </p:nvGrpSpPr>
        <p:grpSpPr>
          <a:xfrm>
            <a:off x="5129863" y="4740514"/>
            <a:ext cx="983494" cy="1367139"/>
            <a:chOff x="5129863" y="4659978"/>
            <a:chExt cx="1303228" cy="1719586"/>
          </a:xfrm>
        </p:grpSpPr>
        <p:pic>
          <p:nvPicPr>
            <p:cNvPr id="340" name="Google Shape;340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rot="-5400000">
              <a:off x="4921684" y="4868157"/>
              <a:ext cx="1719586" cy="13032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1" name="Google Shape;341;p17"/>
            <p:cNvSpPr/>
            <p:nvPr/>
          </p:nvSpPr>
          <p:spPr>
            <a:xfrm>
              <a:off x="5982321" y="4998195"/>
              <a:ext cx="301506" cy="289871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-20512" r="-10256" t="0"/>
              </a:stretch>
            </a:blip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342" name="Google Shape;342;p17"/>
            <p:cNvSpPr/>
            <p:nvPr/>
          </p:nvSpPr>
          <p:spPr>
            <a:xfrm>
              <a:off x="5481432" y="5202102"/>
              <a:ext cx="275635" cy="247235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-2778" r="0" t="0"/>
              </a:stretch>
            </a:blip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sp>
        <p:nvSpPr>
          <p:cNvPr id="343" name="Google Shape;343;p17"/>
          <p:cNvSpPr txBox="1"/>
          <p:nvPr/>
        </p:nvSpPr>
        <p:spPr>
          <a:xfrm>
            <a:off x="2044637" y="1831330"/>
            <a:ext cx="140970" cy="276999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-79167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44" name="Google Shape;344;p17"/>
          <p:cNvSpPr txBox="1"/>
          <p:nvPr/>
        </p:nvSpPr>
        <p:spPr>
          <a:xfrm>
            <a:off x="5972387" y="1164517"/>
            <a:ext cx="140970" cy="276999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-8695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45" name="Google Shape;345;p17"/>
          <p:cNvSpPr txBox="1"/>
          <p:nvPr/>
        </p:nvSpPr>
        <p:spPr>
          <a:xfrm>
            <a:off x="3933073" y="1608018"/>
            <a:ext cx="140970" cy="276999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-8260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46" name="Google Shape;346;p17"/>
          <p:cNvSpPr/>
          <p:nvPr/>
        </p:nvSpPr>
        <p:spPr>
          <a:xfrm>
            <a:off x="30141" y="57628"/>
            <a:ext cx="6014442" cy="20721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be able to identify and calculate missing angles in right-angled trapeziums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7"/>
          <p:cNvSpPr/>
          <p:nvPr/>
        </p:nvSpPr>
        <p:spPr>
          <a:xfrm>
            <a:off x="106519" y="3890841"/>
            <a:ext cx="1015817" cy="405009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348" name="Google Shape;348;p17"/>
          <p:cNvSpPr txBox="1"/>
          <p:nvPr/>
        </p:nvSpPr>
        <p:spPr>
          <a:xfrm>
            <a:off x="416645" y="6281891"/>
            <a:ext cx="1468396" cy="369332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49" name="Google Shape;349;p17"/>
          <p:cNvSpPr txBox="1"/>
          <p:nvPr/>
        </p:nvSpPr>
        <p:spPr>
          <a:xfrm>
            <a:off x="2689494" y="6281891"/>
            <a:ext cx="1468396" cy="369332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50" name="Google Shape;350;p17"/>
          <p:cNvSpPr txBox="1"/>
          <p:nvPr/>
        </p:nvSpPr>
        <p:spPr>
          <a:xfrm>
            <a:off x="4962343" y="6330961"/>
            <a:ext cx="1468396" cy="369332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51" name="Google Shape;351;p17"/>
          <p:cNvSpPr txBox="1"/>
          <p:nvPr/>
        </p:nvSpPr>
        <p:spPr>
          <a:xfrm>
            <a:off x="1832014" y="2858166"/>
            <a:ext cx="1468396" cy="369332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52" name="Google Shape;352;p17"/>
          <p:cNvSpPr txBox="1"/>
          <p:nvPr/>
        </p:nvSpPr>
        <p:spPr>
          <a:xfrm>
            <a:off x="3529339" y="2910236"/>
            <a:ext cx="1468396" cy="369332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53" name="Google Shape;353;p17"/>
          <p:cNvSpPr txBox="1"/>
          <p:nvPr/>
        </p:nvSpPr>
        <p:spPr>
          <a:xfrm>
            <a:off x="5316192" y="2849120"/>
            <a:ext cx="1468396" cy="369332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-655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354" name="Google Shape;354;p17"/>
          <p:cNvGrpSpPr/>
          <p:nvPr/>
        </p:nvGrpSpPr>
        <p:grpSpPr>
          <a:xfrm>
            <a:off x="741082" y="7507256"/>
            <a:ext cx="1375550" cy="1148449"/>
            <a:chOff x="741082" y="7507256"/>
            <a:chExt cx="1375550" cy="1148449"/>
          </a:xfrm>
        </p:grpSpPr>
        <p:grpSp>
          <p:nvGrpSpPr>
            <p:cNvPr id="355" name="Google Shape;355;p17"/>
            <p:cNvGrpSpPr/>
            <p:nvPr/>
          </p:nvGrpSpPr>
          <p:grpSpPr>
            <a:xfrm>
              <a:off x="741082" y="7660127"/>
              <a:ext cx="1207247" cy="842706"/>
              <a:chOff x="741082" y="7660127"/>
              <a:chExt cx="1207247" cy="842706"/>
            </a:xfrm>
          </p:grpSpPr>
          <p:sp>
            <p:nvSpPr>
              <p:cNvPr id="356" name="Google Shape;356;p17"/>
              <p:cNvSpPr/>
              <p:nvPr/>
            </p:nvSpPr>
            <p:spPr>
              <a:xfrm>
                <a:off x="741082" y="7661835"/>
                <a:ext cx="1207247" cy="839290"/>
              </a:xfrm>
              <a:custGeom>
                <a:rect b="b" l="l" r="r" t="t"/>
                <a:pathLst>
                  <a:path extrusionOk="0" h="839290" w="1207247">
                    <a:moveTo>
                      <a:pt x="0" y="839290"/>
                    </a:moveTo>
                    <a:cubicBezTo>
                      <a:pt x="722" y="559527"/>
                      <a:pt x="1445" y="279763"/>
                      <a:pt x="2167" y="0"/>
                    </a:cubicBezTo>
                    <a:lnTo>
                      <a:pt x="865941" y="0"/>
                    </a:lnTo>
                    <a:lnTo>
                      <a:pt x="1207247" y="839290"/>
                    </a:lnTo>
                    <a:lnTo>
                      <a:pt x="0" y="839290"/>
                    </a:lnTo>
                    <a:close/>
                  </a:path>
                </a:pathLst>
              </a:cu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" name="Google Shape;357;p17"/>
              <p:cNvSpPr/>
              <p:nvPr/>
            </p:nvSpPr>
            <p:spPr>
              <a:xfrm>
                <a:off x="741082" y="7660127"/>
                <a:ext cx="103870" cy="94911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" name="Google Shape;358;p17"/>
              <p:cNvSpPr/>
              <p:nvPr/>
            </p:nvSpPr>
            <p:spPr>
              <a:xfrm>
                <a:off x="741082" y="8407922"/>
                <a:ext cx="103870" cy="94911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9" name="Google Shape;359;p17"/>
            <p:cNvSpPr/>
            <p:nvPr/>
          </p:nvSpPr>
          <p:spPr>
            <a:xfrm>
              <a:off x="1435734" y="7507256"/>
              <a:ext cx="336606" cy="307451"/>
            </a:xfrm>
            <a:prstGeom prst="pie">
              <a:avLst>
                <a:gd fmla="val 4019904" name="adj1"/>
                <a:gd fmla="val 10740233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17"/>
            <p:cNvSpPr/>
            <p:nvPr/>
          </p:nvSpPr>
          <p:spPr>
            <a:xfrm>
              <a:off x="1780026" y="8348254"/>
              <a:ext cx="336606" cy="307451"/>
            </a:xfrm>
            <a:prstGeom prst="pie">
              <a:avLst>
                <a:gd fmla="val 14815330" name="adj1"/>
                <a:gd fmla="val 10740233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1" name="Google Shape;361;p17"/>
          <p:cNvGrpSpPr/>
          <p:nvPr/>
        </p:nvGrpSpPr>
        <p:grpSpPr>
          <a:xfrm rot="-3552483">
            <a:off x="2752353" y="7473701"/>
            <a:ext cx="1375550" cy="1148449"/>
            <a:chOff x="741082" y="7507256"/>
            <a:chExt cx="1375550" cy="1148449"/>
          </a:xfrm>
        </p:grpSpPr>
        <p:grpSp>
          <p:nvGrpSpPr>
            <p:cNvPr id="362" name="Google Shape;362;p17"/>
            <p:cNvGrpSpPr/>
            <p:nvPr/>
          </p:nvGrpSpPr>
          <p:grpSpPr>
            <a:xfrm>
              <a:off x="741082" y="7660127"/>
              <a:ext cx="1207247" cy="842706"/>
              <a:chOff x="741082" y="7660127"/>
              <a:chExt cx="1207247" cy="842706"/>
            </a:xfrm>
          </p:grpSpPr>
          <p:sp>
            <p:nvSpPr>
              <p:cNvPr id="363" name="Google Shape;363;p17"/>
              <p:cNvSpPr/>
              <p:nvPr/>
            </p:nvSpPr>
            <p:spPr>
              <a:xfrm>
                <a:off x="741082" y="7661835"/>
                <a:ext cx="1207247" cy="839290"/>
              </a:xfrm>
              <a:custGeom>
                <a:rect b="b" l="l" r="r" t="t"/>
                <a:pathLst>
                  <a:path extrusionOk="0" h="839290" w="1207247">
                    <a:moveTo>
                      <a:pt x="0" y="839290"/>
                    </a:moveTo>
                    <a:cubicBezTo>
                      <a:pt x="722" y="559527"/>
                      <a:pt x="1445" y="279763"/>
                      <a:pt x="2167" y="0"/>
                    </a:cubicBezTo>
                    <a:lnTo>
                      <a:pt x="865941" y="0"/>
                    </a:lnTo>
                    <a:lnTo>
                      <a:pt x="1207247" y="839290"/>
                    </a:lnTo>
                    <a:lnTo>
                      <a:pt x="0" y="839290"/>
                    </a:lnTo>
                    <a:close/>
                  </a:path>
                </a:pathLst>
              </a:cu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" name="Google Shape;364;p17"/>
              <p:cNvSpPr/>
              <p:nvPr/>
            </p:nvSpPr>
            <p:spPr>
              <a:xfrm>
                <a:off x="741082" y="7660127"/>
                <a:ext cx="103870" cy="94911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" name="Google Shape;365;p17"/>
              <p:cNvSpPr/>
              <p:nvPr/>
            </p:nvSpPr>
            <p:spPr>
              <a:xfrm>
                <a:off x="741082" y="8407922"/>
                <a:ext cx="103870" cy="94911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66" name="Google Shape;366;p17"/>
            <p:cNvSpPr/>
            <p:nvPr/>
          </p:nvSpPr>
          <p:spPr>
            <a:xfrm>
              <a:off x="1435734" y="7507256"/>
              <a:ext cx="336606" cy="307451"/>
            </a:xfrm>
            <a:prstGeom prst="pie">
              <a:avLst>
                <a:gd fmla="val 10839374" name="adj1"/>
                <a:gd fmla="val 4124756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17"/>
            <p:cNvSpPr/>
            <p:nvPr/>
          </p:nvSpPr>
          <p:spPr>
            <a:xfrm>
              <a:off x="1780026" y="8348254"/>
              <a:ext cx="336606" cy="307451"/>
            </a:xfrm>
            <a:prstGeom prst="pie">
              <a:avLst>
                <a:gd fmla="val 10874703" name="adj1"/>
                <a:gd fmla="val 14905089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8" name="Google Shape;368;p17"/>
          <p:cNvGrpSpPr/>
          <p:nvPr/>
        </p:nvGrpSpPr>
        <p:grpSpPr>
          <a:xfrm flipH="1" rot="-5400000">
            <a:off x="5234427" y="7411432"/>
            <a:ext cx="1338996" cy="1148449"/>
            <a:chOff x="741082" y="7507256"/>
            <a:chExt cx="1375550" cy="1148449"/>
          </a:xfrm>
        </p:grpSpPr>
        <p:grpSp>
          <p:nvGrpSpPr>
            <p:cNvPr id="369" name="Google Shape;369;p17"/>
            <p:cNvGrpSpPr/>
            <p:nvPr/>
          </p:nvGrpSpPr>
          <p:grpSpPr>
            <a:xfrm>
              <a:off x="741082" y="7660127"/>
              <a:ext cx="1207247" cy="842706"/>
              <a:chOff x="741082" y="7660127"/>
              <a:chExt cx="1207247" cy="842706"/>
            </a:xfrm>
          </p:grpSpPr>
          <p:sp>
            <p:nvSpPr>
              <p:cNvPr id="370" name="Google Shape;370;p17"/>
              <p:cNvSpPr/>
              <p:nvPr/>
            </p:nvSpPr>
            <p:spPr>
              <a:xfrm>
                <a:off x="741082" y="7661835"/>
                <a:ext cx="1207247" cy="839290"/>
              </a:xfrm>
              <a:custGeom>
                <a:rect b="b" l="l" r="r" t="t"/>
                <a:pathLst>
                  <a:path extrusionOk="0" h="839290" w="1207247">
                    <a:moveTo>
                      <a:pt x="0" y="839290"/>
                    </a:moveTo>
                    <a:cubicBezTo>
                      <a:pt x="722" y="559527"/>
                      <a:pt x="1445" y="279763"/>
                      <a:pt x="2167" y="0"/>
                    </a:cubicBezTo>
                    <a:lnTo>
                      <a:pt x="865941" y="0"/>
                    </a:lnTo>
                    <a:lnTo>
                      <a:pt x="1207247" y="839290"/>
                    </a:lnTo>
                    <a:lnTo>
                      <a:pt x="0" y="839290"/>
                    </a:lnTo>
                    <a:close/>
                  </a:path>
                </a:pathLst>
              </a:cu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" name="Google Shape;371;p17"/>
              <p:cNvSpPr/>
              <p:nvPr/>
            </p:nvSpPr>
            <p:spPr>
              <a:xfrm>
                <a:off x="741082" y="7660127"/>
                <a:ext cx="103870" cy="94911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" name="Google Shape;372;p17"/>
              <p:cNvSpPr/>
              <p:nvPr/>
            </p:nvSpPr>
            <p:spPr>
              <a:xfrm>
                <a:off x="741082" y="8407922"/>
                <a:ext cx="103870" cy="94911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73" name="Google Shape;373;p17"/>
            <p:cNvSpPr/>
            <p:nvPr/>
          </p:nvSpPr>
          <p:spPr>
            <a:xfrm>
              <a:off x="1435734" y="7507256"/>
              <a:ext cx="336606" cy="307451"/>
            </a:xfrm>
            <a:prstGeom prst="pie">
              <a:avLst>
                <a:gd fmla="val 10839374" name="adj1"/>
                <a:gd fmla="val 4124756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17"/>
            <p:cNvSpPr/>
            <p:nvPr/>
          </p:nvSpPr>
          <p:spPr>
            <a:xfrm>
              <a:off x="1780026" y="8348254"/>
              <a:ext cx="336606" cy="307451"/>
            </a:xfrm>
            <a:prstGeom prst="pie">
              <a:avLst>
                <a:gd fmla="val 14815330" name="adj1"/>
                <a:gd fmla="val 10740233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5" name="Google Shape;375;p17"/>
          <p:cNvSpPr txBox="1"/>
          <p:nvPr/>
        </p:nvSpPr>
        <p:spPr>
          <a:xfrm>
            <a:off x="1314830" y="7755301"/>
            <a:ext cx="331685" cy="276999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76" name="Google Shape;376;p17"/>
          <p:cNvSpPr txBox="1"/>
          <p:nvPr/>
        </p:nvSpPr>
        <p:spPr>
          <a:xfrm>
            <a:off x="1760643" y="8629228"/>
            <a:ext cx="331685" cy="276999"/>
          </a:xfrm>
          <a:prstGeom prst="rect">
            <a:avLst/>
          </a:prstGeom>
          <a:blipFill rotWithShape="1">
            <a:blip r:embed="rId20">
              <a:alphaModFix/>
            </a:blip>
            <a:stretch>
              <a:fillRect b="0" l="0" r="-3888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77" name="Google Shape;377;p17"/>
          <p:cNvSpPr txBox="1"/>
          <p:nvPr/>
        </p:nvSpPr>
        <p:spPr>
          <a:xfrm>
            <a:off x="2804965" y="7411432"/>
            <a:ext cx="331685" cy="276999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78" name="Google Shape;378;p17"/>
          <p:cNvSpPr txBox="1"/>
          <p:nvPr/>
        </p:nvSpPr>
        <p:spPr>
          <a:xfrm>
            <a:off x="3464275" y="7781524"/>
            <a:ext cx="331685" cy="276999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0" l="0" r="-1090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79" name="Google Shape;379;p17"/>
          <p:cNvSpPr txBox="1"/>
          <p:nvPr/>
        </p:nvSpPr>
        <p:spPr>
          <a:xfrm>
            <a:off x="6306777" y="8587204"/>
            <a:ext cx="331685" cy="276999"/>
          </a:xfrm>
          <a:prstGeom prst="rect">
            <a:avLst/>
          </a:prstGeom>
          <a:blipFill rotWithShape="1">
            <a:blip r:embed="rId23">
              <a:alphaModFix/>
            </a:blip>
            <a:stretch>
              <a:fillRect b="0" l="0" r="-3888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80" name="Google Shape;380;p17"/>
          <p:cNvSpPr txBox="1"/>
          <p:nvPr/>
        </p:nvSpPr>
        <p:spPr>
          <a:xfrm>
            <a:off x="5024970" y="8128669"/>
            <a:ext cx="331685" cy="276999"/>
          </a:xfrm>
          <a:prstGeom prst="rect">
            <a:avLst/>
          </a:prstGeom>
          <a:blipFill rotWithShape="1">
            <a:blip r:embed="rId2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81" name="Google Shape;381;p17"/>
          <p:cNvSpPr txBox="1"/>
          <p:nvPr/>
        </p:nvSpPr>
        <p:spPr>
          <a:xfrm>
            <a:off x="281720" y="8842633"/>
            <a:ext cx="1468396" cy="369332"/>
          </a:xfrm>
          <a:prstGeom prst="rect">
            <a:avLst/>
          </a:prstGeom>
          <a:blipFill rotWithShape="1">
            <a:blip r:embed="rId2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82" name="Google Shape;382;p17"/>
          <p:cNvSpPr txBox="1"/>
          <p:nvPr/>
        </p:nvSpPr>
        <p:spPr>
          <a:xfrm>
            <a:off x="2554569" y="8842633"/>
            <a:ext cx="1468396" cy="369332"/>
          </a:xfrm>
          <a:prstGeom prst="rect">
            <a:avLst/>
          </a:prstGeom>
          <a:blipFill rotWithShape="1">
            <a:blip r:embed="rId2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83" name="Google Shape;383;p17"/>
          <p:cNvSpPr txBox="1"/>
          <p:nvPr/>
        </p:nvSpPr>
        <p:spPr>
          <a:xfrm>
            <a:off x="4827418" y="8891703"/>
            <a:ext cx="1468396" cy="369332"/>
          </a:xfrm>
          <a:prstGeom prst="rect">
            <a:avLst/>
          </a:prstGeom>
          <a:blipFill rotWithShape="1">
            <a:blip r:embed="rId2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84" name="Google Shape;384;p17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" name="Google Shape;389;p18"/>
          <p:cNvGrpSpPr/>
          <p:nvPr/>
        </p:nvGrpSpPr>
        <p:grpSpPr>
          <a:xfrm>
            <a:off x="2726898" y="4191484"/>
            <a:ext cx="1416384" cy="1855818"/>
            <a:chOff x="235437" y="3329755"/>
            <a:chExt cx="1703648" cy="2561747"/>
          </a:xfrm>
        </p:grpSpPr>
        <p:grpSp>
          <p:nvGrpSpPr>
            <p:cNvPr id="390" name="Google Shape;390;p18"/>
            <p:cNvGrpSpPr/>
            <p:nvPr/>
          </p:nvGrpSpPr>
          <p:grpSpPr>
            <a:xfrm>
              <a:off x="235437" y="3329755"/>
              <a:ext cx="1703648" cy="2561747"/>
              <a:chOff x="2496377" y="3237670"/>
              <a:chExt cx="1703648" cy="2561747"/>
            </a:xfrm>
          </p:grpSpPr>
          <p:pic>
            <p:nvPicPr>
              <p:cNvPr descr="Kite" id="391" name="Google Shape;391;p1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538571" y="3332402"/>
                <a:ext cx="1635906" cy="236543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92" name="Google Shape;392;p18"/>
              <p:cNvSpPr/>
              <p:nvPr/>
            </p:nvSpPr>
            <p:spPr>
              <a:xfrm>
                <a:off x="3269568" y="3237670"/>
                <a:ext cx="177147" cy="318330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" name="Google Shape;393;p18"/>
              <p:cNvSpPr/>
              <p:nvPr/>
            </p:nvSpPr>
            <p:spPr>
              <a:xfrm>
                <a:off x="4022878" y="4057320"/>
                <a:ext cx="177147" cy="318330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" name="Google Shape;394;p18"/>
              <p:cNvSpPr/>
              <p:nvPr/>
            </p:nvSpPr>
            <p:spPr>
              <a:xfrm>
                <a:off x="3269974" y="5481087"/>
                <a:ext cx="177147" cy="318330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5" name="Google Shape;395;p18"/>
              <p:cNvSpPr/>
              <p:nvPr/>
            </p:nvSpPr>
            <p:spPr>
              <a:xfrm>
                <a:off x="2496377" y="4110298"/>
                <a:ext cx="177147" cy="318330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96" name="Google Shape;396;p18"/>
            <p:cNvSpPr/>
            <p:nvPr/>
          </p:nvSpPr>
          <p:spPr>
            <a:xfrm>
              <a:off x="576271" y="4236260"/>
              <a:ext cx="334806" cy="186521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-25000" l="0" r="0" t="-29167"/>
              </a:stretch>
            </a:blip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397" name="Google Shape;397;p18"/>
            <p:cNvSpPr/>
            <p:nvPr/>
          </p:nvSpPr>
          <p:spPr>
            <a:xfrm>
              <a:off x="1435836" y="4245886"/>
              <a:ext cx="172835" cy="20624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-22222" l="-115387" r="-88463" t="-3703"/>
              </a:stretch>
            </a:blip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398" name="Google Shape;398;p18"/>
            <p:cNvSpPr/>
            <p:nvPr/>
          </p:nvSpPr>
          <p:spPr>
            <a:xfrm>
              <a:off x="1012940" y="5091859"/>
              <a:ext cx="172835" cy="20624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-44444" l="-34615" r="-7692" t="0"/>
              </a:stretch>
            </a:blip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399" name="Google Shape;399;p18"/>
            <p:cNvSpPr/>
            <p:nvPr/>
          </p:nvSpPr>
          <p:spPr>
            <a:xfrm>
              <a:off x="959565" y="3824303"/>
              <a:ext cx="267709" cy="186521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-32001" l="-38461" r="-10255" t="-24001"/>
              </a:stretch>
            </a:blip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cxnSp>
        <p:nvCxnSpPr>
          <p:cNvPr id="400" name="Google Shape;400;p18"/>
          <p:cNvCxnSpPr/>
          <p:nvPr/>
        </p:nvCxnSpPr>
        <p:spPr>
          <a:xfrm>
            <a:off x="885820" y="2466097"/>
            <a:ext cx="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401" name="Google Shape;401;p18"/>
          <p:cNvGraphicFramePr/>
          <p:nvPr/>
        </p:nvGraphicFramePr>
        <p:xfrm>
          <a:off x="87561" y="10217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{933EC594-E3C4-4DB9-988B-F647399F5CF9}</a:tableStyleId>
              </a:tblPr>
              <a:tblGrid>
                <a:gridCol w="1670375"/>
                <a:gridCol w="1670375"/>
                <a:gridCol w="1670375"/>
                <a:gridCol w="1670375"/>
              </a:tblGrid>
              <a:tr h="232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Calculate the missing angle x.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Calculate the missing angle z.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Calculate the missing angle y.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62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1) Recall the correct angle fact. </a:t>
                      </a:r>
                      <a:endParaRPr/>
                    </a:p>
                    <a:p>
                      <a:pPr indent="-1524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2)</a:t>
                      </a:r>
                      <a:r>
                        <a:rPr lang="en-GB" sz="1200"/>
                        <a:t> Check for equal opposite angles.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3) </a:t>
                      </a:r>
                      <a:r>
                        <a:rPr lang="en-GB" sz="1200"/>
                        <a:t>Subtract the sum of existing angles from the total.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02" name="Google Shape;402;p18"/>
          <p:cNvSpPr txBox="1"/>
          <p:nvPr/>
        </p:nvSpPr>
        <p:spPr>
          <a:xfrm>
            <a:off x="1879007" y="757045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10 - I do…</a:t>
            </a:r>
            <a:endParaRPr/>
          </a:p>
        </p:txBody>
      </p:sp>
      <p:sp>
        <p:nvSpPr>
          <p:cNvPr id="403" name="Google Shape;403;p18"/>
          <p:cNvSpPr txBox="1"/>
          <p:nvPr/>
        </p:nvSpPr>
        <p:spPr>
          <a:xfrm>
            <a:off x="5182086" y="753844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12 – You do…</a:t>
            </a:r>
            <a:endParaRPr/>
          </a:p>
        </p:txBody>
      </p:sp>
      <p:sp>
        <p:nvSpPr>
          <p:cNvPr id="404" name="Google Shape;404;p18"/>
          <p:cNvSpPr txBox="1"/>
          <p:nvPr/>
        </p:nvSpPr>
        <p:spPr>
          <a:xfrm>
            <a:off x="3403725" y="747038"/>
            <a:ext cx="160917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11 - We do…</a:t>
            </a:r>
            <a:endParaRPr/>
          </a:p>
        </p:txBody>
      </p:sp>
      <p:pic>
        <p:nvPicPr>
          <p:cNvPr id="405" name="Google Shape;405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854788" y="1525458"/>
            <a:ext cx="1515052" cy="969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84874" y="1515975"/>
            <a:ext cx="1181342" cy="12225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595443" y="1516786"/>
            <a:ext cx="1225742" cy="12776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8" name="Google Shape;408;p18"/>
          <p:cNvGrpSpPr/>
          <p:nvPr/>
        </p:nvGrpSpPr>
        <p:grpSpPr>
          <a:xfrm>
            <a:off x="585681" y="4228772"/>
            <a:ext cx="1416384" cy="1855818"/>
            <a:chOff x="235437" y="3329755"/>
            <a:chExt cx="1703648" cy="2561747"/>
          </a:xfrm>
        </p:grpSpPr>
        <p:grpSp>
          <p:nvGrpSpPr>
            <p:cNvPr id="409" name="Google Shape;409;p18"/>
            <p:cNvGrpSpPr/>
            <p:nvPr/>
          </p:nvGrpSpPr>
          <p:grpSpPr>
            <a:xfrm>
              <a:off x="235437" y="3329755"/>
              <a:ext cx="1703648" cy="2561747"/>
              <a:chOff x="2496377" y="3237670"/>
              <a:chExt cx="1703648" cy="2561747"/>
            </a:xfrm>
          </p:grpSpPr>
          <p:pic>
            <p:nvPicPr>
              <p:cNvPr descr="Kite" id="410" name="Google Shape;410;p1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538571" y="3332402"/>
                <a:ext cx="1635906" cy="236543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11" name="Google Shape;411;p18"/>
              <p:cNvSpPr/>
              <p:nvPr/>
            </p:nvSpPr>
            <p:spPr>
              <a:xfrm>
                <a:off x="3269568" y="3237670"/>
                <a:ext cx="177147" cy="318330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" name="Google Shape;412;p18"/>
              <p:cNvSpPr/>
              <p:nvPr/>
            </p:nvSpPr>
            <p:spPr>
              <a:xfrm>
                <a:off x="4022878" y="4057320"/>
                <a:ext cx="177147" cy="318330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" name="Google Shape;413;p18"/>
              <p:cNvSpPr/>
              <p:nvPr/>
            </p:nvSpPr>
            <p:spPr>
              <a:xfrm>
                <a:off x="3269974" y="5481087"/>
                <a:ext cx="177147" cy="318330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" name="Google Shape;414;p18"/>
              <p:cNvSpPr/>
              <p:nvPr/>
            </p:nvSpPr>
            <p:spPr>
              <a:xfrm>
                <a:off x="2496377" y="4110298"/>
                <a:ext cx="177147" cy="318330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15" name="Google Shape;415;p18"/>
            <p:cNvSpPr/>
            <p:nvPr/>
          </p:nvSpPr>
          <p:spPr>
            <a:xfrm>
              <a:off x="576271" y="4236260"/>
              <a:ext cx="334806" cy="186521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-32001" l="-40426" r="-17022" t="-24001"/>
              </a:stretch>
            </a:blip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416" name="Google Shape;416;p18"/>
            <p:cNvSpPr/>
            <p:nvPr/>
          </p:nvSpPr>
          <p:spPr>
            <a:xfrm>
              <a:off x="1435836" y="4245886"/>
              <a:ext cx="172835" cy="206240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-15386" l="-24000" r="0" t="0"/>
              </a:stretch>
            </a:blip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417" name="Google Shape;417;p18"/>
            <p:cNvSpPr/>
            <p:nvPr/>
          </p:nvSpPr>
          <p:spPr>
            <a:xfrm>
              <a:off x="1012940" y="5091859"/>
              <a:ext cx="172835" cy="20624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-44444" l="-34615" r="-7692" t="0"/>
              </a:stretch>
            </a:blip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418" name="Google Shape;418;p18"/>
            <p:cNvSpPr/>
            <p:nvPr/>
          </p:nvSpPr>
          <p:spPr>
            <a:xfrm>
              <a:off x="959565" y="3824303"/>
              <a:ext cx="267709" cy="186521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-32001" l="-39474" r="-13158" t="-24001"/>
              </a:stretch>
            </a:blip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419" name="Google Shape;419;p18"/>
          <p:cNvGrpSpPr/>
          <p:nvPr/>
        </p:nvGrpSpPr>
        <p:grpSpPr>
          <a:xfrm>
            <a:off x="4988495" y="4262741"/>
            <a:ext cx="1416384" cy="1855818"/>
            <a:chOff x="4944227" y="3394245"/>
            <a:chExt cx="1703648" cy="2561747"/>
          </a:xfrm>
        </p:grpSpPr>
        <p:grpSp>
          <p:nvGrpSpPr>
            <p:cNvPr id="420" name="Google Shape;420;p18"/>
            <p:cNvGrpSpPr/>
            <p:nvPr/>
          </p:nvGrpSpPr>
          <p:grpSpPr>
            <a:xfrm rot="10800000">
              <a:off x="4944227" y="3394245"/>
              <a:ext cx="1703648" cy="2561747"/>
              <a:chOff x="2496377" y="3237670"/>
              <a:chExt cx="1703648" cy="2561747"/>
            </a:xfrm>
          </p:grpSpPr>
          <p:pic>
            <p:nvPicPr>
              <p:cNvPr descr="Kite" id="421" name="Google Shape;421;p1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538570" y="3332402"/>
                <a:ext cx="1635907" cy="236543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22" name="Google Shape;422;p18"/>
              <p:cNvSpPr/>
              <p:nvPr/>
            </p:nvSpPr>
            <p:spPr>
              <a:xfrm>
                <a:off x="3269568" y="3237670"/>
                <a:ext cx="177147" cy="318330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" name="Google Shape;423;p18"/>
              <p:cNvSpPr/>
              <p:nvPr/>
            </p:nvSpPr>
            <p:spPr>
              <a:xfrm>
                <a:off x="4022878" y="4057320"/>
                <a:ext cx="177147" cy="318330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" name="Google Shape;424;p18"/>
              <p:cNvSpPr/>
              <p:nvPr/>
            </p:nvSpPr>
            <p:spPr>
              <a:xfrm>
                <a:off x="3269974" y="5481087"/>
                <a:ext cx="177147" cy="318330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" name="Google Shape;425;p18"/>
              <p:cNvSpPr/>
              <p:nvPr/>
            </p:nvSpPr>
            <p:spPr>
              <a:xfrm>
                <a:off x="2496377" y="4110298"/>
                <a:ext cx="177147" cy="318330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26" name="Google Shape;426;p18"/>
            <p:cNvSpPr/>
            <p:nvPr/>
          </p:nvSpPr>
          <p:spPr>
            <a:xfrm rot="10800000">
              <a:off x="5257508" y="4825862"/>
              <a:ext cx="203128" cy="199710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0" l="0" r="-13332" t="-15386"/>
              </a:stretch>
            </a:blip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427" name="Google Shape;427;p18"/>
            <p:cNvSpPr/>
            <p:nvPr/>
          </p:nvSpPr>
          <p:spPr>
            <a:xfrm>
              <a:off x="6131465" y="4794593"/>
              <a:ext cx="172835" cy="206240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-49999" l="-34615" r="-7692" t="0"/>
              </a:stretch>
            </a:blip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428" name="Google Shape;428;p18"/>
            <p:cNvSpPr/>
            <p:nvPr/>
          </p:nvSpPr>
          <p:spPr>
            <a:xfrm>
              <a:off x="5684610" y="3994626"/>
              <a:ext cx="253045" cy="268859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-8824" l="-40541" r="-13514" t="-5882"/>
              </a:stretch>
            </a:blip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429" name="Google Shape;429;p18"/>
            <p:cNvSpPr/>
            <p:nvPr/>
          </p:nvSpPr>
          <p:spPr>
            <a:xfrm>
              <a:off x="5686253" y="5245062"/>
              <a:ext cx="267709" cy="186521"/>
            </a:xfrm>
            <a:prstGeom prst="rect">
              <a:avLst/>
            </a:prstGeom>
            <a:blipFill rotWithShape="1">
              <a:blip r:embed="rId17">
                <a:alphaModFix/>
              </a:blip>
              <a:stretch>
                <a:fillRect b="-33334" l="-39474" r="-10525" t="-29167"/>
              </a:stretch>
            </a:blip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430" name="Google Shape;430;p18"/>
          <p:cNvGrpSpPr/>
          <p:nvPr/>
        </p:nvGrpSpPr>
        <p:grpSpPr>
          <a:xfrm>
            <a:off x="595469" y="7091634"/>
            <a:ext cx="1418546" cy="1696841"/>
            <a:chOff x="195327" y="6623341"/>
            <a:chExt cx="1703648" cy="2561747"/>
          </a:xfrm>
        </p:grpSpPr>
        <p:grpSp>
          <p:nvGrpSpPr>
            <p:cNvPr id="431" name="Google Shape;431;p18"/>
            <p:cNvGrpSpPr/>
            <p:nvPr/>
          </p:nvGrpSpPr>
          <p:grpSpPr>
            <a:xfrm>
              <a:off x="195327" y="6623341"/>
              <a:ext cx="1703648" cy="2561747"/>
              <a:chOff x="2496377" y="3237670"/>
              <a:chExt cx="1703648" cy="2561747"/>
            </a:xfrm>
          </p:grpSpPr>
          <p:pic>
            <p:nvPicPr>
              <p:cNvPr descr="Kite" id="432" name="Google Shape;432;p1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538570" y="3332402"/>
                <a:ext cx="1635907" cy="236543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33" name="Google Shape;433;p18"/>
              <p:cNvSpPr/>
              <p:nvPr/>
            </p:nvSpPr>
            <p:spPr>
              <a:xfrm>
                <a:off x="3269568" y="3237670"/>
                <a:ext cx="177147" cy="318330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" name="Google Shape;434;p18"/>
              <p:cNvSpPr/>
              <p:nvPr/>
            </p:nvSpPr>
            <p:spPr>
              <a:xfrm>
                <a:off x="4022878" y="4057320"/>
                <a:ext cx="177147" cy="318330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" name="Google Shape;435;p18"/>
              <p:cNvSpPr/>
              <p:nvPr/>
            </p:nvSpPr>
            <p:spPr>
              <a:xfrm>
                <a:off x="3269974" y="5481087"/>
                <a:ext cx="177147" cy="318330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" name="Google Shape;436;p18"/>
              <p:cNvSpPr/>
              <p:nvPr/>
            </p:nvSpPr>
            <p:spPr>
              <a:xfrm>
                <a:off x="2496377" y="4110298"/>
                <a:ext cx="177147" cy="318330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37" name="Google Shape;437;p18"/>
            <p:cNvSpPr/>
            <p:nvPr/>
          </p:nvSpPr>
          <p:spPr>
            <a:xfrm rot="10800000">
              <a:off x="515558" y="7573784"/>
              <a:ext cx="203128" cy="199710"/>
            </a:xfrm>
            <a:prstGeom prst="rect">
              <a:avLst/>
            </a:prstGeom>
            <a:blipFill rotWithShape="1">
              <a:blip r:embed="rId18">
                <a:alphaModFix/>
              </a:blip>
              <a:stretch>
                <a:fillRect b="0" l="0" r="-13332" t="-26088"/>
              </a:stretch>
            </a:blip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438" name="Google Shape;438;p18"/>
            <p:cNvSpPr/>
            <p:nvPr/>
          </p:nvSpPr>
          <p:spPr>
            <a:xfrm>
              <a:off x="1399282" y="7555080"/>
              <a:ext cx="172834" cy="206241"/>
            </a:xfrm>
            <a:prstGeom prst="rect">
              <a:avLst/>
            </a:prstGeom>
            <a:blipFill rotWithShape="1">
              <a:blip r:embed="rId19">
                <a:alphaModFix/>
              </a:blip>
              <a:stretch>
                <a:fillRect b="-58333" l="-34615" r="-7692" t="0"/>
              </a:stretch>
            </a:blip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439" name="Google Shape;439;p18"/>
            <p:cNvSpPr/>
            <p:nvPr/>
          </p:nvSpPr>
          <p:spPr>
            <a:xfrm>
              <a:off x="965110" y="7133623"/>
              <a:ext cx="197227" cy="142612"/>
            </a:xfrm>
            <a:prstGeom prst="rect">
              <a:avLst/>
            </a:prstGeom>
            <a:blipFill rotWithShape="1">
              <a:blip r:embed="rId20">
                <a:alphaModFix/>
              </a:blip>
              <a:stretch>
                <a:fillRect b="-70587" l="-68966" r="-31034" t="-58823"/>
              </a:stretch>
            </a:blip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440" name="Google Shape;440;p18"/>
            <p:cNvSpPr/>
            <p:nvPr/>
          </p:nvSpPr>
          <p:spPr>
            <a:xfrm>
              <a:off x="911077" y="8357951"/>
              <a:ext cx="267709" cy="186521"/>
            </a:xfrm>
            <a:prstGeom prst="rect">
              <a:avLst/>
            </a:prstGeom>
            <a:blipFill rotWithShape="1">
              <a:blip r:embed="rId21">
                <a:alphaModFix/>
              </a:blip>
              <a:stretch>
                <a:fillRect b="-40909" l="-35896" r="-10255" t="-36364"/>
              </a:stretch>
            </a:blip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441" name="Google Shape;441;p18"/>
          <p:cNvGrpSpPr/>
          <p:nvPr/>
        </p:nvGrpSpPr>
        <p:grpSpPr>
          <a:xfrm>
            <a:off x="2694452" y="7074873"/>
            <a:ext cx="1418546" cy="1696841"/>
            <a:chOff x="2504700" y="6612558"/>
            <a:chExt cx="1703648" cy="2561747"/>
          </a:xfrm>
        </p:grpSpPr>
        <p:grpSp>
          <p:nvGrpSpPr>
            <p:cNvPr id="442" name="Google Shape;442;p18"/>
            <p:cNvGrpSpPr/>
            <p:nvPr/>
          </p:nvGrpSpPr>
          <p:grpSpPr>
            <a:xfrm>
              <a:off x="2504700" y="6612558"/>
              <a:ext cx="1703648" cy="2561747"/>
              <a:chOff x="2496377" y="3237670"/>
              <a:chExt cx="1703648" cy="2561747"/>
            </a:xfrm>
          </p:grpSpPr>
          <p:pic>
            <p:nvPicPr>
              <p:cNvPr descr="Kite" id="443" name="Google Shape;443;p1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538570" y="3332402"/>
                <a:ext cx="1635907" cy="236543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44" name="Google Shape;444;p18"/>
              <p:cNvSpPr/>
              <p:nvPr/>
            </p:nvSpPr>
            <p:spPr>
              <a:xfrm>
                <a:off x="3269568" y="3237670"/>
                <a:ext cx="177147" cy="318330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445;p18"/>
              <p:cNvSpPr/>
              <p:nvPr/>
            </p:nvSpPr>
            <p:spPr>
              <a:xfrm>
                <a:off x="4022878" y="4057320"/>
                <a:ext cx="177147" cy="318330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" name="Google Shape;446;p18"/>
              <p:cNvSpPr/>
              <p:nvPr/>
            </p:nvSpPr>
            <p:spPr>
              <a:xfrm>
                <a:off x="3269974" y="5481087"/>
                <a:ext cx="177147" cy="318330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" name="Google Shape;447;p18"/>
              <p:cNvSpPr/>
              <p:nvPr/>
            </p:nvSpPr>
            <p:spPr>
              <a:xfrm>
                <a:off x="2496377" y="4110298"/>
                <a:ext cx="177147" cy="318330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48" name="Google Shape;448;p18"/>
            <p:cNvSpPr/>
            <p:nvPr/>
          </p:nvSpPr>
          <p:spPr>
            <a:xfrm rot="10800000">
              <a:off x="2812398" y="7530646"/>
              <a:ext cx="203128" cy="199710"/>
            </a:xfrm>
            <a:prstGeom prst="rect">
              <a:avLst/>
            </a:prstGeom>
            <a:blipFill rotWithShape="1">
              <a:blip r:embed="rId22">
                <a:alphaModFix/>
              </a:blip>
              <a:stretch>
                <a:fillRect b="0" l="0" r="-13332" t="-20833"/>
              </a:stretch>
            </a:blip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449" name="Google Shape;449;p18"/>
            <p:cNvSpPr/>
            <p:nvPr/>
          </p:nvSpPr>
          <p:spPr>
            <a:xfrm>
              <a:off x="3727625" y="7524115"/>
              <a:ext cx="172834" cy="206241"/>
            </a:xfrm>
            <a:prstGeom prst="rect">
              <a:avLst/>
            </a:prstGeom>
            <a:blipFill rotWithShape="1">
              <a:blip r:embed="rId19">
                <a:alphaModFix/>
              </a:blip>
              <a:stretch>
                <a:fillRect b="-58333" l="-34615" r="-7692" t="0"/>
              </a:stretch>
            </a:blip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450" name="Google Shape;450;p18"/>
            <p:cNvSpPr/>
            <p:nvPr/>
          </p:nvSpPr>
          <p:spPr>
            <a:xfrm>
              <a:off x="3292526" y="7119773"/>
              <a:ext cx="197227" cy="142612"/>
            </a:xfrm>
            <a:prstGeom prst="rect">
              <a:avLst/>
            </a:prstGeom>
            <a:blipFill rotWithShape="1">
              <a:blip r:embed="rId23">
                <a:alphaModFix/>
              </a:blip>
              <a:stretch>
                <a:fillRect b="-70587" l="-68966" r="-31034" t="-58823"/>
              </a:stretch>
            </a:blip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451" name="Google Shape;451;p18"/>
            <p:cNvSpPr/>
            <p:nvPr/>
          </p:nvSpPr>
          <p:spPr>
            <a:xfrm>
              <a:off x="3238458" y="8298447"/>
              <a:ext cx="267708" cy="186521"/>
            </a:xfrm>
            <a:prstGeom prst="rect">
              <a:avLst/>
            </a:prstGeom>
            <a:blipFill rotWithShape="1">
              <a:blip r:embed="rId24">
                <a:alphaModFix/>
              </a:blip>
              <a:stretch>
                <a:fillRect b="-45455" l="-38461" r="-10255" t="-36364"/>
              </a:stretch>
            </a:blip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452" name="Google Shape;452;p18"/>
          <p:cNvGrpSpPr/>
          <p:nvPr/>
        </p:nvGrpSpPr>
        <p:grpSpPr>
          <a:xfrm>
            <a:off x="4951254" y="7052889"/>
            <a:ext cx="1418546" cy="1696841"/>
            <a:chOff x="4913798" y="6689590"/>
            <a:chExt cx="1703648" cy="2561747"/>
          </a:xfrm>
        </p:grpSpPr>
        <p:grpSp>
          <p:nvGrpSpPr>
            <p:cNvPr id="453" name="Google Shape;453;p18"/>
            <p:cNvGrpSpPr/>
            <p:nvPr/>
          </p:nvGrpSpPr>
          <p:grpSpPr>
            <a:xfrm rot="10800000">
              <a:off x="4913798" y="6689590"/>
              <a:ext cx="1703648" cy="2561747"/>
              <a:chOff x="2496377" y="3237670"/>
              <a:chExt cx="1703648" cy="2561747"/>
            </a:xfrm>
          </p:grpSpPr>
          <p:pic>
            <p:nvPicPr>
              <p:cNvPr descr="Kite" id="454" name="Google Shape;454;p1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538570" y="3332402"/>
                <a:ext cx="1635907" cy="236543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55" name="Google Shape;455;p18"/>
              <p:cNvSpPr/>
              <p:nvPr/>
            </p:nvSpPr>
            <p:spPr>
              <a:xfrm>
                <a:off x="3269568" y="3237670"/>
                <a:ext cx="177147" cy="318330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" name="Google Shape;456;p18"/>
              <p:cNvSpPr/>
              <p:nvPr/>
            </p:nvSpPr>
            <p:spPr>
              <a:xfrm>
                <a:off x="4022878" y="4057320"/>
                <a:ext cx="177147" cy="318330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" name="Google Shape;457;p18"/>
              <p:cNvSpPr/>
              <p:nvPr/>
            </p:nvSpPr>
            <p:spPr>
              <a:xfrm>
                <a:off x="3269974" y="5481087"/>
                <a:ext cx="177147" cy="318330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" name="Google Shape;458;p18"/>
              <p:cNvSpPr/>
              <p:nvPr/>
            </p:nvSpPr>
            <p:spPr>
              <a:xfrm>
                <a:off x="2496377" y="4110298"/>
                <a:ext cx="177147" cy="318330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59" name="Google Shape;459;p18"/>
            <p:cNvSpPr/>
            <p:nvPr/>
          </p:nvSpPr>
          <p:spPr>
            <a:xfrm rot="10800000">
              <a:off x="5666701" y="7252188"/>
              <a:ext cx="203128" cy="199710"/>
            </a:xfrm>
            <a:prstGeom prst="rect">
              <a:avLst/>
            </a:prstGeom>
            <a:blipFill rotWithShape="1">
              <a:blip r:embed="rId25">
                <a:alphaModFix/>
              </a:blip>
              <a:stretch>
                <a:fillRect b="0" l="0" r="-13332" t="-20833"/>
              </a:stretch>
            </a:blip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460" name="Google Shape;460;p18"/>
            <p:cNvSpPr/>
            <p:nvPr/>
          </p:nvSpPr>
          <p:spPr>
            <a:xfrm>
              <a:off x="5257507" y="8097491"/>
              <a:ext cx="172835" cy="206240"/>
            </a:xfrm>
            <a:prstGeom prst="rect">
              <a:avLst/>
            </a:prstGeom>
            <a:blipFill rotWithShape="1">
              <a:blip r:embed="rId26">
                <a:alphaModFix/>
              </a:blip>
              <a:stretch>
                <a:fillRect b="-58333" l="-34615" r="-7692" t="0"/>
              </a:stretch>
            </a:blip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461" name="Google Shape;461;p18"/>
            <p:cNvSpPr/>
            <p:nvPr/>
          </p:nvSpPr>
          <p:spPr>
            <a:xfrm>
              <a:off x="6077137" y="8161120"/>
              <a:ext cx="197226" cy="142612"/>
            </a:xfrm>
            <a:prstGeom prst="rect">
              <a:avLst/>
            </a:prstGeom>
            <a:blipFill rotWithShape="1">
              <a:blip r:embed="rId27">
                <a:alphaModFix/>
              </a:blip>
              <a:stretch>
                <a:fillRect b="-70587" l="-96553" r="-58621" t="-58823"/>
              </a:stretch>
            </a:blip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sp>
        <p:nvSpPr>
          <p:cNvPr id="462" name="Google Shape;462;p18"/>
          <p:cNvSpPr/>
          <p:nvPr/>
        </p:nvSpPr>
        <p:spPr>
          <a:xfrm>
            <a:off x="30141" y="57628"/>
            <a:ext cx="6014442" cy="20721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be able to identify and calculate missing angles in kites.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8"/>
          <p:cNvSpPr txBox="1"/>
          <p:nvPr/>
        </p:nvSpPr>
        <p:spPr>
          <a:xfrm>
            <a:off x="1091966" y="3858671"/>
            <a:ext cx="553441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6. Calculate the missing angles in the kites below: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8"/>
          <p:cNvSpPr/>
          <p:nvPr/>
        </p:nvSpPr>
        <p:spPr>
          <a:xfrm>
            <a:off x="108982" y="3621282"/>
            <a:ext cx="1015817" cy="405009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465" name="Google Shape;465;p18"/>
          <p:cNvSpPr txBox="1"/>
          <p:nvPr/>
        </p:nvSpPr>
        <p:spPr>
          <a:xfrm>
            <a:off x="752285" y="382149"/>
            <a:ext cx="5208478" cy="30777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a kite, the two angles are equal where the unequal sides meet</a:t>
            </a:r>
            <a:endParaRPr/>
          </a:p>
        </p:txBody>
      </p:sp>
      <p:graphicFrame>
        <p:nvGraphicFramePr>
          <p:cNvPr id="466" name="Google Shape;466;p18"/>
          <p:cNvGraphicFramePr/>
          <p:nvPr/>
        </p:nvGraphicFramePr>
        <p:xfrm>
          <a:off x="87561" y="40947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{933EC594-E3C4-4DB9-988B-F647399F5CF9}</a:tableStyleId>
              </a:tblPr>
              <a:tblGrid>
                <a:gridCol w="2209100"/>
                <a:gridCol w="2209100"/>
                <a:gridCol w="2209100"/>
              </a:tblGrid>
              <a:tr h="25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6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1" sz="1200">
                        <a:solidFill>
                          <a:schemeClr val="dk1"/>
                        </a:solidFill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67" name="Google Shape;467;p18"/>
          <p:cNvSpPr txBox="1"/>
          <p:nvPr/>
        </p:nvSpPr>
        <p:spPr>
          <a:xfrm>
            <a:off x="1827904" y="2705266"/>
            <a:ext cx="1468396" cy="646331"/>
          </a:xfrm>
          <a:prstGeom prst="rect">
            <a:avLst/>
          </a:prstGeom>
          <a:blipFill rotWithShape="1">
            <a:blip r:embed="rId28">
              <a:alphaModFix/>
            </a:blip>
            <a:stretch>
              <a:fillRect b="-283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68" name="Google Shape;468;p18"/>
          <p:cNvSpPr txBox="1"/>
          <p:nvPr/>
        </p:nvSpPr>
        <p:spPr>
          <a:xfrm>
            <a:off x="3578144" y="2777629"/>
            <a:ext cx="1468396" cy="646331"/>
          </a:xfrm>
          <a:prstGeom prst="rect">
            <a:avLst/>
          </a:prstGeom>
          <a:blipFill rotWithShape="1">
            <a:blip r:embed="rId29">
              <a:alphaModFix/>
            </a:blip>
            <a:stretch>
              <a:fillRect b="-283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69" name="Google Shape;469;p18"/>
          <p:cNvSpPr txBox="1"/>
          <p:nvPr/>
        </p:nvSpPr>
        <p:spPr>
          <a:xfrm>
            <a:off x="5185713" y="2887818"/>
            <a:ext cx="1468396" cy="646331"/>
          </a:xfrm>
          <a:prstGeom prst="rect">
            <a:avLst/>
          </a:prstGeom>
          <a:blipFill rotWithShape="1">
            <a:blip r:embed="rId30">
              <a:alphaModFix/>
            </a:blip>
            <a:stretch>
              <a:fillRect b="-283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70" name="Google Shape;470;p18"/>
          <p:cNvSpPr txBox="1"/>
          <p:nvPr/>
        </p:nvSpPr>
        <p:spPr>
          <a:xfrm>
            <a:off x="524346" y="6078616"/>
            <a:ext cx="1468396" cy="646331"/>
          </a:xfrm>
          <a:prstGeom prst="rect">
            <a:avLst/>
          </a:prstGeom>
          <a:blipFill rotWithShape="1">
            <a:blip r:embed="rId31">
              <a:alphaModFix/>
            </a:blip>
            <a:stretch>
              <a:fillRect b="-377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71" name="Google Shape;471;p18"/>
          <p:cNvSpPr txBox="1"/>
          <p:nvPr/>
        </p:nvSpPr>
        <p:spPr>
          <a:xfrm>
            <a:off x="2651058" y="6108200"/>
            <a:ext cx="1468396" cy="646331"/>
          </a:xfrm>
          <a:prstGeom prst="rect">
            <a:avLst/>
          </a:prstGeom>
          <a:blipFill rotWithShape="1">
            <a:blip r:embed="rId32">
              <a:alphaModFix/>
            </a:blip>
            <a:stretch>
              <a:fillRect b="-377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72" name="Google Shape;472;p18"/>
          <p:cNvSpPr txBox="1"/>
          <p:nvPr/>
        </p:nvSpPr>
        <p:spPr>
          <a:xfrm>
            <a:off x="4951038" y="6146909"/>
            <a:ext cx="1468396" cy="646331"/>
          </a:xfrm>
          <a:prstGeom prst="rect">
            <a:avLst/>
          </a:prstGeom>
          <a:blipFill rotWithShape="1">
            <a:blip r:embed="rId33">
              <a:alphaModFix/>
            </a:blip>
            <a:stretch>
              <a:fillRect b="-377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73" name="Google Shape;473;p18"/>
          <p:cNvSpPr txBox="1"/>
          <p:nvPr/>
        </p:nvSpPr>
        <p:spPr>
          <a:xfrm>
            <a:off x="460030" y="8907440"/>
            <a:ext cx="1468396" cy="646331"/>
          </a:xfrm>
          <a:prstGeom prst="rect">
            <a:avLst/>
          </a:prstGeom>
          <a:blipFill rotWithShape="1">
            <a:blip r:embed="rId34">
              <a:alphaModFix/>
            </a:blip>
            <a:stretch>
              <a:fillRect b="-377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74" name="Google Shape;474;p18"/>
          <p:cNvSpPr txBox="1"/>
          <p:nvPr/>
        </p:nvSpPr>
        <p:spPr>
          <a:xfrm>
            <a:off x="2554273" y="8861431"/>
            <a:ext cx="1468396" cy="646331"/>
          </a:xfrm>
          <a:prstGeom prst="rect">
            <a:avLst/>
          </a:prstGeom>
          <a:blipFill rotWithShape="1">
            <a:blip r:embed="rId35">
              <a:alphaModFix/>
            </a:blip>
            <a:stretch>
              <a:fillRect b="-283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75" name="Google Shape;475;p18"/>
          <p:cNvSpPr/>
          <p:nvPr/>
        </p:nvSpPr>
        <p:spPr>
          <a:xfrm>
            <a:off x="5614446" y="8295841"/>
            <a:ext cx="143911" cy="136609"/>
          </a:xfrm>
          <a:prstGeom prst="rect">
            <a:avLst/>
          </a:prstGeom>
          <a:blipFill rotWithShape="1">
            <a:blip r:embed="rId36">
              <a:alphaModFix/>
            </a:blip>
            <a:stretch>
              <a:fillRect b="-33333" l="-84616" r="-57691" t="-12499"/>
            </a:stretch>
          </a:blip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76" name="Google Shape;476;p18"/>
          <p:cNvSpPr txBox="1"/>
          <p:nvPr/>
        </p:nvSpPr>
        <p:spPr>
          <a:xfrm>
            <a:off x="5004197" y="8828990"/>
            <a:ext cx="1468396" cy="646331"/>
          </a:xfrm>
          <a:prstGeom prst="rect">
            <a:avLst/>
          </a:prstGeom>
          <a:blipFill rotWithShape="1">
            <a:blip r:embed="rId37">
              <a:alphaModFix/>
            </a:blip>
            <a:stretch>
              <a:fillRect b="-377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77" name="Google Shape;477;p18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2" name="Google Shape;482;p19"/>
          <p:cNvGrpSpPr/>
          <p:nvPr/>
        </p:nvGrpSpPr>
        <p:grpSpPr>
          <a:xfrm>
            <a:off x="0" y="163018"/>
            <a:ext cx="6779619" cy="9352647"/>
            <a:chOff x="0" y="0"/>
            <a:chExt cx="6779619" cy="9618336"/>
          </a:xfrm>
        </p:grpSpPr>
        <p:grpSp>
          <p:nvGrpSpPr>
            <p:cNvPr id="483" name="Google Shape;483;p19"/>
            <p:cNvGrpSpPr/>
            <p:nvPr/>
          </p:nvGrpSpPr>
          <p:grpSpPr>
            <a:xfrm>
              <a:off x="0" y="0"/>
              <a:ext cx="6779619" cy="9618336"/>
              <a:chOff x="0" y="0"/>
              <a:chExt cx="6779619" cy="9618336"/>
            </a:xfrm>
          </p:grpSpPr>
          <p:grpSp>
            <p:nvGrpSpPr>
              <p:cNvPr id="484" name="Google Shape;484;p19"/>
              <p:cNvGrpSpPr/>
              <p:nvPr/>
            </p:nvGrpSpPr>
            <p:grpSpPr>
              <a:xfrm>
                <a:off x="0" y="0"/>
                <a:ext cx="6779619" cy="9618336"/>
                <a:chOff x="0" y="0"/>
                <a:chExt cx="6779619" cy="9618336"/>
              </a:xfrm>
            </p:grpSpPr>
            <p:pic>
              <p:nvPicPr>
                <p:cNvPr id="485" name="Google Shape;485;p19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3452" l="3025" r="4130" t="4979"/>
                <a:stretch/>
              </p:blipFill>
              <p:spPr>
                <a:xfrm>
                  <a:off x="0" y="0"/>
                  <a:ext cx="4984291" cy="635329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486" name="Google Shape;486;p19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47240" l="3025" r="4130" t="5293"/>
                <a:stretch/>
              </p:blipFill>
              <p:spPr>
                <a:xfrm>
                  <a:off x="0" y="6324938"/>
                  <a:ext cx="4984291" cy="329339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487" name="Google Shape;487;p19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43762" l="7910" r="58113" t="4980"/>
                <a:stretch/>
              </p:blipFill>
              <p:spPr>
                <a:xfrm>
                  <a:off x="4955623" y="6051659"/>
                  <a:ext cx="1823994" cy="355651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488" name="Google Shape;488;p19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5410" l="7910" r="58113" t="5294"/>
                <a:stretch/>
              </p:blipFill>
              <p:spPr>
                <a:xfrm>
                  <a:off x="4955623" y="21772"/>
                  <a:ext cx="1823996" cy="619568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cxnSp>
            <p:nvCxnSpPr>
              <p:cNvPr id="489" name="Google Shape;489;p19"/>
              <p:cNvCxnSpPr/>
              <p:nvPr/>
            </p:nvCxnSpPr>
            <p:spPr>
              <a:xfrm flipH="1">
                <a:off x="3749040" y="16476"/>
                <a:ext cx="3175" cy="9564404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90" name="Google Shape;490;p19"/>
              <p:cNvCxnSpPr/>
              <p:nvPr/>
            </p:nvCxnSpPr>
            <p:spPr>
              <a:xfrm flipH="1">
                <a:off x="3474720" y="16476"/>
                <a:ext cx="17897" cy="9574564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91" name="Google Shape;491;p19"/>
              <p:cNvCxnSpPr/>
              <p:nvPr/>
            </p:nvCxnSpPr>
            <p:spPr>
              <a:xfrm>
                <a:off x="289103" y="24219"/>
                <a:ext cx="5537" cy="9566821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492" name="Google Shape;492;p19"/>
            <p:cNvSpPr/>
            <p:nvPr/>
          </p:nvSpPr>
          <p:spPr>
            <a:xfrm>
              <a:off x="0" y="11614"/>
              <a:ext cx="6779617" cy="78120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493" name="Google Shape;493;p19"/>
          <p:cNvGraphicFramePr/>
          <p:nvPr/>
        </p:nvGraphicFramePr>
        <p:xfrm>
          <a:off x="264218" y="29562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{933EC594-E3C4-4DB9-988B-F647399F5CF9}</a:tableStyleId>
              </a:tblPr>
              <a:tblGrid>
                <a:gridCol w="3219450"/>
                <a:gridCol w="3219450"/>
              </a:tblGrid>
              <a:tr h="45720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Question 7.  The diagram ABCD shows a quadrilateral with its sides extended.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Show that this quadrilateral is a kite.</a:t>
                      </a:r>
                      <a:endParaRPr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203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325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74325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862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494" name="Google Shape;49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7918" y="1133109"/>
            <a:ext cx="3010947" cy="2742795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19"/>
          <p:cNvSpPr txBox="1"/>
          <p:nvPr/>
        </p:nvSpPr>
        <p:spPr>
          <a:xfrm>
            <a:off x="3219138" y="1096688"/>
            <a:ext cx="3530305" cy="255454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496" name="Google Shape;496;p19"/>
          <p:cNvGrpSpPr/>
          <p:nvPr/>
        </p:nvGrpSpPr>
        <p:grpSpPr>
          <a:xfrm>
            <a:off x="4338379" y="5127450"/>
            <a:ext cx="1416384" cy="1855818"/>
            <a:chOff x="235437" y="3329755"/>
            <a:chExt cx="1703648" cy="2561747"/>
          </a:xfrm>
        </p:grpSpPr>
        <p:grpSp>
          <p:nvGrpSpPr>
            <p:cNvPr id="497" name="Google Shape;497;p19"/>
            <p:cNvGrpSpPr/>
            <p:nvPr/>
          </p:nvGrpSpPr>
          <p:grpSpPr>
            <a:xfrm>
              <a:off x="235437" y="3329755"/>
              <a:ext cx="1703648" cy="2561747"/>
              <a:chOff x="2496377" y="3237670"/>
              <a:chExt cx="1703648" cy="2561747"/>
            </a:xfrm>
          </p:grpSpPr>
          <p:pic>
            <p:nvPicPr>
              <p:cNvPr descr="Kite" id="498" name="Google Shape;498;p19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2538571" y="3332402"/>
                <a:ext cx="1635906" cy="2365433"/>
              </a:xfrm>
              <a:prstGeom prst="rect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pic>
          <p:sp>
            <p:nvSpPr>
              <p:cNvPr id="499" name="Google Shape;499;p19"/>
              <p:cNvSpPr/>
              <p:nvPr/>
            </p:nvSpPr>
            <p:spPr>
              <a:xfrm>
                <a:off x="3269568" y="3237670"/>
                <a:ext cx="177147" cy="318330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" name="Google Shape;500;p19"/>
              <p:cNvSpPr/>
              <p:nvPr/>
            </p:nvSpPr>
            <p:spPr>
              <a:xfrm>
                <a:off x="4022878" y="4057320"/>
                <a:ext cx="177147" cy="318330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1" name="Google Shape;501;p19"/>
              <p:cNvSpPr/>
              <p:nvPr/>
            </p:nvSpPr>
            <p:spPr>
              <a:xfrm>
                <a:off x="3269974" y="5481087"/>
                <a:ext cx="177147" cy="318330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" name="Google Shape;502;p19"/>
              <p:cNvSpPr/>
              <p:nvPr/>
            </p:nvSpPr>
            <p:spPr>
              <a:xfrm>
                <a:off x="2496377" y="4110298"/>
                <a:ext cx="177147" cy="318330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03" name="Google Shape;503;p19"/>
            <p:cNvSpPr/>
            <p:nvPr/>
          </p:nvSpPr>
          <p:spPr>
            <a:xfrm>
              <a:off x="959565" y="3824303"/>
              <a:ext cx="267709" cy="186521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-33334" l="-35896" r="-10255" t="-29167"/>
              </a:stretch>
            </a:blip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504" name="Google Shape;504;p19"/>
          <p:cNvGrpSpPr/>
          <p:nvPr/>
        </p:nvGrpSpPr>
        <p:grpSpPr>
          <a:xfrm>
            <a:off x="1158735" y="5107489"/>
            <a:ext cx="1416384" cy="1855818"/>
            <a:chOff x="235437" y="3329755"/>
            <a:chExt cx="1703648" cy="2561747"/>
          </a:xfrm>
        </p:grpSpPr>
        <p:grpSp>
          <p:nvGrpSpPr>
            <p:cNvPr id="505" name="Google Shape;505;p19"/>
            <p:cNvGrpSpPr/>
            <p:nvPr/>
          </p:nvGrpSpPr>
          <p:grpSpPr>
            <a:xfrm>
              <a:off x="235437" y="3329755"/>
              <a:ext cx="1703648" cy="2561747"/>
              <a:chOff x="2496377" y="3237670"/>
              <a:chExt cx="1703648" cy="2561747"/>
            </a:xfrm>
          </p:grpSpPr>
          <p:pic>
            <p:nvPicPr>
              <p:cNvPr descr="Kite" id="506" name="Google Shape;506;p19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2538571" y="3332402"/>
                <a:ext cx="1635906" cy="2365433"/>
              </a:xfrm>
              <a:prstGeom prst="rect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pic>
          <p:sp>
            <p:nvSpPr>
              <p:cNvPr id="507" name="Google Shape;507;p19"/>
              <p:cNvSpPr/>
              <p:nvPr/>
            </p:nvSpPr>
            <p:spPr>
              <a:xfrm>
                <a:off x="3269568" y="3237670"/>
                <a:ext cx="177147" cy="318330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" name="Google Shape;508;p19"/>
              <p:cNvSpPr/>
              <p:nvPr/>
            </p:nvSpPr>
            <p:spPr>
              <a:xfrm>
                <a:off x="4022878" y="4057320"/>
                <a:ext cx="177147" cy="318330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" name="Google Shape;509;p19"/>
              <p:cNvSpPr/>
              <p:nvPr/>
            </p:nvSpPr>
            <p:spPr>
              <a:xfrm>
                <a:off x="3269974" y="5481087"/>
                <a:ext cx="177147" cy="318330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" name="Google Shape;510;p19"/>
              <p:cNvSpPr/>
              <p:nvPr/>
            </p:nvSpPr>
            <p:spPr>
              <a:xfrm>
                <a:off x="2496377" y="4110298"/>
                <a:ext cx="177147" cy="318330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11" name="Google Shape;511;p19"/>
            <p:cNvSpPr/>
            <p:nvPr/>
          </p:nvSpPr>
          <p:spPr>
            <a:xfrm>
              <a:off x="576271" y="4236260"/>
              <a:ext cx="334806" cy="186521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-33334" l="-23403" r="0" t="-29167"/>
              </a:stretch>
            </a:blip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sp>
        <p:nvSpPr>
          <p:cNvPr id="512" name="Google Shape;512;p19"/>
          <p:cNvSpPr txBox="1"/>
          <p:nvPr>
            <p:ph idx="12" type="sldNum"/>
          </p:nvPr>
        </p:nvSpPr>
        <p:spPr>
          <a:xfrm>
            <a:off x="5162976" y="-7739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7" name="Google Shape;517;p20"/>
          <p:cNvGraphicFramePr/>
          <p:nvPr/>
        </p:nvGraphicFramePr>
        <p:xfrm>
          <a:off x="136436" y="1535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{933EC594-E3C4-4DB9-988B-F647399F5CF9}</a:tableStyleId>
              </a:tblPr>
              <a:tblGrid>
                <a:gridCol w="6552475"/>
              </a:tblGrid>
              <a:tr h="371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</a:rPr>
                        <a:t>Skills Check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2341"/>
                    </a:solidFill>
                  </a:tcPr>
                </a:tc>
              </a:tr>
              <a:tr h="2277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77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77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77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18" name="Google Shape;518;p20"/>
          <p:cNvSpPr txBox="1"/>
          <p:nvPr/>
        </p:nvSpPr>
        <p:spPr>
          <a:xfrm>
            <a:off x="4269213" y="1302801"/>
            <a:ext cx="876822" cy="3693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6666" l="-5556" r="0" t="-1000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19" name="Google Shape;519;p20"/>
          <p:cNvSpPr txBox="1"/>
          <p:nvPr/>
        </p:nvSpPr>
        <p:spPr>
          <a:xfrm>
            <a:off x="5479055" y="1302801"/>
            <a:ext cx="993979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6666" l="-5521" r="0" t="-1000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20" name="Google Shape;520;p20"/>
          <p:cNvSpPr txBox="1"/>
          <p:nvPr/>
        </p:nvSpPr>
        <p:spPr>
          <a:xfrm>
            <a:off x="4269213" y="1793404"/>
            <a:ext cx="876822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4589" l="-5556" r="0" t="-819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21" name="Google Shape;521;p20"/>
          <p:cNvSpPr txBox="1"/>
          <p:nvPr/>
        </p:nvSpPr>
        <p:spPr>
          <a:xfrm>
            <a:off x="5479055" y="1793404"/>
            <a:ext cx="1052187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4589" l="-5233" r="0" t="-819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22" name="Google Shape;522;p20"/>
          <p:cNvSpPr/>
          <p:nvPr/>
        </p:nvSpPr>
        <p:spPr>
          <a:xfrm>
            <a:off x="4093847" y="1703719"/>
            <a:ext cx="1052188" cy="490603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0"/>
          <p:cNvSpPr txBox="1"/>
          <p:nvPr/>
        </p:nvSpPr>
        <p:spPr>
          <a:xfrm>
            <a:off x="4223383" y="3435494"/>
            <a:ext cx="1000796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26666" l="-5487" r="0" t="-1000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24" name="Google Shape;524;p20"/>
          <p:cNvSpPr txBox="1"/>
          <p:nvPr/>
        </p:nvSpPr>
        <p:spPr>
          <a:xfrm>
            <a:off x="5433225" y="3435494"/>
            <a:ext cx="945003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6666" l="-5161" r="0" t="-1000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25" name="Google Shape;525;p20"/>
          <p:cNvSpPr txBox="1"/>
          <p:nvPr/>
        </p:nvSpPr>
        <p:spPr>
          <a:xfrm>
            <a:off x="4223383" y="3926097"/>
            <a:ext cx="876822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24589" l="-6250" r="0" t="-819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26" name="Google Shape;526;p20"/>
          <p:cNvSpPr txBox="1"/>
          <p:nvPr/>
        </p:nvSpPr>
        <p:spPr>
          <a:xfrm>
            <a:off x="5433225" y="3926097"/>
            <a:ext cx="1052187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24589" l="-4624" r="0" t="-819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27" name="Google Shape;527;p20"/>
          <p:cNvSpPr/>
          <p:nvPr/>
        </p:nvSpPr>
        <p:spPr>
          <a:xfrm>
            <a:off x="5379632" y="3352730"/>
            <a:ext cx="1052188" cy="490603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0"/>
          <p:cNvSpPr txBox="1"/>
          <p:nvPr/>
        </p:nvSpPr>
        <p:spPr>
          <a:xfrm>
            <a:off x="4211006" y="5655964"/>
            <a:ext cx="876822" cy="369332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26666" l="-6250" r="0" t="-1000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29" name="Google Shape;529;p20"/>
          <p:cNvSpPr txBox="1"/>
          <p:nvPr/>
        </p:nvSpPr>
        <p:spPr>
          <a:xfrm>
            <a:off x="5420848" y="5655964"/>
            <a:ext cx="945003" cy="369332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-26666" l="-5161" r="0" t="-1000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30" name="Google Shape;530;p20"/>
          <p:cNvSpPr txBox="1"/>
          <p:nvPr/>
        </p:nvSpPr>
        <p:spPr>
          <a:xfrm>
            <a:off x="4211006" y="6146567"/>
            <a:ext cx="876822" cy="369332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-24589" l="-6250" r="0" t="-819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31" name="Google Shape;531;p20"/>
          <p:cNvSpPr txBox="1"/>
          <p:nvPr/>
        </p:nvSpPr>
        <p:spPr>
          <a:xfrm>
            <a:off x="5420848" y="6146567"/>
            <a:ext cx="1052187" cy="369332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-24589" l="-4624" r="0" t="-819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32" name="Google Shape;532;p20"/>
          <p:cNvSpPr/>
          <p:nvPr/>
        </p:nvSpPr>
        <p:spPr>
          <a:xfrm>
            <a:off x="5373227" y="6087177"/>
            <a:ext cx="1052188" cy="490603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0"/>
          <p:cNvSpPr txBox="1"/>
          <p:nvPr/>
        </p:nvSpPr>
        <p:spPr>
          <a:xfrm>
            <a:off x="4211005" y="8147228"/>
            <a:ext cx="926219" cy="369332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-24589" l="-5921" r="0" t="-819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34" name="Google Shape;534;p20"/>
          <p:cNvSpPr txBox="1"/>
          <p:nvPr/>
        </p:nvSpPr>
        <p:spPr>
          <a:xfrm>
            <a:off x="5420848" y="8147228"/>
            <a:ext cx="945003" cy="369332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-24589" l="-5161" r="0" t="-819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35" name="Google Shape;535;p20"/>
          <p:cNvSpPr txBox="1"/>
          <p:nvPr/>
        </p:nvSpPr>
        <p:spPr>
          <a:xfrm>
            <a:off x="4211006" y="8637831"/>
            <a:ext cx="876822" cy="369332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-24591" l="-6250" r="0" t="-983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36" name="Google Shape;536;p20"/>
          <p:cNvSpPr txBox="1"/>
          <p:nvPr/>
        </p:nvSpPr>
        <p:spPr>
          <a:xfrm>
            <a:off x="5420848" y="8637831"/>
            <a:ext cx="1052187" cy="369332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-24591" l="-4624" r="0" t="-983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37" name="Google Shape;537;p20"/>
          <p:cNvSpPr/>
          <p:nvPr/>
        </p:nvSpPr>
        <p:spPr>
          <a:xfrm>
            <a:off x="5326040" y="8576322"/>
            <a:ext cx="1052188" cy="490603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8" name="Google Shape;538;p20"/>
          <p:cNvGrpSpPr/>
          <p:nvPr/>
        </p:nvGrpSpPr>
        <p:grpSpPr>
          <a:xfrm>
            <a:off x="502122" y="979953"/>
            <a:ext cx="2460133" cy="1641702"/>
            <a:chOff x="1178243" y="1277075"/>
            <a:chExt cx="1495162" cy="1014332"/>
          </a:xfrm>
        </p:grpSpPr>
        <p:sp>
          <p:nvSpPr>
            <p:cNvPr id="539" name="Google Shape;539;p20"/>
            <p:cNvSpPr/>
            <p:nvPr/>
          </p:nvSpPr>
          <p:spPr>
            <a:xfrm>
              <a:off x="1178243" y="1452127"/>
              <a:ext cx="1495162" cy="682554"/>
            </a:xfrm>
            <a:prstGeom prst="parallelogram">
              <a:avLst>
                <a:gd fmla="val 40816" name="adj"/>
              </a:avLst>
            </a:prstGeom>
            <a:noFill/>
            <a:ln cap="flat" cmpd="sng" w="38100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40;p20"/>
            <p:cNvSpPr/>
            <p:nvPr/>
          </p:nvSpPr>
          <p:spPr>
            <a:xfrm>
              <a:off x="2217286" y="1953195"/>
              <a:ext cx="362001" cy="338212"/>
            </a:xfrm>
            <a:prstGeom prst="pie">
              <a:avLst>
                <a:gd fmla="val 10636390" name="adj1"/>
                <a:gd fmla="val 17434873" name="adj2"/>
              </a:avLst>
            </a:prstGeom>
            <a:noFill/>
            <a:ln cap="flat" cmpd="sng" w="9525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p20"/>
            <p:cNvSpPr/>
            <p:nvPr/>
          </p:nvSpPr>
          <p:spPr>
            <a:xfrm>
              <a:off x="1289608" y="1277075"/>
              <a:ext cx="362001" cy="338212"/>
            </a:xfrm>
            <a:prstGeom prst="pie">
              <a:avLst>
                <a:gd fmla="val 305851" name="adj1"/>
                <a:gd fmla="val 6856686" name="adj2"/>
              </a:avLst>
            </a:prstGeom>
            <a:noFill/>
            <a:ln cap="flat" cmpd="sng" w="9525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" name="Google Shape;542;p20"/>
            <p:cNvSpPr txBox="1"/>
            <p:nvPr/>
          </p:nvSpPr>
          <p:spPr>
            <a:xfrm>
              <a:off x="2014891" y="1845302"/>
              <a:ext cx="362001" cy="171145"/>
            </a:xfrm>
            <a:prstGeom prst="rect">
              <a:avLst/>
            </a:prstGeom>
            <a:blipFill rotWithShape="1">
              <a:blip r:embed="rId1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543" name="Google Shape;543;p20"/>
            <p:cNvSpPr txBox="1"/>
            <p:nvPr/>
          </p:nvSpPr>
          <p:spPr>
            <a:xfrm>
              <a:off x="1466196" y="1554992"/>
              <a:ext cx="362001" cy="276999"/>
            </a:xfrm>
            <a:prstGeom prst="rect">
              <a:avLst/>
            </a:prstGeom>
            <a:blipFill rotWithShape="1">
              <a:blip r:embed="rId2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sp>
        <p:nvSpPr>
          <p:cNvPr id="544" name="Google Shape;544;p20"/>
          <p:cNvSpPr/>
          <p:nvPr/>
        </p:nvSpPr>
        <p:spPr>
          <a:xfrm>
            <a:off x="590887" y="3364014"/>
            <a:ext cx="2216507" cy="1229519"/>
          </a:xfrm>
          <a:prstGeom prst="trapezoid">
            <a:avLst>
              <a:gd fmla="val 36111" name="adj"/>
            </a:avLst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0"/>
          <p:cNvSpPr/>
          <p:nvPr/>
        </p:nvSpPr>
        <p:spPr>
          <a:xfrm>
            <a:off x="502122" y="5626285"/>
            <a:ext cx="2757950" cy="1200150"/>
          </a:xfrm>
          <a:custGeom>
            <a:rect b="b" l="l" r="r" t="t"/>
            <a:pathLst>
              <a:path extrusionOk="0" h="1200150" w="1605916">
                <a:moveTo>
                  <a:pt x="0" y="1200150"/>
                </a:moveTo>
                <a:cubicBezTo>
                  <a:pt x="3435" y="800100"/>
                  <a:pt x="6871" y="400050"/>
                  <a:pt x="10306" y="0"/>
                </a:cubicBezTo>
                <a:lnTo>
                  <a:pt x="947342" y="0"/>
                </a:lnTo>
                <a:lnTo>
                  <a:pt x="1605916" y="1200150"/>
                </a:lnTo>
                <a:lnTo>
                  <a:pt x="0" y="1200150"/>
                </a:lnTo>
                <a:close/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0"/>
          <p:cNvSpPr/>
          <p:nvPr/>
        </p:nvSpPr>
        <p:spPr>
          <a:xfrm>
            <a:off x="867339" y="7831743"/>
            <a:ext cx="1797098" cy="1642389"/>
          </a:xfrm>
          <a:custGeom>
            <a:rect b="b" l="l" r="r" t="t"/>
            <a:pathLst>
              <a:path extrusionOk="0" h="2184400" w="990600">
                <a:moveTo>
                  <a:pt x="0" y="603250"/>
                </a:moveTo>
                <a:lnTo>
                  <a:pt x="495300" y="0"/>
                </a:lnTo>
                <a:lnTo>
                  <a:pt x="990600" y="603250"/>
                </a:lnTo>
                <a:lnTo>
                  <a:pt x="501650" y="2184400"/>
                </a:lnTo>
                <a:lnTo>
                  <a:pt x="0" y="603250"/>
                </a:lnTo>
                <a:close/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0"/>
          <p:cNvSpPr/>
          <p:nvPr/>
        </p:nvSpPr>
        <p:spPr>
          <a:xfrm>
            <a:off x="2509576" y="4319834"/>
            <a:ext cx="595635" cy="547398"/>
          </a:xfrm>
          <a:prstGeom prst="pie">
            <a:avLst>
              <a:gd fmla="val 10794147" name="adj1"/>
              <a:gd fmla="val 14905339" name="adj2"/>
            </a:avLst>
          </a:prstGeom>
          <a:noFill/>
          <a:ln cap="flat" cmpd="sng" w="9525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8" name="Google Shape;548;p20"/>
          <p:cNvCxnSpPr/>
          <p:nvPr/>
        </p:nvCxnSpPr>
        <p:spPr>
          <a:xfrm rot="10800000">
            <a:off x="685362" y="3804826"/>
            <a:ext cx="297817" cy="55233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9" name="Google Shape;549;p20"/>
          <p:cNvCxnSpPr/>
          <p:nvPr/>
        </p:nvCxnSpPr>
        <p:spPr>
          <a:xfrm flipH="1">
            <a:off x="2399168" y="3786117"/>
            <a:ext cx="301309" cy="92901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50" name="Google Shape;550;p20"/>
          <p:cNvSpPr txBox="1"/>
          <p:nvPr/>
        </p:nvSpPr>
        <p:spPr>
          <a:xfrm>
            <a:off x="2033329" y="4256894"/>
            <a:ext cx="441046" cy="276999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51" name="Google Shape;551;p20"/>
          <p:cNvSpPr/>
          <p:nvPr/>
        </p:nvSpPr>
        <p:spPr>
          <a:xfrm>
            <a:off x="2062850" y="3073375"/>
            <a:ext cx="595635" cy="547398"/>
          </a:xfrm>
          <a:prstGeom prst="pie">
            <a:avLst>
              <a:gd fmla="val 4350458" name="adj1"/>
              <a:gd fmla="val 10585719" name="adj2"/>
            </a:avLst>
          </a:prstGeom>
          <a:noFill/>
          <a:ln cap="flat" cmpd="sng" w="9525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0"/>
          <p:cNvSpPr txBox="1"/>
          <p:nvPr/>
        </p:nvSpPr>
        <p:spPr>
          <a:xfrm>
            <a:off x="1925546" y="3555081"/>
            <a:ext cx="441046" cy="276999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53" name="Google Shape;553;p20"/>
          <p:cNvSpPr/>
          <p:nvPr/>
        </p:nvSpPr>
        <p:spPr>
          <a:xfrm>
            <a:off x="2962254" y="6537093"/>
            <a:ext cx="595635" cy="547398"/>
          </a:xfrm>
          <a:prstGeom prst="pie">
            <a:avLst>
              <a:gd fmla="val 10678213" name="adj1"/>
              <a:gd fmla="val 13408168" name="adj2"/>
            </a:avLst>
          </a:prstGeom>
          <a:noFill/>
          <a:ln cap="flat" cmpd="sng" w="9525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0"/>
          <p:cNvSpPr txBox="1"/>
          <p:nvPr/>
        </p:nvSpPr>
        <p:spPr>
          <a:xfrm>
            <a:off x="2549822" y="6510114"/>
            <a:ext cx="441046" cy="276999"/>
          </a:xfrm>
          <a:prstGeom prst="rect">
            <a:avLst/>
          </a:prstGeom>
          <a:blipFill rotWithShape="1">
            <a:blip r:embed="rId2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55" name="Google Shape;555;p20"/>
          <p:cNvSpPr/>
          <p:nvPr/>
        </p:nvSpPr>
        <p:spPr>
          <a:xfrm>
            <a:off x="515229" y="5626285"/>
            <a:ext cx="125900" cy="121372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0"/>
          <p:cNvSpPr/>
          <p:nvPr/>
        </p:nvSpPr>
        <p:spPr>
          <a:xfrm>
            <a:off x="502122" y="6705063"/>
            <a:ext cx="125900" cy="121372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0"/>
          <p:cNvSpPr/>
          <p:nvPr/>
        </p:nvSpPr>
        <p:spPr>
          <a:xfrm>
            <a:off x="1851509" y="5352586"/>
            <a:ext cx="595635" cy="547398"/>
          </a:xfrm>
          <a:prstGeom prst="pie">
            <a:avLst>
              <a:gd fmla="val 3024423" name="adj1"/>
              <a:gd fmla="val 10774741" name="adj2"/>
            </a:avLst>
          </a:prstGeom>
          <a:noFill/>
          <a:ln cap="flat" cmpd="sng" w="9525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0"/>
          <p:cNvSpPr txBox="1"/>
          <p:nvPr/>
        </p:nvSpPr>
        <p:spPr>
          <a:xfrm>
            <a:off x="1705023" y="5860462"/>
            <a:ext cx="441046" cy="276999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59" name="Google Shape;559;p20"/>
          <p:cNvSpPr/>
          <p:nvPr/>
        </p:nvSpPr>
        <p:spPr>
          <a:xfrm>
            <a:off x="2352425" y="8006368"/>
            <a:ext cx="595635" cy="547398"/>
          </a:xfrm>
          <a:prstGeom prst="pie">
            <a:avLst>
              <a:gd fmla="val 7415686" name="adj1"/>
              <a:gd fmla="val 12443316" name="adj2"/>
            </a:avLst>
          </a:prstGeom>
          <a:noFill/>
          <a:ln cap="flat" cmpd="sng" w="9525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0"/>
          <p:cNvSpPr/>
          <p:nvPr/>
        </p:nvSpPr>
        <p:spPr>
          <a:xfrm>
            <a:off x="1508086" y="9195548"/>
            <a:ext cx="595635" cy="547398"/>
          </a:xfrm>
          <a:prstGeom prst="pie">
            <a:avLst>
              <a:gd fmla="val 13734792" name="adj1"/>
              <a:gd fmla="val 18186531" name="adj2"/>
            </a:avLst>
          </a:prstGeom>
          <a:noFill/>
          <a:ln cap="flat" cmpd="sng" w="9525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0"/>
          <p:cNvSpPr/>
          <p:nvPr/>
        </p:nvSpPr>
        <p:spPr>
          <a:xfrm>
            <a:off x="1463896" y="7567044"/>
            <a:ext cx="595635" cy="547398"/>
          </a:xfrm>
          <a:prstGeom prst="pie">
            <a:avLst>
              <a:gd fmla="val 1421003" name="adj1"/>
              <a:gd fmla="val 9232817" name="adj2"/>
            </a:avLst>
          </a:prstGeom>
          <a:noFill/>
          <a:ln cap="flat" cmpd="sng" w="9525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0"/>
          <p:cNvSpPr txBox="1"/>
          <p:nvPr/>
        </p:nvSpPr>
        <p:spPr>
          <a:xfrm>
            <a:off x="1583964" y="8887615"/>
            <a:ext cx="441046" cy="276999"/>
          </a:xfrm>
          <a:prstGeom prst="rect">
            <a:avLst/>
          </a:prstGeom>
          <a:blipFill rotWithShape="1">
            <a:blip r:embed="rId2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63" name="Google Shape;563;p20"/>
          <p:cNvSpPr txBox="1"/>
          <p:nvPr/>
        </p:nvSpPr>
        <p:spPr>
          <a:xfrm>
            <a:off x="1558304" y="8098147"/>
            <a:ext cx="441046" cy="276999"/>
          </a:xfrm>
          <a:prstGeom prst="rect">
            <a:avLst/>
          </a:prstGeom>
          <a:blipFill rotWithShape="1">
            <a:blip r:embed="rId25">
              <a:alphaModFix/>
            </a:blip>
            <a:stretch>
              <a:fillRect b="0" l="0" r="-4167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64" name="Google Shape;564;p20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