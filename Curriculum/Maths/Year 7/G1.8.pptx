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9906000" cx="6858000"/>
  <p:notesSz cx="6858000" cy="9945675"/>
  <p:embeddedFontLst>
    <p:embeddedFont>
      <p:font typeface="Cambria Math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EE2112-516D-4EEA-ABA6-8A44E5E00D37}">
  <a:tblStyle styleId="{56EE2112-516D-4EEA-ABA6-8A44E5E00D3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8" Type="http://schemas.openxmlformats.org/officeDocument/2006/relationships/font" Target="fonts/CambriaMath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2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12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12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3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3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4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14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4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5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15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5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6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16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EDIT QUESTIONS</a:t>
            </a:r>
            <a:endParaRPr/>
          </a:p>
        </p:txBody>
      </p:sp>
      <p:sp>
        <p:nvSpPr>
          <p:cNvPr id="388" name="Google Shape;388;p116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17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117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EDIT QUESTIONS</a:t>
            </a:r>
            <a:endParaRPr/>
          </a:p>
        </p:txBody>
      </p:sp>
      <p:sp>
        <p:nvSpPr>
          <p:cNvPr id="528" name="Google Shape;528;p117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18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118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18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19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p119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19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0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5" name="Google Shape;825;p120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20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21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21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22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122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23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123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11" Type="http://schemas.openxmlformats.org/officeDocument/2006/relationships/image" Target="../media/image15.png"/><Relationship Id="rId10" Type="http://schemas.openxmlformats.org/officeDocument/2006/relationships/image" Target="../media/image19.png"/><Relationship Id="rId12" Type="http://schemas.openxmlformats.org/officeDocument/2006/relationships/image" Target="../media/image2.png"/><Relationship Id="rId9" Type="http://schemas.openxmlformats.org/officeDocument/2006/relationships/image" Target="../media/image3.png"/><Relationship Id="rId5" Type="http://schemas.openxmlformats.org/officeDocument/2006/relationships/image" Target="../media/image22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35.png"/><Relationship Id="rId11" Type="http://schemas.openxmlformats.org/officeDocument/2006/relationships/image" Target="../media/image8.png"/><Relationship Id="rId22" Type="http://schemas.openxmlformats.org/officeDocument/2006/relationships/image" Target="../media/image44.png"/><Relationship Id="rId10" Type="http://schemas.openxmlformats.org/officeDocument/2006/relationships/image" Target="../media/image27.png"/><Relationship Id="rId21" Type="http://schemas.openxmlformats.org/officeDocument/2006/relationships/image" Target="../media/image16.png"/><Relationship Id="rId13" Type="http://schemas.openxmlformats.org/officeDocument/2006/relationships/image" Target="../media/image11.png"/><Relationship Id="rId24" Type="http://schemas.openxmlformats.org/officeDocument/2006/relationships/image" Target="../media/image52.png"/><Relationship Id="rId12" Type="http://schemas.openxmlformats.org/officeDocument/2006/relationships/image" Target="../media/image10.png"/><Relationship Id="rId23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30.png"/><Relationship Id="rId15" Type="http://schemas.openxmlformats.org/officeDocument/2006/relationships/image" Target="../media/image24.png"/><Relationship Id="rId14" Type="http://schemas.openxmlformats.org/officeDocument/2006/relationships/image" Target="../media/image12.png"/><Relationship Id="rId17" Type="http://schemas.openxmlformats.org/officeDocument/2006/relationships/image" Target="../media/image14.png"/><Relationship Id="rId16" Type="http://schemas.openxmlformats.org/officeDocument/2006/relationships/image" Target="../media/image23.png"/><Relationship Id="rId5" Type="http://schemas.openxmlformats.org/officeDocument/2006/relationships/image" Target="../media/image33.png"/><Relationship Id="rId19" Type="http://schemas.openxmlformats.org/officeDocument/2006/relationships/image" Target="../media/image32.png"/><Relationship Id="rId6" Type="http://schemas.openxmlformats.org/officeDocument/2006/relationships/image" Target="../media/image21.png"/><Relationship Id="rId18" Type="http://schemas.openxmlformats.org/officeDocument/2006/relationships/image" Target="../media/image28.png"/><Relationship Id="rId7" Type="http://schemas.openxmlformats.org/officeDocument/2006/relationships/image" Target="../media/image5.png"/><Relationship Id="rId8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57.png"/><Relationship Id="rId22" Type="http://schemas.openxmlformats.org/officeDocument/2006/relationships/image" Target="../media/image54.png"/><Relationship Id="rId21" Type="http://schemas.openxmlformats.org/officeDocument/2006/relationships/image" Target="../media/image58.png"/><Relationship Id="rId24" Type="http://schemas.openxmlformats.org/officeDocument/2006/relationships/image" Target="../media/image79.png"/><Relationship Id="rId23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9" Type="http://schemas.openxmlformats.org/officeDocument/2006/relationships/image" Target="../media/image34.png"/><Relationship Id="rId26" Type="http://schemas.openxmlformats.org/officeDocument/2006/relationships/image" Target="../media/image75.png"/><Relationship Id="rId25" Type="http://schemas.openxmlformats.org/officeDocument/2006/relationships/image" Target="../media/image49.png"/><Relationship Id="rId28" Type="http://schemas.openxmlformats.org/officeDocument/2006/relationships/image" Target="../media/image67.png"/><Relationship Id="rId27" Type="http://schemas.openxmlformats.org/officeDocument/2006/relationships/image" Target="../media/image87.png"/><Relationship Id="rId5" Type="http://schemas.openxmlformats.org/officeDocument/2006/relationships/image" Target="../media/image38.png"/><Relationship Id="rId6" Type="http://schemas.openxmlformats.org/officeDocument/2006/relationships/image" Target="../media/image48.png"/><Relationship Id="rId29" Type="http://schemas.openxmlformats.org/officeDocument/2006/relationships/image" Target="../media/image51.png"/><Relationship Id="rId7" Type="http://schemas.openxmlformats.org/officeDocument/2006/relationships/image" Target="../media/image37.png"/><Relationship Id="rId8" Type="http://schemas.openxmlformats.org/officeDocument/2006/relationships/image" Target="../media/image43.png"/><Relationship Id="rId31" Type="http://schemas.openxmlformats.org/officeDocument/2006/relationships/image" Target="../media/image68.png"/><Relationship Id="rId30" Type="http://schemas.openxmlformats.org/officeDocument/2006/relationships/image" Target="../media/image66.png"/><Relationship Id="rId11" Type="http://schemas.openxmlformats.org/officeDocument/2006/relationships/image" Target="../media/image31.png"/><Relationship Id="rId33" Type="http://schemas.openxmlformats.org/officeDocument/2006/relationships/image" Target="../media/image72.png"/><Relationship Id="rId10" Type="http://schemas.openxmlformats.org/officeDocument/2006/relationships/image" Target="../media/image46.png"/><Relationship Id="rId32" Type="http://schemas.openxmlformats.org/officeDocument/2006/relationships/image" Target="../media/image73.png"/><Relationship Id="rId13" Type="http://schemas.openxmlformats.org/officeDocument/2006/relationships/image" Target="../media/image53.png"/><Relationship Id="rId35" Type="http://schemas.openxmlformats.org/officeDocument/2006/relationships/image" Target="../media/image85.png"/><Relationship Id="rId12" Type="http://schemas.openxmlformats.org/officeDocument/2006/relationships/image" Target="../media/image50.png"/><Relationship Id="rId34" Type="http://schemas.openxmlformats.org/officeDocument/2006/relationships/image" Target="../media/image83.png"/><Relationship Id="rId15" Type="http://schemas.openxmlformats.org/officeDocument/2006/relationships/image" Target="../media/image61.png"/><Relationship Id="rId14" Type="http://schemas.openxmlformats.org/officeDocument/2006/relationships/image" Target="../media/image8.png"/><Relationship Id="rId17" Type="http://schemas.openxmlformats.org/officeDocument/2006/relationships/image" Target="../media/image41.png"/><Relationship Id="rId16" Type="http://schemas.openxmlformats.org/officeDocument/2006/relationships/image" Target="../media/image60.png"/><Relationship Id="rId19" Type="http://schemas.openxmlformats.org/officeDocument/2006/relationships/image" Target="../media/image42.png"/><Relationship Id="rId18" Type="http://schemas.openxmlformats.org/officeDocument/2006/relationships/image" Target="../media/image64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1.png"/><Relationship Id="rId22" Type="http://schemas.openxmlformats.org/officeDocument/2006/relationships/image" Target="../media/image102.png"/><Relationship Id="rId21" Type="http://schemas.openxmlformats.org/officeDocument/2006/relationships/image" Target="../media/image81.png"/><Relationship Id="rId23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1.png"/><Relationship Id="rId4" Type="http://schemas.openxmlformats.org/officeDocument/2006/relationships/image" Target="../media/image30.png"/><Relationship Id="rId9" Type="http://schemas.openxmlformats.org/officeDocument/2006/relationships/image" Target="../media/image63.png"/><Relationship Id="rId5" Type="http://schemas.openxmlformats.org/officeDocument/2006/relationships/image" Target="../media/image74.png"/><Relationship Id="rId6" Type="http://schemas.openxmlformats.org/officeDocument/2006/relationships/image" Target="../media/image78.png"/><Relationship Id="rId7" Type="http://schemas.openxmlformats.org/officeDocument/2006/relationships/image" Target="../media/image62.png"/><Relationship Id="rId8" Type="http://schemas.openxmlformats.org/officeDocument/2006/relationships/image" Target="../media/image65.png"/><Relationship Id="rId11" Type="http://schemas.openxmlformats.org/officeDocument/2006/relationships/image" Target="../media/image60.png"/><Relationship Id="rId10" Type="http://schemas.openxmlformats.org/officeDocument/2006/relationships/image" Target="../media/image90.png"/><Relationship Id="rId13" Type="http://schemas.openxmlformats.org/officeDocument/2006/relationships/image" Target="../media/image89.png"/><Relationship Id="rId12" Type="http://schemas.openxmlformats.org/officeDocument/2006/relationships/image" Target="../media/image53.png"/><Relationship Id="rId15" Type="http://schemas.openxmlformats.org/officeDocument/2006/relationships/image" Target="../media/image91.png"/><Relationship Id="rId14" Type="http://schemas.openxmlformats.org/officeDocument/2006/relationships/image" Target="../media/image84.png"/><Relationship Id="rId17" Type="http://schemas.openxmlformats.org/officeDocument/2006/relationships/image" Target="../media/image77.png"/><Relationship Id="rId16" Type="http://schemas.openxmlformats.org/officeDocument/2006/relationships/image" Target="../media/image100.png"/><Relationship Id="rId19" Type="http://schemas.openxmlformats.org/officeDocument/2006/relationships/image" Target="../media/image98.png"/><Relationship Id="rId18" Type="http://schemas.openxmlformats.org/officeDocument/2006/relationships/image" Target="../media/image76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3.png"/><Relationship Id="rId22" Type="http://schemas.openxmlformats.org/officeDocument/2006/relationships/image" Target="../media/image104.png"/><Relationship Id="rId21" Type="http://schemas.openxmlformats.org/officeDocument/2006/relationships/image" Target="../media/image105.png"/><Relationship Id="rId24" Type="http://schemas.openxmlformats.org/officeDocument/2006/relationships/image" Target="../media/image119.png"/><Relationship Id="rId23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2.png"/><Relationship Id="rId4" Type="http://schemas.openxmlformats.org/officeDocument/2006/relationships/image" Target="../media/image97.png"/><Relationship Id="rId9" Type="http://schemas.openxmlformats.org/officeDocument/2006/relationships/image" Target="../media/image96.png"/><Relationship Id="rId26" Type="http://schemas.openxmlformats.org/officeDocument/2006/relationships/image" Target="../media/image123.png"/><Relationship Id="rId25" Type="http://schemas.openxmlformats.org/officeDocument/2006/relationships/image" Target="../media/image132.png"/><Relationship Id="rId5" Type="http://schemas.openxmlformats.org/officeDocument/2006/relationships/image" Target="../media/image95.png"/><Relationship Id="rId6" Type="http://schemas.openxmlformats.org/officeDocument/2006/relationships/image" Target="../media/image93.png"/><Relationship Id="rId7" Type="http://schemas.openxmlformats.org/officeDocument/2006/relationships/image" Target="../media/image99.png"/><Relationship Id="rId8" Type="http://schemas.openxmlformats.org/officeDocument/2006/relationships/image" Target="../media/image131.png"/><Relationship Id="rId11" Type="http://schemas.openxmlformats.org/officeDocument/2006/relationships/image" Target="../media/image88.png"/><Relationship Id="rId10" Type="http://schemas.openxmlformats.org/officeDocument/2006/relationships/image" Target="../media/image108.png"/><Relationship Id="rId13" Type="http://schemas.openxmlformats.org/officeDocument/2006/relationships/image" Target="../media/image133.png"/><Relationship Id="rId12" Type="http://schemas.openxmlformats.org/officeDocument/2006/relationships/image" Target="../media/image116.png"/><Relationship Id="rId15" Type="http://schemas.openxmlformats.org/officeDocument/2006/relationships/image" Target="../media/image137.png"/><Relationship Id="rId14" Type="http://schemas.openxmlformats.org/officeDocument/2006/relationships/image" Target="../media/image110.png"/><Relationship Id="rId17" Type="http://schemas.openxmlformats.org/officeDocument/2006/relationships/image" Target="../media/image126.png"/><Relationship Id="rId16" Type="http://schemas.openxmlformats.org/officeDocument/2006/relationships/image" Target="../media/image115.png"/><Relationship Id="rId19" Type="http://schemas.openxmlformats.org/officeDocument/2006/relationships/image" Target="../media/image114.png"/><Relationship Id="rId18" Type="http://schemas.openxmlformats.org/officeDocument/2006/relationships/image" Target="../media/image112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44.png"/><Relationship Id="rId22" Type="http://schemas.openxmlformats.org/officeDocument/2006/relationships/image" Target="../media/image157.png"/><Relationship Id="rId21" Type="http://schemas.openxmlformats.org/officeDocument/2006/relationships/image" Target="../media/image136.png"/><Relationship Id="rId24" Type="http://schemas.openxmlformats.org/officeDocument/2006/relationships/image" Target="../media/image172.png"/><Relationship Id="rId23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8.png"/><Relationship Id="rId4" Type="http://schemas.openxmlformats.org/officeDocument/2006/relationships/image" Target="../media/image121.png"/><Relationship Id="rId9" Type="http://schemas.openxmlformats.org/officeDocument/2006/relationships/image" Target="../media/image129.png"/><Relationship Id="rId26" Type="http://schemas.openxmlformats.org/officeDocument/2006/relationships/image" Target="../media/image153.png"/><Relationship Id="rId25" Type="http://schemas.openxmlformats.org/officeDocument/2006/relationships/image" Target="../media/image140.png"/><Relationship Id="rId28" Type="http://schemas.openxmlformats.org/officeDocument/2006/relationships/image" Target="../media/image180.png"/><Relationship Id="rId27" Type="http://schemas.openxmlformats.org/officeDocument/2006/relationships/image" Target="../media/image141.png"/><Relationship Id="rId5" Type="http://schemas.openxmlformats.org/officeDocument/2006/relationships/image" Target="../media/image125.png"/><Relationship Id="rId6" Type="http://schemas.openxmlformats.org/officeDocument/2006/relationships/image" Target="../media/image111.png"/><Relationship Id="rId29" Type="http://schemas.openxmlformats.org/officeDocument/2006/relationships/image" Target="../media/image152.png"/><Relationship Id="rId7" Type="http://schemas.openxmlformats.org/officeDocument/2006/relationships/image" Target="../media/image96.png"/><Relationship Id="rId8" Type="http://schemas.openxmlformats.org/officeDocument/2006/relationships/image" Target="../media/image113.png"/><Relationship Id="rId31" Type="http://schemas.openxmlformats.org/officeDocument/2006/relationships/image" Target="../media/image166.png"/><Relationship Id="rId30" Type="http://schemas.openxmlformats.org/officeDocument/2006/relationships/image" Target="../media/image196.png"/><Relationship Id="rId11" Type="http://schemas.openxmlformats.org/officeDocument/2006/relationships/image" Target="../media/image126.png"/><Relationship Id="rId10" Type="http://schemas.openxmlformats.org/officeDocument/2006/relationships/image" Target="../media/image128.png"/><Relationship Id="rId13" Type="http://schemas.openxmlformats.org/officeDocument/2006/relationships/image" Target="../media/image127.png"/><Relationship Id="rId12" Type="http://schemas.openxmlformats.org/officeDocument/2006/relationships/image" Target="../media/image118.png"/><Relationship Id="rId15" Type="http://schemas.openxmlformats.org/officeDocument/2006/relationships/image" Target="../media/image149.png"/><Relationship Id="rId14" Type="http://schemas.openxmlformats.org/officeDocument/2006/relationships/image" Target="../media/image120.png"/><Relationship Id="rId17" Type="http://schemas.openxmlformats.org/officeDocument/2006/relationships/image" Target="../media/image135.png"/><Relationship Id="rId16" Type="http://schemas.openxmlformats.org/officeDocument/2006/relationships/image" Target="../media/image143.png"/><Relationship Id="rId19" Type="http://schemas.openxmlformats.org/officeDocument/2006/relationships/image" Target="../media/image130.png"/><Relationship Id="rId18" Type="http://schemas.openxmlformats.org/officeDocument/2006/relationships/image" Target="../media/image134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199.png"/><Relationship Id="rId22" Type="http://schemas.openxmlformats.org/officeDocument/2006/relationships/image" Target="../media/image174.png"/><Relationship Id="rId21" Type="http://schemas.openxmlformats.org/officeDocument/2006/relationships/image" Target="../media/image176.png"/><Relationship Id="rId24" Type="http://schemas.openxmlformats.org/officeDocument/2006/relationships/image" Target="../media/image60.png"/><Relationship Id="rId23" Type="http://schemas.openxmlformats.org/officeDocument/2006/relationships/image" Target="../media/image19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5.png"/><Relationship Id="rId4" Type="http://schemas.openxmlformats.org/officeDocument/2006/relationships/image" Target="../media/image5.png"/><Relationship Id="rId9" Type="http://schemas.openxmlformats.org/officeDocument/2006/relationships/image" Target="../media/image156.png"/><Relationship Id="rId26" Type="http://schemas.openxmlformats.org/officeDocument/2006/relationships/image" Target="../media/image192.png"/><Relationship Id="rId25" Type="http://schemas.openxmlformats.org/officeDocument/2006/relationships/image" Target="../media/image178.png"/><Relationship Id="rId28" Type="http://schemas.openxmlformats.org/officeDocument/2006/relationships/image" Target="../media/image182.png"/><Relationship Id="rId27" Type="http://schemas.openxmlformats.org/officeDocument/2006/relationships/image" Target="../media/image190.png"/><Relationship Id="rId5" Type="http://schemas.openxmlformats.org/officeDocument/2006/relationships/image" Target="../media/image154.png"/><Relationship Id="rId6" Type="http://schemas.openxmlformats.org/officeDocument/2006/relationships/image" Target="../media/image142.png"/><Relationship Id="rId29" Type="http://schemas.openxmlformats.org/officeDocument/2006/relationships/image" Target="../media/image181.png"/><Relationship Id="rId7" Type="http://schemas.openxmlformats.org/officeDocument/2006/relationships/image" Target="../media/image42.png"/><Relationship Id="rId8" Type="http://schemas.openxmlformats.org/officeDocument/2006/relationships/image" Target="../media/image46.png"/><Relationship Id="rId31" Type="http://schemas.openxmlformats.org/officeDocument/2006/relationships/image" Target="../media/image183.png"/><Relationship Id="rId30" Type="http://schemas.openxmlformats.org/officeDocument/2006/relationships/image" Target="../media/image204.png"/><Relationship Id="rId11" Type="http://schemas.openxmlformats.org/officeDocument/2006/relationships/image" Target="../media/image173.png"/><Relationship Id="rId33" Type="http://schemas.openxmlformats.org/officeDocument/2006/relationships/image" Target="../media/image185.png"/><Relationship Id="rId10" Type="http://schemas.openxmlformats.org/officeDocument/2006/relationships/image" Target="../media/image170.png"/><Relationship Id="rId32" Type="http://schemas.openxmlformats.org/officeDocument/2006/relationships/image" Target="../media/image187.png"/><Relationship Id="rId13" Type="http://schemas.openxmlformats.org/officeDocument/2006/relationships/image" Target="../media/image160.png"/><Relationship Id="rId12" Type="http://schemas.openxmlformats.org/officeDocument/2006/relationships/image" Target="../media/image165.png"/><Relationship Id="rId15" Type="http://schemas.openxmlformats.org/officeDocument/2006/relationships/image" Target="../media/image171.png"/><Relationship Id="rId14" Type="http://schemas.openxmlformats.org/officeDocument/2006/relationships/image" Target="../media/image79.png"/><Relationship Id="rId17" Type="http://schemas.openxmlformats.org/officeDocument/2006/relationships/image" Target="../media/image167.png"/><Relationship Id="rId16" Type="http://schemas.openxmlformats.org/officeDocument/2006/relationships/image" Target="../media/image168.png"/><Relationship Id="rId19" Type="http://schemas.openxmlformats.org/officeDocument/2006/relationships/image" Target="../media/image169.png"/><Relationship Id="rId18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5.png"/><Relationship Id="rId22" Type="http://schemas.openxmlformats.org/officeDocument/2006/relationships/image" Target="../media/image200.png"/><Relationship Id="rId21" Type="http://schemas.openxmlformats.org/officeDocument/2006/relationships/image" Target="../media/image211.png"/><Relationship Id="rId24" Type="http://schemas.openxmlformats.org/officeDocument/2006/relationships/image" Target="../media/image212.png"/><Relationship Id="rId23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7.png"/><Relationship Id="rId4" Type="http://schemas.openxmlformats.org/officeDocument/2006/relationships/image" Target="../media/image216.png"/><Relationship Id="rId9" Type="http://schemas.openxmlformats.org/officeDocument/2006/relationships/image" Target="../media/image184.png"/><Relationship Id="rId26" Type="http://schemas.openxmlformats.org/officeDocument/2006/relationships/image" Target="../media/image218.png"/><Relationship Id="rId25" Type="http://schemas.openxmlformats.org/officeDocument/2006/relationships/image" Target="../media/image214.png"/><Relationship Id="rId5" Type="http://schemas.openxmlformats.org/officeDocument/2006/relationships/image" Target="../media/image167.png"/><Relationship Id="rId6" Type="http://schemas.openxmlformats.org/officeDocument/2006/relationships/image" Target="../media/image203.png"/><Relationship Id="rId7" Type="http://schemas.openxmlformats.org/officeDocument/2006/relationships/image" Target="../media/image79.png"/><Relationship Id="rId8" Type="http://schemas.openxmlformats.org/officeDocument/2006/relationships/image" Target="../media/image206.png"/><Relationship Id="rId11" Type="http://schemas.openxmlformats.org/officeDocument/2006/relationships/image" Target="../media/image198.png"/><Relationship Id="rId10" Type="http://schemas.openxmlformats.org/officeDocument/2006/relationships/image" Target="../media/image46.png"/><Relationship Id="rId13" Type="http://schemas.openxmlformats.org/officeDocument/2006/relationships/image" Target="../media/image191.png"/><Relationship Id="rId12" Type="http://schemas.openxmlformats.org/officeDocument/2006/relationships/image" Target="../media/image142.png"/><Relationship Id="rId15" Type="http://schemas.openxmlformats.org/officeDocument/2006/relationships/image" Target="../media/image207.png"/><Relationship Id="rId14" Type="http://schemas.openxmlformats.org/officeDocument/2006/relationships/image" Target="../media/image21.png"/><Relationship Id="rId17" Type="http://schemas.openxmlformats.org/officeDocument/2006/relationships/image" Target="../media/image194.png"/><Relationship Id="rId16" Type="http://schemas.openxmlformats.org/officeDocument/2006/relationships/image" Target="../media/image202.png"/><Relationship Id="rId19" Type="http://schemas.openxmlformats.org/officeDocument/2006/relationships/image" Target="../media/image210.png"/><Relationship Id="rId18" Type="http://schemas.openxmlformats.org/officeDocument/2006/relationships/image" Target="../media/image193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9.png"/><Relationship Id="rId22" Type="http://schemas.openxmlformats.org/officeDocument/2006/relationships/image" Target="../media/image220.png"/><Relationship Id="rId21" Type="http://schemas.openxmlformats.org/officeDocument/2006/relationships/image" Target="../media/image233.png"/><Relationship Id="rId24" Type="http://schemas.openxmlformats.org/officeDocument/2006/relationships/image" Target="../media/image236.png"/><Relationship Id="rId23" Type="http://schemas.openxmlformats.org/officeDocument/2006/relationships/image" Target="../media/image2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4.png"/><Relationship Id="rId4" Type="http://schemas.openxmlformats.org/officeDocument/2006/relationships/image" Target="../media/image142.png"/><Relationship Id="rId9" Type="http://schemas.openxmlformats.org/officeDocument/2006/relationships/image" Target="../media/image238.png"/><Relationship Id="rId5" Type="http://schemas.openxmlformats.org/officeDocument/2006/relationships/image" Target="../media/image221.png"/><Relationship Id="rId6" Type="http://schemas.openxmlformats.org/officeDocument/2006/relationships/image" Target="../media/image79.png"/><Relationship Id="rId7" Type="http://schemas.openxmlformats.org/officeDocument/2006/relationships/image" Target="../media/image167.png"/><Relationship Id="rId8" Type="http://schemas.openxmlformats.org/officeDocument/2006/relationships/image" Target="../media/image205.png"/><Relationship Id="rId11" Type="http://schemas.openxmlformats.org/officeDocument/2006/relationships/image" Target="../media/image243.png"/><Relationship Id="rId10" Type="http://schemas.openxmlformats.org/officeDocument/2006/relationships/image" Target="../media/image224.png"/><Relationship Id="rId13" Type="http://schemas.openxmlformats.org/officeDocument/2006/relationships/image" Target="../media/image222.png"/><Relationship Id="rId12" Type="http://schemas.openxmlformats.org/officeDocument/2006/relationships/image" Target="../media/image194.png"/><Relationship Id="rId15" Type="http://schemas.openxmlformats.org/officeDocument/2006/relationships/image" Target="../media/image226.png"/><Relationship Id="rId14" Type="http://schemas.openxmlformats.org/officeDocument/2006/relationships/image" Target="../media/image231.png"/><Relationship Id="rId17" Type="http://schemas.openxmlformats.org/officeDocument/2006/relationships/image" Target="../media/image229.png"/><Relationship Id="rId16" Type="http://schemas.openxmlformats.org/officeDocument/2006/relationships/image" Target="../media/image227.png"/><Relationship Id="rId19" Type="http://schemas.openxmlformats.org/officeDocument/2006/relationships/image" Target="../media/image245.png"/><Relationship Id="rId18" Type="http://schemas.openxmlformats.org/officeDocument/2006/relationships/image" Target="../media/image2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7.png"/><Relationship Id="rId4" Type="http://schemas.openxmlformats.org/officeDocument/2006/relationships/image" Target="../media/image241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2.png"/><Relationship Id="rId22" Type="http://schemas.openxmlformats.org/officeDocument/2006/relationships/image" Target="../media/image267.png"/><Relationship Id="rId21" Type="http://schemas.openxmlformats.org/officeDocument/2006/relationships/image" Target="../media/image266.png"/><Relationship Id="rId24" Type="http://schemas.openxmlformats.org/officeDocument/2006/relationships/image" Target="../media/image257.png"/><Relationship Id="rId23" Type="http://schemas.openxmlformats.org/officeDocument/2006/relationships/image" Target="../media/image25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9.png"/><Relationship Id="rId4" Type="http://schemas.openxmlformats.org/officeDocument/2006/relationships/image" Target="../media/image255.png"/><Relationship Id="rId9" Type="http://schemas.openxmlformats.org/officeDocument/2006/relationships/image" Target="../media/image262.png"/><Relationship Id="rId26" Type="http://schemas.openxmlformats.org/officeDocument/2006/relationships/image" Target="../media/image259.png"/><Relationship Id="rId25" Type="http://schemas.openxmlformats.org/officeDocument/2006/relationships/image" Target="../media/image244.png"/><Relationship Id="rId28" Type="http://schemas.openxmlformats.org/officeDocument/2006/relationships/image" Target="../media/image261.png"/><Relationship Id="rId27" Type="http://schemas.openxmlformats.org/officeDocument/2006/relationships/image" Target="../media/image260.png"/><Relationship Id="rId5" Type="http://schemas.openxmlformats.org/officeDocument/2006/relationships/image" Target="../media/image230.png"/><Relationship Id="rId6" Type="http://schemas.openxmlformats.org/officeDocument/2006/relationships/image" Target="../media/image248.png"/><Relationship Id="rId29" Type="http://schemas.openxmlformats.org/officeDocument/2006/relationships/image" Target="../media/image270.png"/><Relationship Id="rId7" Type="http://schemas.openxmlformats.org/officeDocument/2006/relationships/image" Target="../media/image88.png"/><Relationship Id="rId8" Type="http://schemas.openxmlformats.org/officeDocument/2006/relationships/image" Target="../media/image118.png"/><Relationship Id="rId31" Type="http://schemas.openxmlformats.org/officeDocument/2006/relationships/image" Target="../media/image268.png"/><Relationship Id="rId30" Type="http://schemas.openxmlformats.org/officeDocument/2006/relationships/image" Target="../media/image263.png"/><Relationship Id="rId11" Type="http://schemas.openxmlformats.org/officeDocument/2006/relationships/image" Target="../media/image46.png"/><Relationship Id="rId33" Type="http://schemas.openxmlformats.org/officeDocument/2006/relationships/image" Target="../media/image264.png"/><Relationship Id="rId10" Type="http://schemas.openxmlformats.org/officeDocument/2006/relationships/image" Target="../media/image30.png"/><Relationship Id="rId32" Type="http://schemas.openxmlformats.org/officeDocument/2006/relationships/image" Target="../media/image265.png"/><Relationship Id="rId13" Type="http://schemas.openxmlformats.org/officeDocument/2006/relationships/image" Target="../media/image250.png"/><Relationship Id="rId12" Type="http://schemas.openxmlformats.org/officeDocument/2006/relationships/image" Target="../media/image247.png"/><Relationship Id="rId34" Type="http://schemas.openxmlformats.org/officeDocument/2006/relationships/image" Target="../media/image142.png"/><Relationship Id="rId15" Type="http://schemas.openxmlformats.org/officeDocument/2006/relationships/image" Target="../media/image269.png"/><Relationship Id="rId14" Type="http://schemas.openxmlformats.org/officeDocument/2006/relationships/image" Target="../media/image251.png"/><Relationship Id="rId17" Type="http://schemas.openxmlformats.org/officeDocument/2006/relationships/image" Target="../media/image240.png"/><Relationship Id="rId16" Type="http://schemas.openxmlformats.org/officeDocument/2006/relationships/image" Target="../media/image242.png"/><Relationship Id="rId19" Type="http://schemas.openxmlformats.org/officeDocument/2006/relationships/image" Target="../media/image253.png"/><Relationship Id="rId18" Type="http://schemas.openxmlformats.org/officeDocument/2006/relationships/image" Target="../media/image2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89129" y="368822"/>
            <a:ext cx="6679742" cy="161165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-3143"/>
            <a:ext cx="6858000" cy="31540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G1.8 – Understand and use the properties of diagonals of quadrilaterals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34188" y="675711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06791" y="856087"/>
            <a:ext cx="486401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find angles involving diagonals in squares and rectangles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find angles involving diagonals in parallelograms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find angles involving diagonals in rhombuses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find angles involving diagonals in kites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find angles involving diagonals in trapeziums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56777" y="417675"/>
            <a:ext cx="6534707" cy="2856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be able to use properties of diagonals to find angles in quadrilaterals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416731" y="871474"/>
            <a:ext cx="1271717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Quadrilateral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Diagonal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Bisect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Perpendicular</a:t>
            </a:r>
            <a:endParaRPr/>
          </a:p>
        </p:txBody>
      </p:sp>
      <p:cxnSp>
        <p:nvCxnSpPr>
          <p:cNvPr id="95" name="Google Shape;95;p13"/>
          <p:cNvCxnSpPr/>
          <p:nvPr/>
        </p:nvCxnSpPr>
        <p:spPr>
          <a:xfrm flipH="1" rot="10800000">
            <a:off x="934542" y="4151857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3"/>
          <p:cNvSpPr/>
          <p:nvPr/>
        </p:nvSpPr>
        <p:spPr>
          <a:xfrm>
            <a:off x="79391" y="2023436"/>
            <a:ext cx="6699219" cy="348224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13"/>
          <p:cNvCxnSpPr/>
          <p:nvPr/>
        </p:nvCxnSpPr>
        <p:spPr>
          <a:xfrm>
            <a:off x="79861" y="3863472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13"/>
          <p:cNvCxnSpPr>
            <a:stCxn id="96" idx="2"/>
            <a:endCxn id="96" idx="0"/>
          </p:cNvCxnSpPr>
          <p:nvPr/>
        </p:nvCxnSpPr>
        <p:spPr>
          <a:xfrm rot="10800000">
            <a:off x="3429000" y="2023579"/>
            <a:ext cx="0" cy="348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13"/>
          <p:cNvSpPr txBox="1"/>
          <p:nvPr/>
        </p:nvSpPr>
        <p:spPr>
          <a:xfrm>
            <a:off x="94435" y="2037771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5566646" y="2085801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113180" y="3874858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5551478" y="3867421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209446" y="2415350"/>
            <a:ext cx="32303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generic name for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four-sided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shape.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3494028" y="2176271"/>
            <a:ext cx="3230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quadrilateral has to have four sides.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Rectangles, squares, trapeziums, kites, parallelograms and rhombuses are types of quadrilaterals.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2750190" y="3669679"/>
            <a:ext cx="1417632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Quadrilateral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2029686" y="4144420"/>
            <a:ext cx="977031" cy="457446"/>
          </a:xfrm>
          <a:prstGeom prst="rect">
            <a:avLst/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1916849" y="4749093"/>
            <a:ext cx="781988" cy="625649"/>
          </a:xfrm>
          <a:prstGeom prst="trapezoid">
            <a:avLst>
              <a:gd fmla="val 25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1204534" y="4195460"/>
            <a:ext cx="613775" cy="918476"/>
          </a:xfrm>
          <a:prstGeom prst="diamond">
            <a:avLst/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507261" y="4654698"/>
            <a:ext cx="559546" cy="703924"/>
          </a:xfrm>
          <a:custGeom>
            <a:rect b="b" l="l" r="r" t="t"/>
            <a:pathLst>
              <a:path extrusionOk="0" h="1110970" w="820221">
                <a:moveTo>
                  <a:pt x="325677" y="0"/>
                </a:moveTo>
                <a:lnTo>
                  <a:pt x="256550" y="463463"/>
                </a:lnTo>
                <a:lnTo>
                  <a:pt x="820221" y="1110970"/>
                </a:lnTo>
                <a:lnTo>
                  <a:pt x="0" y="609928"/>
                </a:lnTo>
                <a:lnTo>
                  <a:pt x="325677" y="0"/>
                </a:lnTo>
                <a:close/>
              </a:path>
            </a:pathLst>
          </a:cu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294319" y="3969056"/>
            <a:ext cx="847584" cy="694276"/>
          </a:xfrm>
          <a:custGeom>
            <a:rect b="b" l="l" r="r" t="t"/>
            <a:pathLst>
              <a:path extrusionOk="0" h="694276" w="847584">
                <a:moveTo>
                  <a:pt x="0" y="694276"/>
                </a:moveTo>
                <a:lnTo>
                  <a:pt x="402168" y="175364"/>
                </a:lnTo>
                <a:lnTo>
                  <a:pt x="847584" y="0"/>
                </a:lnTo>
                <a:lnTo>
                  <a:pt x="720989" y="581542"/>
                </a:lnTo>
                <a:lnTo>
                  <a:pt x="0" y="694276"/>
                </a:lnTo>
                <a:close/>
              </a:path>
            </a:pathLst>
          </a:cu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5744495" y="4209584"/>
            <a:ext cx="877327" cy="836392"/>
          </a:xfrm>
          <a:prstGeom prst="ellipse">
            <a:avLst/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5055092" y="4855710"/>
            <a:ext cx="663878" cy="649973"/>
          </a:xfrm>
          <a:prstGeom prst="mathMultiply">
            <a:avLst>
              <a:gd fmla="val 23520" name="adj1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4528345" y="4122300"/>
            <a:ext cx="703022" cy="614827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3571745" y="4620355"/>
            <a:ext cx="877325" cy="713627"/>
          </a:xfrm>
          <a:prstGeom prst="cube">
            <a:avLst>
              <a:gd fmla="val 25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3"/>
          <p:cNvPicPr preferRelativeResize="0"/>
          <p:nvPr/>
        </p:nvPicPr>
        <p:blipFill rotWithShape="1">
          <a:blip r:embed="rId3">
            <a:alphaModFix/>
          </a:blip>
          <a:srcRect b="4223" l="2378" r="2574" t="2634"/>
          <a:stretch/>
        </p:blipFill>
        <p:spPr>
          <a:xfrm>
            <a:off x="294319" y="5764506"/>
            <a:ext cx="6327504" cy="293462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" name="Google Shape;116;p13"/>
          <p:cNvSpPr txBox="1"/>
          <p:nvPr>
            <p:ph idx="12" type="sldNum"/>
          </p:nvPr>
        </p:nvSpPr>
        <p:spPr>
          <a:xfrm>
            <a:off x="5225821" y="-9106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Google Shape;121;p14"/>
          <p:cNvGraphicFramePr/>
          <p:nvPr/>
        </p:nvGraphicFramePr>
        <p:xfrm>
          <a:off x="79391" y="57352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1256125"/>
                <a:gridCol w="1792700"/>
                <a:gridCol w="1840825"/>
                <a:gridCol w="1799825"/>
              </a:tblGrid>
              <a:tr h="32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9375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Look for the features of the diagonals of the quadrilateral listed above</a:t>
                      </a:r>
                      <a:endParaRPr/>
                    </a:p>
                    <a:p>
                      <a:pPr indent="-1524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Add in the features and use them to find the missing angle.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2" name="Google Shape;122;p14"/>
          <p:cNvSpPr/>
          <p:nvPr/>
        </p:nvSpPr>
        <p:spPr>
          <a:xfrm>
            <a:off x="69227" y="5397711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be able to find angles in diagonals in squares and rectangles.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251284" y="6498638"/>
            <a:ext cx="1740680" cy="1155021"/>
            <a:chOff x="976429" y="616358"/>
            <a:chExt cx="2237034" cy="1330247"/>
          </a:xfrm>
        </p:grpSpPr>
        <p:sp>
          <p:nvSpPr>
            <p:cNvPr id="124" name="Google Shape;124;p14"/>
            <p:cNvSpPr/>
            <p:nvPr/>
          </p:nvSpPr>
          <p:spPr>
            <a:xfrm>
              <a:off x="976429" y="616358"/>
              <a:ext cx="476834" cy="387077"/>
            </a:xfrm>
            <a:prstGeom prst="pie">
              <a:avLst>
                <a:gd fmla="val 1795625" name="adj1"/>
                <a:gd fmla="val 5447194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5" name="Google Shape;125;p14"/>
            <p:cNvGrpSpPr/>
            <p:nvPr/>
          </p:nvGrpSpPr>
          <p:grpSpPr>
            <a:xfrm>
              <a:off x="1214846" y="809896"/>
              <a:ext cx="1998617" cy="1136709"/>
              <a:chOff x="1214846" y="809897"/>
              <a:chExt cx="1998617" cy="1136709"/>
            </a:xfrm>
          </p:grpSpPr>
          <p:grpSp>
            <p:nvGrpSpPr>
              <p:cNvPr id="126" name="Google Shape;126;p14"/>
              <p:cNvGrpSpPr/>
              <p:nvPr/>
            </p:nvGrpSpPr>
            <p:grpSpPr>
              <a:xfrm>
                <a:off x="1214846" y="809897"/>
                <a:ext cx="1998617" cy="1136709"/>
                <a:chOff x="1214846" y="809897"/>
                <a:chExt cx="1998617" cy="1136709"/>
              </a:xfrm>
            </p:grpSpPr>
            <p:sp>
              <p:nvSpPr>
                <p:cNvPr id="127" name="Google Shape;127;p14"/>
                <p:cNvSpPr/>
                <p:nvPr/>
              </p:nvSpPr>
              <p:spPr>
                <a:xfrm>
                  <a:off x="1214846" y="809897"/>
                  <a:ext cx="1998617" cy="1136709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8" name="Google Shape;128;p14"/>
                <p:cNvCxnSpPr/>
                <p:nvPr/>
              </p:nvCxnSpPr>
              <p:spPr>
                <a:xfrm>
                  <a:off x="1214846" y="809897"/>
                  <a:ext cx="1998617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9" name="Google Shape;129;p14"/>
                <p:cNvCxnSpPr/>
                <p:nvPr/>
              </p:nvCxnSpPr>
              <p:spPr>
                <a:xfrm flipH="1" rot="10800000">
                  <a:off x="1214846" y="809897"/>
                  <a:ext cx="1998617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30" name="Google Shape;130;p14"/>
              <p:cNvSpPr txBox="1"/>
              <p:nvPr/>
            </p:nvSpPr>
            <p:spPr>
              <a:xfrm>
                <a:off x="1214846" y="1003435"/>
                <a:ext cx="328613" cy="276999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31" name="Google Shape;131;p14"/>
              <p:cNvSpPr/>
              <p:nvPr/>
            </p:nvSpPr>
            <p:spPr>
              <a:xfrm>
                <a:off x="1975737" y="1184712"/>
                <a:ext cx="476834" cy="387077"/>
              </a:xfrm>
              <a:prstGeom prst="pie">
                <a:avLst>
                  <a:gd fmla="val 1795625" name="adj1"/>
                  <a:gd fmla="val 9101989" name="adj2"/>
                </a:avLst>
              </a:prstGeom>
              <a:noFill/>
              <a:ln cap="flat" cmpd="sng" w="9525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4"/>
              <p:cNvSpPr txBox="1"/>
              <p:nvPr/>
            </p:nvSpPr>
            <p:spPr>
              <a:xfrm>
                <a:off x="1975737" y="1571789"/>
                <a:ext cx="328613" cy="276999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5405" l="0" r="-59574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133" name="Google Shape;133;p14"/>
          <p:cNvGrpSpPr/>
          <p:nvPr/>
        </p:nvGrpSpPr>
        <p:grpSpPr>
          <a:xfrm>
            <a:off x="5000115" y="6498638"/>
            <a:ext cx="1746566" cy="1076696"/>
            <a:chOff x="976429" y="616358"/>
            <a:chExt cx="2237034" cy="1330247"/>
          </a:xfrm>
        </p:grpSpPr>
        <p:sp>
          <p:nvSpPr>
            <p:cNvPr id="134" name="Google Shape;134;p14"/>
            <p:cNvSpPr/>
            <p:nvPr/>
          </p:nvSpPr>
          <p:spPr>
            <a:xfrm>
              <a:off x="976429" y="616358"/>
              <a:ext cx="476834" cy="387077"/>
            </a:xfrm>
            <a:prstGeom prst="pie">
              <a:avLst>
                <a:gd fmla="val 102664" name="adj1"/>
                <a:gd fmla="val 1686076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5" name="Google Shape;135;p14"/>
            <p:cNvGrpSpPr/>
            <p:nvPr/>
          </p:nvGrpSpPr>
          <p:grpSpPr>
            <a:xfrm>
              <a:off x="1214846" y="754490"/>
              <a:ext cx="1998617" cy="1192115"/>
              <a:chOff x="1214846" y="754491"/>
              <a:chExt cx="1998617" cy="1192115"/>
            </a:xfrm>
          </p:grpSpPr>
          <p:grpSp>
            <p:nvGrpSpPr>
              <p:cNvPr id="136" name="Google Shape;136;p14"/>
              <p:cNvGrpSpPr/>
              <p:nvPr/>
            </p:nvGrpSpPr>
            <p:grpSpPr>
              <a:xfrm>
                <a:off x="1214846" y="809897"/>
                <a:ext cx="1998617" cy="1136709"/>
                <a:chOff x="1214846" y="809897"/>
                <a:chExt cx="1998617" cy="1136709"/>
              </a:xfrm>
            </p:grpSpPr>
            <p:sp>
              <p:nvSpPr>
                <p:cNvPr id="137" name="Google Shape;137;p14"/>
                <p:cNvSpPr/>
                <p:nvPr/>
              </p:nvSpPr>
              <p:spPr>
                <a:xfrm>
                  <a:off x="1214846" y="809897"/>
                  <a:ext cx="1998617" cy="1136709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38" name="Google Shape;138;p14"/>
                <p:cNvCxnSpPr/>
                <p:nvPr/>
              </p:nvCxnSpPr>
              <p:spPr>
                <a:xfrm>
                  <a:off x="1214846" y="809897"/>
                  <a:ext cx="1998617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9" name="Google Shape;139;p14"/>
                <p:cNvCxnSpPr/>
                <p:nvPr/>
              </p:nvCxnSpPr>
              <p:spPr>
                <a:xfrm flipH="1" rot="10800000">
                  <a:off x="1214846" y="809897"/>
                  <a:ext cx="1998617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40" name="Google Shape;140;p14"/>
              <p:cNvSpPr txBox="1"/>
              <p:nvPr/>
            </p:nvSpPr>
            <p:spPr>
              <a:xfrm>
                <a:off x="1410195" y="754491"/>
                <a:ext cx="328613" cy="276999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41" name="Google Shape;141;p14"/>
              <p:cNvSpPr/>
              <p:nvPr/>
            </p:nvSpPr>
            <p:spPr>
              <a:xfrm>
                <a:off x="1975737" y="1184712"/>
                <a:ext cx="476834" cy="387077"/>
              </a:xfrm>
              <a:prstGeom prst="pie">
                <a:avLst>
                  <a:gd fmla="val 19742714" name="adj1"/>
                  <a:gd fmla="val 1836426" name="adj2"/>
                </a:avLst>
              </a:prstGeom>
              <a:noFill/>
              <a:ln cap="flat" cmpd="sng" w="9525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4"/>
              <p:cNvSpPr txBox="1"/>
              <p:nvPr/>
            </p:nvSpPr>
            <p:spPr>
              <a:xfrm>
                <a:off x="2395530" y="1239750"/>
                <a:ext cx="328613" cy="276999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-2449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143" name="Google Shape;143;p14"/>
          <p:cNvGrpSpPr/>
          <p:nvPr/>
        </p:nvGrpSpPr>
        <p:grpSpPr>
          <a:xfrm>
            <a:off x="3276375" y="6612016"/>
            <a:ext cx="1491224" cy="1506326"/>
            <a:chOff x="1214846" y="809896"/>
            <a:chExt cx="2237034" cy="1330247"/>
          </a:xfrm>
        </p:grpSpPr>
        <p:sp>
          <p:nvSpPr>
            <p:cNvPr id="144" name="Google Shape;144;p14"/>
            <p:cNvSpPr/>
            <p:nvPr/>
          </p:nvSpPr>
          <p:spPr>
            <a:xfrm>
              <a:off x="2975046" y="1753066"/>
              <a:ext cx="476834" cy="387077"/>
            </a:xfrm>
            <a:prstGeom prst="pie">
              <a:avLst>
                <a:gd fmla="val 10854577" name="adj1"/>
                <a:gd fmla="val 13089958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" name="Google Shape;145;p14"/>
            <p:cNvGrpSpPr/>
            <p:nvPr/>
          </p:nvGrpSpPr>
          <p:grpSpPr>
            <a:xfrm>
              <a:off x="1214846" y="809896"/>
              <a:ext cx="1998617" cy="1220167"/>
              <a:chOff x="1214846" y="809897"/>
              <a:chExt cx="1998617" cy="1220167"/>
            </a:xfrm>
          </p:grpSpPr>
          <p:grpSp>
            <p:nvGrpSpPr>
              <p:cNvPr id="146" name="Google Shape;146;p14"/>
              <p:cNvGrpSpPr/>
              <p:nvPr/>
            </p:nvGrpSpPr>
            <p:grpSpPr>
              <a:xfrm>
                <a:off x="1214846" y="809897"/>
                <a:ext cx="1998617" cy="1136709"/>
                <a:chOff x="1214846" y="809897"/>
                <a:chExt cx="1998617" cy="1136709"/>
              </a:xfrm>
            </p:grpSpPr>
            <p:sp>
              <p:nvSpPr>
                <p:cNvPr id="147" name="Google Shape;147;p14"/>
                <p:cNvSpPr/>
                <p:nvPr/>
              </p:nvSpPr>
              <p:spPr>
                <a:xfrm>
                  <a:off x="1214846" y="809897"/>
                  <a:ext cx="1998617" cy="1136709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48" name="Google Shape;148;p14"/>
                <p:cNvCxnSpPr/>
                <p:nvPr/>
              </p:nvCxnSpPr>
              <p:spPr>
                <a:xfrm>
                  <a:off x="1214846" y="809897"/>
                  <a:ext cx="1998617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49" name="Google Shape;149;p14"/>
                <p:cNvCxnSpPr/>
                <p:nvPr/>
              </p:nvCxnSpPr>
              <p:spPr>
                <a:xfrm flipH="1" rot="10800000">
                  <a:off x="1214846" y="809897"/>
                  <a:ext cx="1998617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50" name="Google Shape;150;p14"/>
              <p:cNvSpPr txBox="1"/>
              <p:nvPr/>
            </p:nvSpPr>
            <p:spPr>
              <a:xfrm>
                <a:off x="2728898" y="1753065"/>
                <a:ext cx="328613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1" name="Google Shape;151;p14"/>
              <p:cNvSpPr/>
              <p:nvPr/>
            </p:nvSpPr>
            <p:spPr>
              <a:xfrm>
                <a:off x="1975737" y="1184712"/>
                <a:ext cx="476834" cy="387077"/>
              </a:xfrm>
              <a:prstGeom prst="pie">
                <a:avLst>
                  <a:gd fmla="val 13552484" name="adj1"/>
                  <a:gd fmla="val 18900357" name="adj2"/>
                </a:avLst>
              </a:prstGeom>
              <a:noFill/>
              <a:ln cap="flat" cmpd="sng" w="9525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4"/>
              <p:cNvSpPr txBox="1"/>
              <p:nvPr/>
            </p:nvSpPr>
            <p:spPr>
              <a:xfrm>
                <a:off x="1974180" y="962754"/>
                <a:ext cx="328613" cy="23471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69443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53" name="Google Shape;153;p14"/>
          <p:cNvSpPr txBox="1"/>
          <p:nvPr/>
        </p:nvSpPr>
        <p:spPr>
          <a:xfrm>
            <a:off x="1436801" y="8118342"/>
            <a:ext cx="1555163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3212436" y="8114462"/>
            <a:ext cx="1555163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5186259" y="8164793"/>
            <a:ext cx="1555163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56" name="Google Shape;156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11770" y="178621"/>
            <a:ext cx="5745386" cy="503060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4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/>
          <p:nvPr/>
        </p:nvSpPr>
        <p:spPr>
          <a:xfrm>
            <a:off x="132544" y="151481"/>
            <a:ext cx="1137954" cy="431251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1270498" y="352832"/>
            <a:ext cx="5531502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778" l="0" r="0" t="-22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418105" y="1132627"/>
            <a:ext cx="1873746" cy="1569910"/>
            <a:chOff x="1214846" y="809896"/>
            <a:chExt cx="2237034" cy="1330247"/>
          </a:xfrm>
        </p:grpSpPr>
        <p:sp>
          <p:nvSpPr>
            <p:cNvPr id="166" name="Google Shape;166;p15"/>
            <p:cNvSpPr/>
            <p:nvPr/>
          </p:nvSpPr>
          <p:spPr>
            <a:xfrm>
              <a:off x="2975046" y="1753066"/>
              <a:ext cx="476834" cy="387077"/>
            </a:xfrm>
            <a:prstGeom prst="pie">
              <a:avLst>
                <a:gd fmla="val 10854577" name="adj1"/>
                <a:gd fmla="val 13089958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7" name="Google Shape;167;p15"/>
            <p:cNvGrpSpPr/>
            <p:nvPr/>
          </p:nvGrpSpPr>
          <p:grpSpPr>
            <a:xfrm>
              <a:off x="1214846" y="809896"/>
              <a:ext cx="1998617" cy="1220167"/>
              <a:chOff x="1214846" y="809897"/>
              <a:chExt cx="1998617" cy="1220167"/>
            </a:xfrm>
          </p:grpSpPr>
          <p:grpSp>
            <p:nvGrpSpPr>
              <p:cNvPr id="168" name="Google Shape;168;p15"/>
              <p:cNvGrpSpPr/>
              <p:nvPr/>
            </p:nvGrpSpPr>
            <p:grpSpPr>
              <a:xfrm>
                <a:off x="1214846" y="809897"/>
                <a:ext cx="1998617" cy="1136709"/>
                <a:chOff x="1214846" y="809897"/>
                <a:chExt cx="1998617" cy="1136709"/>
              </a:xfrm>
            </p:grpSpPr>
            <p:sp>
              <p:nvSpPr>
                <p:cNvPr id="169" name="Google Shape;169;p15"/>
                <p:cNvSpPr/>
                <p:nvPr/>
              </p:nvSpPr>
              <p:spPr>
                <a:xfrm>
                  <a:off x="1214846" y="809897"/>
                  <a:ext cx="1998617" cy="1136709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70" name="Google Shape;170;p15"/>
                <p:cNvCxnSpPr/>
                <p:nvPr/>
              </p:nvCxnSpPr>
              <p:spPr>
                <a:xfrm>
                  <a:off x="1214846" y="809897"/>
                  <a:ext cx="1998617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1" name="Google Shape;171;p15"/>
                <p:cNvCxnSpPr/>
                <p:nvPr/>
              </p:nvCxnSpPr>
              <p:spPr>
                <a:xfrm flipH="1" rot="10800000">
                  <a:off x="1214846" y="809897"/>
                  <a:ext cx="1998617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72" name="Google Shape;172;p15"/>
              <p:cNvSpPr txBox="1"/>
              <p:nvPr/>
            </p:nvSpPr>
            <p:spPr>
              <a:xfrm>
                <a:off x="2728898" y="1753065"/>
                <a:ext cx="328613" cy="276999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1975737" y="1184712"/>
                <a:ext cx="476834" cy="387077"/>
              </a:xfrm>
              <a:prstGeom prst="pie">
                <a:avLst>
                  <a:gd fmla="val 13224106" name="adj1"/>
                  <a:gd fmla="val 19161054" name="adj2"/>
                </a:avLst>
              </a:prstGeom>
              <a:noFill/>
              <a:ln cap="flat" cmpd="sng" w="9525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5"/>
              <p:cNvSpPr txBox="1"/>
              <p:nvPr/>
            </p:nvSpPr>
            <p:spPr>
              <a:xfrm>
                <a:off x="1974180" y="962754"/>
                <a:ext cx="328613" cy="23471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-3555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175" name="Google Shape;175;p15"/>
          <p:cNvGrpSpPr/>
          <p:nvPr/>
        </p:nvGrpSpPr>
        <p:grpSpPr>
          <a:xfrm>
            <a:off x="2382623" y="917274"/>
            <a:ext cx="2279618" cy="1569910"/>
            <a:chOff x="1214846" y="616358"/>
            <a:chExt cx="2721598" cy="1330247"/>
          </a:xfrm>
        </p:grpSpPr>
        <p:sp>
          <p:nvSpPr>
            <p:cNvPr id="176" name="Google Shape;176;p15"/>
            <p:cNvSpPr/>
            <p:nvPr/>
          </p:nvSpPr>
          <p:spPr>
            <a:xfrm>
              <a:off x="3459610" y="616358"/>
              <a:ext cx="476834" cy="387077"/>
            </a:xfrm>
            <a:prstGeom prst="pie">
              <a:avLst>
                <a:gd fmla="val 8900510" name="adj1"/>
                <a:gd fmla="val 10763437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7" name="Google Shape;177;p15"/>
            <p:cNvGrpSpPr/>
            <p:nvPr/>
          </p:nvGrpSpPr>
          <p:grpSpPr>
            <a:xfrm>
              <a:off x="1214846" y="790917"/>
              <a:ext cx="2490862" cy="1155688"/>
              <a:chOff x="1214846" y="790918"/>
              <a:chExt cx="2490862" cy="1155688"/>
            </a:xfrm>
          </p:grpSpPr>
          <p:grpSp>
            <p:nvGrpSpPr>
              <p:cNvPr id="178" name="Google Shape;178;p15"/>
              <p:cNvGrpSpPr/>
              <p:nvPr/>
            </p:nvGrpSpPr>
            <p:grpSpPr>
              <a:xfrm>
                <a:off x="1214846" y="809897"/>
                <a:ext cx="2490862" cy="1136709"/>
                <a:chOff x="1214846" y="809897"/>
                <a:chExt cx="2490862" cy="1136709"/>
              </a:xfrm>
            </p:grpSpPr>
            <p:sp>
              <p:nvSpPr>
                <p:cNvPr id="179" name="Google Shape;179;p15"/>
                <p:cNvSpPr/>
                <p:nvPr/>
              </p:nvSpPr>
              <p:spPr>
                <a:xfrm>
                  <a:off x="1214846" y="809897"/>
                  <a:ext cx="2490862" cy="1136709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80" name="Google Shape;180;p15"/>
                <p:cNvCxnSpPr/>
                <p:nvPr/>
              </p:nvCxnSpPr>
              <p:spPr>
                <a:xfrm>
                  <a:off x="1214846" y="809897"/>
                  <a:ext cx="2483181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" name="Google Shape;181;p15"/>
                <p:cNvCxnSpPr/>
                <p:nvPr/>
              </p:nvCxnSpPr>
              <p:spPr>
                <a:xfrm flipH="1" rot="10800000">
                  <a:off x="1214846" y="809897"/>
                  <a:ext cx="2490862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82" name="Google Shape;182;p15"/>
              <p:cNvSpPr txBox="1"/>
              <p:nvPr/>
            </p:nvSpPr>
            <p:spPr>
              <a:xfrm>
                <a:off x="2972405" y="790918"/>
                <a:ext cx="328613" cy="276999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83" name="Google Shape;183;p15"/>
              <p:cNvSpPr/>
              <p:nvPr/>
            </p:nvSpPr>
            <p:spPr>
              <a:xfrm>
                <a:off x="2218018" y="1184712"/>
                <a:ext cx="476833" cy="387077"/>
              </a:xfrm>
              <a:prstGeom prst="pie">
                <a:avLst>
                  <a:gd fmla="val 2023841" name="adj1"/>
                  <a:gd fmla="val 8818592" name="adj2"/>
                </a:avLst>
              </a:prstGeom>
              <a:noFill/>
              <a:ln cap="flat" cmpd="sng" w="9525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5"/>
              <p:cNvSpPr txBox="1"/>
              <p:nvPr/>
            </p:nvSpPr>
            <p:spPr>
              <a:xfrm>
                <a:off x="2218018" y="1571789"/>
                <a:ext cx="328613" cy="23471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-66667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185" name="Google Shape;185;p15"/>
          <p:cNvGrpSpPr/>
          <p:nvPr/>
        </p:nvGrpSpPr>
        <p:grpSpPr>
          <a:xfrm>
            <a:off x="4612065" y="904221"/>
            <a:ext cx="2279618" cy="1569910"/>
            <a:chOff x="1214846" y="616358"/>
            <a:chExt cx="2721598" cy="1330247"/>
          </a:xfrm>
        </p:grpSpPr>
        <p:sp>
          <p:nvSpPr>
            <p:cNvPr id="186" name="Google Shape;186;p15"/>
            <p:cNvSpPr/>
            <p:nvPr/>
          </p:nvSpPr>
          <p:spPr>
            <a:xfrm>
              <a:off x="3459610" y="616358"/>
              <a:ext cx="476834" cy="387077"/>
            </a:xfrm>
            <a:prstGeom prst="pie">
              <a:avLst>
                <a:gd fmla="val 5144956" name="adj1"/>
                <a:gd fmla="val 8773336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7" name="Google Shape;187;p15"/>
            <p:cNvGrpSpPr/>
            <p:nvPr/>
          </p:nvGrpSpPr>
          <p:grpSpPr>
            <a:xfrm>
              <a:off x="1214846" y="809896"/>
              <a:ext cx="2494703" cy="1136709"/>
              <a:chOff x="1214846" y="809897"/>
              <a:chExt cx="2494703" cy="1136709"/>
            </a:xfrm>
          </p:grpSpPr>
          <p:grpSp>
            <p:nvGrpSpPr>
              <p:cNvPr id="188" name="Google Shape;188;p15"/>
              <p:cNvGrpSpPr/>
              <p:nvPr/>
            </p:nvGrpSpPr>
            <p:grpSpPr>
              <a:xfrm>
                <a:off x="1214846" y="809897"/>
                <a:ext cx="2490862" cy="1136709"/>
                <a:chOff x="1214846" y="809897"/>
                <a:chExt cx="2490862" cy="1136709"/>
              </a:xfrm>
            </p:grpSpPr>
            <p:sp>
              <p:nvSpPr>
                <p:cNvPr id="189" name="Google Shape;189;p15"/>
                <p:cNvSpPr/>
                <p:nvPr/>
              </p:nvSpPr>
              <p:spPr>
                <a:xfrm>
                  <a:off x="1214846" y="809897"/>
                  <a:ext cx="2490862" cy="1136709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90" name="Google Shape;190;p15"/>
                <p:cNvCxnSpPr/>
                <p:nvPr/>
              </p:nvCxnSpPr>
              <p:spPr>
                <a:xfrm>
                  <a:off x="1214846" y="809897"/>
                  <a:ext cx="2483181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1" name="Google Shape;191;p15"/>
                <p:cNvCxnSpPr/>
                <p:nvPr/>
              </p:nvCxnSpPr>
              <p:spPr>
                <a:xfrm flipH="1" rot="10800000">
                  <a:off x="1214846" y="809897"/>
                  <a:ext cx="2490862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92" name="Google Shape;192;p15"/>
              <p:cNvSpPr txBox="1"/>
              <p:nvPr/>
            </p:nvSpPr>
            <p:spPr>
              <a:xfrm>
                <a:off x="3380936" y="959902"/>
                <a:ext cx="328613" cy="276999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93" name="Google Shape;193;p15"/>
              <p:cNvSpPr/>
              <p:nvPr/>
            </p:nvSpPr>
            <p:spPr>
              <a:xfrm>
                <a:off x="2218018" y="1184712"/>
                <a:ext cx="476833" cy="387077"/>
              </a:xfrm>
              <a:prstGeom prst="pie">
                <a:avLst>
                  <a:gd fmla="val 8904233" name="adj1"/>
                  <a:gd fmla="val 12816691" name="adj2"/>
                </a:avLst>
              </a:prstGeom>
              <a:noFill/>
              <a:ln cap="flat" cmpd="sng" w="9525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5"/>
              <p:cNvSpPr txBox="1"/>
              <p:nvPr/>
            </p:nvSpPr>
            <p:spPr>
              <a:xfrm>
                <a:off x="1773065" y="1260894"/>
                <a:ext cx="328613" cy="234712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-3555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195" name="Google Shape;195;p15"/>
          <p:cNvGrpSpPr/>
          <p:nvPr/>
        </p:nvGrpSpPr>
        <p:grpSpPr>
          <a:xfrm>
            <a:off x="373854" y="3981119"/>
            <a:ext cx="1873746" cy="1569910"/>
            <a:chOff x="1214846" y="809896"/>
            <a:chExt cx="2237034" cy="1330247"/>
          </a:xfrm>
        </p:grpSpPr>
        <p:sp>
          <p:nvSpPr>
            <p:cNvPr id="196" name="Google Shape;196;p15"/>
            <p:cNvSpPr/>
            <p:nvPr/>
          </p:nvSpPr>
          <p:spPr>
            <a:xfrm>
              <a:off x="2975046" y="1753066"/>
              <a:ext cx="476834" cy="387077"/>
            </a:xfrm>
            <a:prstGeom prst="pie">
              <a:avLst>
                <a:gd fmla="val 10854577" name="adj1"/>
                <a:gd fmla="val 13089958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7" name="Google Shape;197;p15"/>
            <p:cNvGrpSpPr/>
            <p:nvPr/>
          </p:nvGrpSpPr>
          <p:grpSpPr>
            <a:xfrm>
              <a:off x="1214846" y="809896"/>
              <a:ext cx="1998617" cy="1177882"/>
              <a:chOff x="1214846" y="809897"/>
              <a:chExt cx="1998617" cy="1177882"/>
            </a:xfrm>
          </p:grpSpPr>
          <p:grpSp>
            <p:nvGrpSpPr>
              <p:cNvPr id="198" name="Google Shape;198;p15"/>
              <p:cNvGrpSpPr/>
              <p:nvPr/>
            </p:nvGrpSpPr>
            <p:grpSpPr>
              <a:xfrm>
                <a:off x="1214846" y="809897"/>
                <a:ext cx="1998617" cy="1136709"/>
                <a:chOff x="1214846" y="809897"/>
                <a:chExt cx="1998617" cy="1136709"/>
              </a:xfrm>
            </p:grpSpPr>
            <p:sp>
              <p:nvSpPr>
                <p:cNvPr id="199" name="Google Shape;199;p15"/>
                <p:cNvSpPr/>
                <p:nvPr/>
              </p:nvSpPr>
              <p:spPr>
                <a:xfrm>
                  <a:off x="1214846" y="809897"/>
                  <a:ext cx="1998617" cy="1136709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00" name="Google Shape;200;p15"/>
                <p:cNvCxnSpPr/>
                <p:nvPr/>
              </p:nvCxnSpPr>
              <p:spPr>
                <a:xfrm>
                  <a:off x="1214846" y="809897"/>
                  <a:ext cx="1998617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1" name="Google Shape;201;p15"/>
                <p:cNvCxnSpPr/>
                <p:nvPr/>
              </p:nvCxnSpPr>
              <p:spPr>
                <a:xfrm flipH="1" rot="10800000">
                  <a:off x="1214846" y="809897"/>
                  <a:ext cx="1998617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02" name="Google Shape;202;p15"/>
              <p:cNvSpPr txBox="1"/>
              <p:nvPr/>
            </p:nvSpPr>
            <p:spPr>
              <a:xfrm>
                <a:off x="2538062" y="1753067"/>
                <a:ext cx="328613" cy="23471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3555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03" name="Google Shape;203;p15"/>
              <p:cNvSpPr/>
              <p:nvPr/>
            </p:nvSpPr>
            <p:spPr>
              <a:xfrm>
                <a:off x="1975737" y="1184712"/>
                <a:ext cx="476834" cy="387077"/>
              </a:xfrm>
              <a:prstGeom prst="pie">
                <a:avLst>
                  <a:gd fmla="val 13224106" name="adj1"/>
                  <a:gd fmla="val 19161054" name="adj2"/>
                </a:avLst>
              </a:prstGeom>
              <a:noFill/>
              <a:ln cap="flat" cmpd="sng" w="9525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5"/>
              <p:cNvSpPr txBox="1"/>
              <p:nvPr/>
            </p:nvSpPr>
            <p:spPr>
              <a:xfrm>
                <a:off x="1974180" y="962754"/>
                <a:ext cx="328613" cy="23471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-2222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205" name="Google Shape;205;p15"/>
          <p:cNvGrpSpPr/>
          <p:nvPr/>
        </p:nvGrpSpPr>
        <p:grpSpPr>
          <a:xfrm>
            <a:off x="2393450" y="3765829"/>
            <a:ext cx="2279618" cy="1569910"/>
            <a:chOff x="1214846" y="616358"/>
            <a:chExt cx="2721598" cy="1330247"/>
          </a:xfrm>
        </p:grpSpPr>
        <p:sp>
          <p:nvSpPr>
            <p:cNvPr id="206" name="Google Shape;206;p15"/>
            <p:cNvSpPr/>
            <p:nvPr/>
          </p:nvSpPr>
          <p:spPr>
            <a:xfrm>
              <a:off x="3459610" y="616358"/>
              <a:ext cx="476834" cy="387077"/>
            </a:xfrm>
            <a:prstGeom prst="pie">
              <a:avLst>
                <a:gd fmla="val 8900510" name="adj1"/>
                <a:gd fmla="val 10763437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7" name="Google Shape;207;p15"/>
            <p:cNvGrpSpPr/>
            <p:nvPr/>
          </p:nvGrpSpPr>
          <p:grpSpPr>
            <a:xfrm>
              <a:off x="1214846" y="790917"/>
              <a:ext cx="2490862" cy="1155688"/>
              <a:chOff x="1214846" y="790918"/>
              <a:chExt cx="2490862" cy="1155688"/>
            </a:xfrm>
          </p:grpSpPr>
          <p:grpSp>
            <p:nvGrpSpPr>
              <p:cNvPr id="208" name="Google Shape;208;p15"/>
              <p:cNvGrpSpPr/>
              <p:nvPr/>
            </p:nvGrpSpPr>
            <p:grpSpPr>
              <a:xfrm>
                <a:off x="1214846" y="809897"/>
                <a:ext cx="2490862" cy="1136709"/>
                <a:chOff x="1214846" y="809897"/>
                <a:chExt cx="2490862" cy="1136709"/>
              </a:xfrm>
            </p:grpSpPr>
            <p:sp>
              <p:nvSpPr>
                <p:cNvPr id="209" name="Google Shape;209;p15"/>
                <p:cNvSpPr/>
                <p:nvPr/>
              </p:nvSpPr>
              <p:spPr>
                <a:xfrm>
                  <a:off x="1214846" y="809897"/>
                  <a:ext cx="2490862" cy="1136709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10" name="Google Shape;210;p15"/>
                <p:cNvCxnSpPr/>
                <p:nvPr/>
              </p:nvCxnSpPr>
              <p:spPr>
                <a:xfrm>
                  <a:off x="1214846" y="809897"/>
                  <a:ext cx="2483181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11" name="Google Shape;211;p15"/>
                <p:cNvCxnSpPr/>
                <p:nvPr/>
              </p:nvCxnSpPr>
              <p:spPr>
                <a:xfrm flipH="1" rot="10800000">
                  <a:off x="1214846" y="809897"/>
                  <a:ext cx="2490862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12" name="Google Shape;212;p15"/>
              <p:cNvSpPr txBox="1"/>
              <p:nvPr/>
            </p:nvSpPr>
            <p:spPr>
              <a:xfrm>
                <a:off x="2972405" y="790918"/>
                <a:ext cx="328613" cy="234712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-1555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13" name="Google Shape;213;p15"/>
              <p:cNvSpPr/>
              <p:nvPr/>
            </p:nvSpPr>
            <p:spPr>
              <a:xfrm>
                <a:off x="2218018" y="1184712"/>
                <a:ext cx="476833" cy="387077"/>
              </a:xfrm>
              <a:prstGeom prst="pie">
                <a:avLst>
                  <a:gd fmla="val 2023841" name="adj1"/>
                  <a:gd fmla="val 8818592" name="adj2"/>
                </a:avLst>
              </a:prstGeom>
              <a:noFill/>
              <a:ln cap="flat" cmpd="sng" w="9525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5"/>
              <p:cNvSpPr txBox="1"/>
              <p:nvPr/>
            </p:nvSpPr>
            <p:spPr>
              <a:xfrm>
                <a:off x="2218018" y="1571789"/>
                <a:ext cx="328613" cy="23471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-2222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215" name="Google Shape;215;p15"/>
          <p:cNvGrpSpPr/>
          <p:nvPr/>
        </p:nvGrpSpPr>
        <p:grpSpPr>
          <a:xfrm>
            <a:off x="4606207" y="3765109"/>
            <a:ext cx="2279618" cy="1569910"/>
            <a:chOff x="1214846" y="616358"/>
            <a:chExt cx="2721598" cy="1330247"/>
          </a:xfrm>
        </p:grpSpPr>
        <p:sp>
          <p:nvSpPr>
            <p:cNvPr id="216" name="Google Shape;216;p15"/>
            <p:cNvSpPr/>
            <p:nvPr/>
          </p:nvSpPr>
          <p:spPr>
            <a:xfrm>
              <a:off x="3459610" y="616358"/>
              <a:ext cx="476834" cy="387077"/>
            </a:xfrm>
            <a:prstGeom prst="pie">
              <a:avLst>
                <a:gd fmla="val 5483433" name="adj1"/>
                <a:gd fmla="val 8773336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7" name="Google Shape;217;p15"/>
            <p:cNvGrpSpPr/>
            <p:nvPr/>
          </p:nvGrpSpPr>
          <p:grpSpPr>
            <a:xfrm>
              <a:off x="1214846" y="809896"/>
              <a:ext cx="2490862" cy="1136709"/>
              <a:chOff x="1214846" y="809897"/>
              <a:chExt cx="2490862" cy="1136709"/>
            </a:xfrm>
          </p:grpSpPr>
          <p:grpSp>
            <p:nvGrpSpPr>
              <p:cNvPr id="218" name="Google Shape;218;p15"/>
              <p:cNvGrpSpPr/>
              <p:nvPr/>
            </p:nvGrpSpPr>
            <p:grpSpPr>
              <a:xfrm>
                <a:off x="1214846" y="809897"/>
                <a:ext cx="2490862" cy="1136709"/>
                <a:chOff x="1214846" y="809897"/>
                <a:chExt cx="2490862" cy="1136709"/>
              </a:xfrm>
            </p:grpSpPr>
            <p:sp>
              <p:nvSpPr>
                <p:cNvPr id="219" name="Google Shape;219;p15"/>
                <p:cNvSpPr/>
                <p:nvPr/>
              </p:nvSpPr>
              <p:spPr>
                <a:xfrm>
                  <a:off x="1214846" y="809897"/>
                  <a:ext cx="2490862" cy="1136709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20" name="Google Shape;220;p15"/>
                <p:cNvCxnSpPr/>
                <p:nvPr/>
              </p:nvCxnSpPr>
              <p:spPr>
                <a:xfrm>
                  <a:off x="1214846" y="809897"/>
                  <a:ext cx="2483181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1" name="Google Shape;221;p15"/>
                <p:cNvCxnSpPr/>
                <p:nvPr/>
              </p:nvCxnSpPr>
              <p:spPr>
                <a:xfrm flipH="1" rot="10800000">
                  <a:off x="1214846" y="809897"/>
                  <a:ext cx="2490862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22" name="Google Shape;222;p15"/>
              <p:cNvSpPr txBox="1"/>
              <p:nvPr/>
            </p:nvSpPr>
            <p:spPr>
              <a:xfrm>
                <a:off x="3314617" y="959654"/>
                <a:ext cx="328613" cy="23471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0" l="0" r="-37777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23" name="Google Shape;223;p15"/>
              <p:cNvSpPr/>
              <p:nvPr/>
            </p:nvSpPr>
            <p:spPr>
              <a:xfrm>
                <a:off x="2218018" y="1184712"/>
                <a:ext cx="476833" cy="387077"/>
              </a:xfrm>
              <a:prstGeom prst="pie">
                <a:avLst>
                  <a:gd fmla="val 8904233" name="adj1"/>
                  <a:gd fmla="val 12816691" name="adj2"/>
                </a:avLst>
              </a:prstGeom>
              <a:noFill/>
              <a:ln cap="flat" cmpd="sng" w="9525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15"/>
              <p:cNvSpPr txBox="1"/>
              <p:nvPr/>
            </p:nvSpPr>
            <p:spPr>
              <a:xfrm>
                <a:off x="1773065" y="1260894"/>
                <a:ext cx="328613" cy="23471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-2222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225" name="Google Shape;225;p15"/>
          <p:cNvGrpSpPr/>
          <p:nvPr/>
        </p:nvGrpSpPr>
        <p:grpSpPr>
          <a:xfrm>
            <a:off x="417328" y="6877090"/>
            <a:ext cx="1870014" cy="1569911"/>
            <a:chOff x="1214846" y="809896"/>
            <a:chExt cx="2232579" cy="1330248"/>
          </a:xfrm>
        </p:grpSpPr>
        <p:sp>
          <p:nvSpPr>
            <p:cNvPr id="226" name="Google Shape;226;p15"/>
            <p:cNvSpPr/>
            <p:nvPr/>
          </p:nvSpPr>
          <p:spPr>
            <a:xfrm>
              <a:off x="2970590" y="1753067"/>
              <a:ext cx="476835" cy="387077"/>
            </a:xfrm>
            <a:prstGeom prst="pie">
              <a:avLst>
                <a:gd fmla="val 13185233" name="adj1"/>
                <a:gd fmla="val 16334791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7" name="Google Shape;227;p15"/>
            <p:cNvGrpSpPr/>
            <p:nvPr/>
          </p:nvGrpSpPr>
          <p:grpSpPr>
            <a:xfrm>
              <a:off x="1214846" y="809896"/>
              <a:ext cx="2011546" cy="1136709"/>
              <a:chOff x="1214846" y="809897"/>
              <a:chExt cx="2011546" cy="1136709"/>
            </a:xfrm>
          </p:grpSpPr>
          <p:grpSp>
            <p:nvGrpSpPr>
              <p:cNvPr id="228" name="Google Shape;228;p15"/>
              <p:cNvGrpSpPr/>
              <p:nvPr/>
            </p:nvGrpSpPr>
            <p:grpSpPr>
              <a:xfrm>
                <a:off x="1214846" y="809897"/>
                <a:ext cx="1998617" cy="1136709"/>
                <a:chOff x="1214846" y="809897"/>
                <a:chExt cx="1998617" cy="1136709"/>
              </a:xfrm>
            </p:grpSpPr>
            <p:sp>
              <p:nvSpPr>
                <p:cNvPr id="229" name="Google Shape;229;p15"/>
                <p:cNvSpPr/>
                <p:nvPr/>
              </p:nvSpPr>
              <p:spPr>
                <a:xfrm>
                  <a:off x="1214846" y="809897"/>
                  <a:ext cx="1998617" cy="1136709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30" name="Google Shape;230;p15"/>
                <p:cNvCxnSpPr/>
                <p:nvPr/>
              </p:nvCxnSpPr>
              <p:spPr>
                <a:xfrm>
                  <a:off x="1214846" y="809897"/>
                  <a:ext cx="1998617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1" name="Google Shape;231;p15"/>
                <p:cNvCxnSpPr/>
                <p:nvPr/>
              </p:nvCxnSpPr>
              <p:spPr>
                <a:xfrm flipH="1" rot="10800000">
                  <a:off x="1214846" y="809897"/>
                  <a:ext cx="1998617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32" name="Google Shape;232;p15"/>
              <p:cNvSpPr txBox="1"/>
              <p:nvPr/>
            </p:nvSpPr>
            <p:spPr>
              <a:xfrm>
                <a:off x="2897779" y="1547057"/>
                <a:ext cx="328613" cy="276999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33" name="Google Shape;233;p15"/>
              <p:cNvSpPr/>
              <p:nvPr/>
            </p:nvSpPr>
            <p:spPr>
              <a:xfrm>
                <a:off x="1975737" y="1184712"/>
                <a:ext cx="476834" cy="387077"/>
              </a:xfrm>
              <a:prstGeom prst="pie">
                <a:avLst>
                  <a:gd fmla="val 2333333" name="adj1"/>
                  <a:gd fmla="val 19161054" name="adj2"/>
                </a:avLst>
              </a:prstGeom>
              <a:solidFill>
                <a:schemeClr val="lt1"/>
              </a:solidFill>
              <a:ln cap="flat" cmpd="sng" w="9525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15"/>
              <p:cNvSpPr txBox="1"/>
              <p:nvPr/>
            </p:nvSpPr>
            <p:spPr>
              <a:xfrm>
                <a:off x="1460916" y="1271955"/>
                <a:ext cx="328613" cy="234712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0" l="0" r="-66667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235" name="Google Shape;235;p15"/>
          <p:cNvGrpSpPr/>
          <p:nvPr/>
        </p:nvGrpSpPr>
        <p:grpSpPr>
          <a:xfrm>
            <a:off x="2146700" y="6655685"/>
            <a:ext cx="2542462" cy="1842414"/>
            <a:chOff x="917051" y="611230"/>
            <a:chExt cx="3035403" cy="1561151"/>
          </a:xfrm>
        </p:grpSpPr>
        <p:sp>
          <p:nvSpPr>
            <p:cNvPr id="236" name="Google Shape;236;p15"/>
            <p:cNvSpPr/>
            <p:nvPr/>
          </p:nvSpPr>
          <p:spPr>
            <a:xfrm>
              <a:off x="3475621" y="611230"/>
              <a:ext cx="476833" cy="387077"/>
            </a:xfrm>
            <a:prstGeom prst="pie">
              <a:avLst>
                <a:gd fmla="val 5528545" name="adj1"/>
                <a:gd fmla="val 8877845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7" name="Google Shape;237;p15"/>
            <p:cNvGrpSpPr/>
            <p:nvPr/>
          </p:nvGrpSpPr>
          <p:grpSpPr>
            <a:xfrm>
              <a:off x="917051" y="809896"/>
              <a:ext cx="2804853" cy="1362485"/>
              <a:chOff x="917051" y="809897"/>
              <a:chExt cx="2804853" cy="1362485"/>
            </a:xfrm>
          </p:grpSpPr>
          <p:grpSp>
            <p:nvGrpSpPr>
              <p:cNvPr id="238" name="Google Shape;238;p15"/>
              <p:cNvGrpSpPr/>
              <p:nvPr/>
            </p:nvGrpSpPr>
            <p:grpSpPr>
              <a:xfrm>
                <a:off x="1214846" y="809897"/>
                <a:ext cx="2490862" cy="1136709"/>
                <a:chOff x="1214846" y="809897"/>
                <a:chExt cx="2490862" cy="1136709"/>
              </a:xfrm>
            </p:grpSpPr>
            <p:sp>
              <p:nvSpPr>
                <p:cNvPr id="239" name="Google Shape;239;p15"/>
                <p:cNvSpPr/>
                <p:nvPr/>
              </p:nvSpPr>
              <p:spPr>
                <a:xfrm>
                  <a:off x="1214846" y="809897"/>
                  <a:ext cx="2490862" cy="1136709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40" name="Google Shape;240;p15"/>
                <p:cNvCxnSpPr/>
                <p:nvPr/>
              </p:nvCxnSpPr>
              <p:spPr>
                <a:xfrm>
                  <a:off x="1214846" y="809897"/>
                  <a:ext cx="2483181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1" name="Google Shape;241;p15"/>
                <p:cNvCxnSpPr/>
                <p:nvPr/>
              </p:nvCxnSpPr>
              <p:spPr>
                <a:xfrm flipH="1" rot="10800000">
                  <a:off x="1214846" y="809897"/>
                  <a:ext cx="2490862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42" name="Google Shape;242;p15"/>
              <p:cNvSpPr txBox="1"/>
              <p:nvPr/>
            </p:nvSpPr>
            <p:spPr>
              <a:xfrm>
                <a:off x="3393291" y="943266"/>
                <a:ext cx="328613" cy="276999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43" name="Google Shape;243;p15"/>
              <p:cNvSpPr/>
              <p:nvPr/>
            </p:nvSpPr>
            <p:spPr>
              <a:xfrm>
                <a:off x="917051" y="1720828"/>
                <a:ext cx="574823" cy="451554"/>
              </a:xfrm>
              <a:prstGeom prst="pie">
                <a:avLst>
                  <a:gd fmla="val 19758563" name="adj1"/>
                  <a:gd fmla="val 21519320" name="adj2"/>
                </a:avLst>
              </a:prstGeom>
              <a:noFill/>
              <a:ln cap="flat" cmpd="sng" w="9525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15"/>
              <p:cNvSpPr txBox="1"/>
              <p:nvPr/>
            </p:nvSpPr>
            <p:spPr>
              <a:xfrm>
                <a:off x="1408985" y="1763148"/>
                <a:ext cx="328613" cy="234712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-3260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pSp>
        <p:nvGrpSpPr>
          <p:cNvPr id="245" name="Google Shape;245;p15"/>
          <p:cNvGrpSpPr/>
          <p:nvPr/>
        </p:nvGrpSpPr>
        <p:grpSpPr>
          <a:xfrm>
            <a:off x="4609357" y="6653626"/>
            <a:ext cx="2279618" cy="1569910"/>
            <a:chOff x="1214846" y="616358"/>
            <a:chExt cx="2721598" cy="1330247"/>
          </a:xfrm>
        </p:grpSpPr>
        <p:sp>
          <p:nvSpPr>
            <p:cNvPr id="246" name="Google Shape;246;p15"/>
            <p:cNvSpPr/>
            <p:nvPr/>
          </p:nvSpPr>
          <p:spPr>
            <a:xfrm>
              <a:off x="3459610" y="616358"/>
              <a:ext cx="476834" cy="387077"/>
            </a:xfrm>
            <a:prstGeom prst="pie">
              <a:avLst>
                <a:gd fmla="val 5350647" name="adj1"/>
                <a:gd fmla="val 8773336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7" name="Google Shape;247;p15"/>
            <p:cNvGrpSpPr/>
            <p:nvPr/>
          </p:nvGrpSpPr>
          <p:grpSpPr>
            <a:xfrm>
              <a:off x="1214846" y="809896"/>
              <a:ext cx="2490862" cy="1136709"/>
              <a:chOff x="1214846" y="809897"/>
              <a:chExt cx="2490862" cy="1136709"/>
            </a:xfrm>
          </p:grpSpPr>
          <p:grpSp>
            <p:nvGrpSpPr>
              <p:cNvPr id="248" name="Google Shape;248;p15"/>
              <p:cNvGrpSpPr/>
              <p:nvPr/>
            </p:nvGrpSpPr>
            <p:grpSpPr>
              <a:xfrm>
                <a:off x="1214846" y="809897"/>
                <a:ext cx="2490862" cy="1136709"/>
                <a:chOff x="1214846" y="809897"/>
                <a:chExt cx="2490862" cy="1136709"/>
              </a:xfrm>
            </p:grpSpPr>
            <p:sp>
              <p:nvSpPr>
                <p:cNvPr id="249" name="Google Shape;249;p15"/>
                <p:cNvSpPr/>
                <p:nvPr/>
              </p:nvSpPr>
              <p:spPr>
                <a:xfrm>
                  <a:off x="1214846" y="809897"/>
                  <a:ext cx="2490862" cy="1136709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50" name="Google Shape;250;p15"/>
                <p:cNvCxnSpPr/>
                <p:nvPr/>
              </p:nvCxnSpPr>
              <p:spPr>
                <a:xfrm>
                  <a:off x="1214846" y="809897"/>
                  <a:ext cx="2483181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1" name="Google Shape;251;p15"/>
                <p:cNvCxnSpPr/>
                <p:nvPr/>
              </p:nvCxnSpPr>
              <p:spPr>
                <a:xfrm flipH="1" rot="10800000">
                  <a:off x="1214846" y="809897"/>
                  <a:ext cx="2490862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52" name="Google Shape;252;p15"/>
              <p:cNvSpPr txBox="1"/>
              <p:nvPr/>
            </p:nvSpPr>
            <p:spPr>
              <a:xfrm>
                <a:off x="3253618" y="956374"/>
                <a:ext cx="328613" cy="234712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b="0" l="0" r="-3555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253" name="Google Shape;253;p15"/>
              <p:cNvSpPr/>
              <p:nvPr/>
            </p:nvSpPr>
            <p:spPr>
              <a:xfrm>
                <a:off x="2218018" y="1184712"/>
                <a:ext cx="476833" cy="387077"/>
              </a:xfrm>
              <a:prstGeom prst="pie">
                <a:avLst>
                  <a:gd fmla="val 1925591" name="adj1"/>
                  <a:gd fmla="val 19641308" name="adj2"/>
                </a:avLst>
              </a:prstGeom>
              <a:solidFill>
                <a:schemeClr val="lt1"/>
              </a:solidFill>
              <a:ln cap="flat" cmpd="sng" w="9525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5"/>
              <p:cNvSpPr txBox="1"/>
              <p:nvPr/>
            </p:nvSpPr>
            <p:spPr>
              <a:xfrm>
                <a:off x="1773065" y="1260894"/>
                <a:ext cx="328613" cy="23471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-2222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graphicFrame>
        <p:nvGraphicFramePr>
          <p:cNvPr id="255" name="Google Shape;255;p15"/>
          <p:cNvGraphicFramePr/>
          <p:nvPr/>
        </p:nvGraphicFramePr>
        <p:xfrm>
          <a:off x="125615" y="7362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2209100"/>
                <a:gridCol w="2209100"/>
                <a:gridCol w="22091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6" name="Google Shape;256;p15"/>
          <p:cNvSpPr txBox="1"/>
          <p:nvPr/>
        </p:nvSpPr>
        <p:spPr>
          <a:xfrm>
            <a:off x="433294" y="3157162"/>
            <a:ext cx="1555163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7" name="Google Shape;257;p15"/>
          <p:cNvSpPr txBox="1"/>
          <p:nvPr/>
        </p:nvSpPr>
        <p:spPr>
          <a:xfrm>
            <a:off x="2593751" y="3196667"/>
            <a:ext cx="1555163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8" name="Google Shape;258;p15"/>
          <p:cNvSpPr txBox="1"/>
          <p:nvPr/>
        </p:nvSpPr>
        <p:spPr>
          <a:xfrm>
            <a:off x="4846565" y="3184486"/>
            <a:ext cx="1555163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9" name="Google Shape;259;p15"/>
          <p:cNvSpPr txBox="1"/>
          <p:nvPr/>
        </p:nvSpPr>
        <p:spPr>
          <a:xfrm>
            <a:off x="444903" y="6078687"/>
            <a:ext cx="1555163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0" name="Google Shape;260;p15"/>
          <p:cNvSpPr txBox="1"/>
          <p:nvPr/>
        </p:nvSpPr>
        <p:spPr>
          <a:xfrm>
            <a:off x="2605360" y="6118192"/>
            <a:ext cx="1555163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1" name="Google Shape;261;p15"/>
          <p:cNvSpPr txBox="1"/>
          <p:nvPr/>
        </p:nvSpPr>
        <p:spPr>
          <a:xfrm>
            <a:off x="4858174" y="6106011"/>
            <a:ext cx="1555163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2" name="Google Shape;262;p15"/>
          <p:cNvSpPr txBox="1"/>
          <p:nvPr/>
        </p:nvSpPr>
        <p:spPr>
          <a:xfrm>
            <a:off x="440187" y="8974254"/>
            <a:ext cx="1555163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3" name="Google Shape;263;p15"/>
          <p:cNvSpPr txBox="1"/>
          <p:nvPr/>
        </p:nvSpPr>
        <p:spPr>
          <a:xfrm>
            <a:off x="2600644" y="9013759"/>
            <a:ext cx="1555163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4" name="Google Shape;264;p15"/>
          <p:cNvSpPr txBox="1"/>
          <p:nvPr/>
        </p:nvSpPr>
        <p:spPr>
          <a:xfrm>
            <a:off x="4853458" y="9001578"/>
            <a:ext cx="1555163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5" name="Google Shape;265;p15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1" name="Google Shape;271;p16"/>
          <p:cNvGraphicFramePr/>
          <p:nvPr/>
        </p:nvGraphicFramePr>
        <p:xfrm>
          <a:off x="94580" y="46318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2209100"/>
                <a:gridCol w="2209100"/>
                <a:gridCol w="2209100"/>
              </a:tblGrid>
              <a:tr h="25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2" name="Google Shape;272;p16"/>
          <p:cNvGraphicFramePr/>
          <p:nvPr/>
        </p:nvGraphicFramePr>
        <p:xfrm>
          <a:off x="94580" y="3087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1132650"/>
                <a:gridCol w="1876925"/>
                <a:gridCol w="1734925"/>
                <a:gridCol w="1944975"/>
              </a:tblGrid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4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5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6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32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AutoNum type="arabicParenR"/>
                      </a:pPr>
                      <a:r>
                        <a:rPr lang="en-GB" sz="1050">
                          <a:solidFill>
                            <a:schemeClr val="dk1"/>
                          </a:solidFill>
                        </a:rPr>
                        <a:t>Look for the features of the diagonals of the quadrilateral listed on pages 115 and 116.</a:t>
                      </a:r>
                      <a:endParaRPr/>
                    </a:p>
                    <a:p>
                      <a:pPr indent="-161925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AutoNum type="arabicParenR"/>
                      </a:pPr>
                      <a:r>
                        <a:rPr lang="en-GB" sz="1050">
                          <a:solidFill>
                            <a:schemeClr val="dk1"/>
                          </a:solidFill>
                        </a:rPr>
                        <a:t>Add in the features and use them to find the missing angle.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16"/>
          <p:cNvSpPr/>
          <p:nvPr/>
        </p:nvSpPr>
        <p:spPr>
          <a:xfrm>
            <a:off x="94580" y="4137563"/>
            <a:ext cx="1137954" cy="40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74" name="Google Shape;274;p16"/>
          <p:cNvSpPr txBox="1"/>
          <p:nvPr/>
        </p:nvSpPr>
        <p:spPr>
          <a:xfrm>
            <a:off x="1232534" y="4329594"/>
            <a:ext cx="7126365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521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30141" y="57628"/>
            <a:ext cx="6014442" cy="2072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be able to find missing angles involving diagonals in a parallelogram</a:t>
            </a:r>
            <a:endParaRPr/>
          </a:p>
        </p:txBody>
      </p:sp>
      <p:grpSp>
        <p:nvGrpSpPr>
          <p:cNvPr id="276" name="Google Shape;276;p16"/>
          <p:cNvGrpSpPr/>
          <p:nvPr/>
        </p:nvGrpSpPr>
        <p:grpSpPr>
          <a:xfrm>
            <a:off x="1230522" y="1069325"/>
            <a:ext cx="1768917" cy="946166"/>
            <a:chOff x="918786" y="1034271"/>
            <a:chExt cx="1902790" cy="946166"/>
          </a:xfrm>
        </p:grpSpPr>
        <p:grpSp>
          <p:nvGrpSpPr>
            <p:cNvPr id="277" name="Google Shape;277;p16"/>
            <p:cNvGrpSpPr/>
            <p:nvPr/>
          </p:nvGrpSpPr>
          <p:grpSpPr>
            <a:xfrm>
              <a:off x="992776" y="1139891"/>
              <a:ext cx="1828800" cy="758578"/>
              <a:chOff x="992776" y="1139891"/>
              <a:chExt cx="1828800" cy="758578"/>
            </a:xfrm>
          </p:grpSpPr>
          <p:sp>
            <p:nvSpPr>
              <p:cNvPr id="278" name="Google Shape;278;p16"/>
              <p:cNvSpPr/>
              <p:nvPr/>
            </p:nvSpPr>
            <p:spPr>
              <a:xfrm>
                <a:off x="992776" y="1139891"/>
                <a:ext cx="1828800" cy="758578"/>
              </a:xfrm>
              <a:prstGeom prst="parallelogram">
                <a:avLst>
                  <a:gd fmla="val 43328" name="adj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79" name="Google Shape;279;p16"/>
              <p:cNvCxnSpPr/>
              <p:nvPr/>
            </p:nvCxnSpPr>
            <p:spPr>
              <a:xfrm flipH="1" rot="10800000">
                <a:off x="992776" y="1139891"/>
                <a:ext cx="182880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0" name="Google Shape;280;p16"/>
              <p:cNvCxnSpPr/>
              <p:nvPr/>
            </p:nvCxnSpPr>
            <p:spPr>
              <a:xfrm>
                <a:off x="1341455" y="1139891"/>
                <a:ext cx="115556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81" name="Google Shape;281;p16"/>
            <p:cNvSpPr/>
            <p:nvPr/>
          </p:nvSpPr>
          <p:spPr>
            <a:xfrm>
              <a:off x="1232534" y="1034271"/>
              <a:ext cx="196216" cy="201597"/>
            </a:xfrm>
            <a:prstGeom prst="pie">
              <a:avLst>
                <a:gd fmla="val 1924054" name="adj1"/>
                <a:gd fmla="val 673322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6"/>
            <p:cNvSpPr txBox="1"/>
            <p:nvPr/>
          </p:nvSpPr>
          <p:spPr>
            <a:xfrm>
              <a:off x="1232534" y="1177637"/>
              <a:ext cx="319087" cy="2769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918786" y="1778840"/>
              <a:ext cx="196216" cy="201597"/>
            </a:xfrm>
            <a:prstGeom prst="pie">
              <a:avLst>
                <a:gd fmla="val 16968508" name="adj1"/>
                <a:gd fmla="val 2042433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6"/>
            <p:cNvSpPr txBox="1"/>
            <p:nvPr/>
          </p:nvSpPr>
          <p:spPr>
            <a:xfrm>
              <a:off x="1022368" y="1574048"/>
              <a:ext cx="319087" cy="27699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-1730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1821127" y="1418381"/>
              <a:ext cx="196216" cy="201597"/>
            </a:xfrm>
            <a:prstGeom prst="pie">
              <a:avLst>
                <a:gd fmla="val 20212450" name="adj1"/>
                <a:gd fmla="val 193256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6"/>
            <p:cNvSpPr txBox="1"/>
            <p:nvPr/>
          </p:nvSpPr>
          <p:spPr>
            <a:xfrm>
              <a:off x="1993701" y="1380679"/>
              <a:ext cx="319087" cy="2769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-1730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87" name="Google Shape;287;p16"/>
          <p:cNvGrpSpPr/>
          <p:nvPr/>
        </p:nvGrpSpPr>
        <p:grpSpPr>
          <a:xfrm>
            <a:off x="3131160" y="971807"/>
            <a:ext cx="1779945" cy="1296341"/>
            <a:chOff x="992776" y="995975"/>
            <a:chExt cx="2090284" cy="902494"/>
          </a:xfrm>
        </p:grpSpPr>
        <p:grpSp>
          <p:nvGrpSpPr>
            <p:cNvPr id="288" name="Google Shape;288;p16"/>
            <p:cNvGrpSpPr/>
            <p:nvPr/>
          </p:nvGrpSpPr>
          <p:grpSpPr>
            <a:xfrm>
              <a:off x="992776" y="1139891"/>
              <a:ext cx="1828800" cy="758578"/>
              <a:chOff x="992776" y="1139891"/>
              <a:chExt cx="1828800" cy="758578"/>
            </a:xfrm>
          </p:grpSpPr>
          <p:sp>
            <p:nvSpPr>
              <p:cNvPr id="289" name="Google Shape;289;p16"/>
              <p:cNvSpPr/>
              <p:nvPr/>
            </p:nvSpPr>
            <p:spPr>
              <a:xfrm>
                <a:off x="992776" y="1139891"/>
                <a:ext cx="1828800" cy="758578"/>
              </a:xfrm>
              <a:prstGeom prst="parallelogram">
                <a:avLst>
                  <a:gd fmla="val 43328" name="adj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0" name="Google Shape;290;p16"/>
              <p:cNvCxnSpPr/>
              <p:nvPr/>
            </p:nvCxnSpPr>
            <p:spPr>
              <a:xfrm flipH="1" rot="10800000">
                <a:off x="992776" y="1139891"/>
                <a:ext cx="182880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1" name="Google Shape;291;p16"/>
              <p:cNvCxnSpPr/>
              <p:nvPr/>
            </p:nvCxnSpPr>
            <p:spPr>
              <a:xfrm>
                <a:off x="1551621" y="1139891"/>
                <a:ext cx="719086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92" name="Google Shape;292;p16"/>
            <p:cNvSpPr/>
            <p:nvPr/>
          </p:nvSpPr>
          <p:spPr>
            <a:xfrm>
              <a:off x="1457554" y="1034271"/>
              <a:ext cx="196216" cy="201597"/>
            </a:xfrm>
            <a:prstGeom prst="pie">
              <a:avLst>
                <a:gd fmla="val 359662" name="adj1"/>
                <a:gd fmla="val 3794628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6"/>
            <p:cNvSpPr txBox="1"/>
            <p:nvPr/>
          </p:nvSpPr>
          <p:spPr>
            <a:xfrm>
              <a:off x="1698256" y="1582726"/>
              <a:ext cx="319087" cy="276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-454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2559563" y="995975"/>
              <a:ext cx="523497" cy="287831"/>
            </a:xfrm>
            <a:prstGeom prst="pie">
              <a:avLst>
                <a:gd fmla="val 8816342" name="adj1"/>
                <a:gd fmla="val 1094289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6"/>
            <p:cNvSpPr txBox="1"/>
            <p:nvPr/>
          </p:nvSpPr>
          <p:spPr>
            <a:xfrm>
              <a:off x="1593754" y="1109319"/>
              <a:ext cx="319087" cy="192843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-3555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1821127" y="1418381"/>
              <a:ext cx="196216" cy="201597"/>
            </a:xfrm>
            <a:prstGeom prst="pie">
              <a:avLst>
                <a:gd fmla="val 3713198" name="adj1"/>
                <a:gd fmla="val 860741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6"/>
            <p:cNvSpPr txBox="1"/>
            <p:nvPr/>
          </p:nvSpPr>
          <p:spPr>
            <a:xfrm>
              <a:off x="2183617" y="1128007"/>
              <a:ext cx="319087" cy="192843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-3555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298" name="Google Shape;298;p16"/>
          <p:cNvGrpSpPr/>
          <p:nvPr/>
        </p:nvGrpSpPr>
        <p:grpSpPr>
          <a:xfrm>
            <a:off x="4945659" y="971808"/>
            <a:ext cx="2064856" cy="903772"/>
            <a:chOff x="992776" y="995975"/>
            <a:chExt cx="2090284" cy="902494"/>
          </a:xfrm>
        </p:grpSpPr>
        <p:grpSp>
          <p:nvGrpSpPr>
            <p:cNvPr id="299" name="Google Shape;299;p16"/>
            <p:cNvGrpSpPr/>
            <p:nvPr/>
          </p:nvGrpSpPr>
          <p:grpSpPr>
            <a:xfrm>
              <a:off x="992776" y="1139891"/>
              <a:ext cx="1828800" cy="758578"/>
              <a:chOff x="992776" y="1139891"/>
              <a:chExt cx="1828800" cy="758578"/>
            </a:xfrm>
          </p:grpSpPr>
          <p:sp>
            <p:nvSpPr>
              <p:cNvPr id="300" name="Google Shape;300;p16"/>
              <p:cNvSpPr/>
              <p:nvPr/>
            </p:nvSpPr>
            <p:spPr>
              <a:xfrm>
                <a:off x="992776" y="1139891"/>
                <a:ext cx="1828800" cy="758578"/>
              </a:xfrm>
              <a:prstGeom prst="parallelogram">
                <a:avLst>
                  <a:gd fmla="val 43328" name="adj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01" name="Google Shape;301;p16"/>
              <p:cNvCxnSpPr/>
              <p:nvPr/>
            </p:nvCxnSpPr>
            <p:spPr>
              <a:xfrm flipH="1" rot="10800000">
                <a:off x="992776" y="1139891"/>
                <a:ext cx="182880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2" name="Google Shape;302;p16"/>
              <p:cNvCxnSpPr/>
              <p:nvPr/>
            </p:nvCxnSpPr>
            <p:spPr>
              <a:xfrm>
                <a:off x="1343006" y="1139891"/>
                <a:ext cx="1116297" cy="73408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03" name="Google Shape;303;p16"/>
            <p:cNvSpPr/>
            <p:nvPr/>
          </p:nvSpPr>
          <p:spPr>
            <a:xfrm>
              <a:off x="1281948" y="1046639"/>
              <a:ext cx="196216" cy="201597"/>
            </a:xfrm>
            <a:prstGeom prst="pie">
              <a:avLst>
                <a:gd fmla="val 21323469" name="adj1"/>
                <a:gd fmla="val 250546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6"/>
            <p:cNvSpPr txBox="1"/>
            <p:nvPr/>
          </p:nvSpPr>
          <p:spPr>
            <a:xfrm>
              <a:off x="2239294" y="1071346"/>
              <a:ext cx="319087" cy="276999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05" name="Google Shape;305;p16"/>
            <p:cNvSpPr/>
            <p:nvPr/>
          </p:nvSpPr>
          <p:spPr>
            <a:xfrm>
              <a:off x="2559563" y="995975"/>
              <a:ext cx="523497" cy="287831"/>
            </a:xfrm>
            <a:prstGeom prst="pie">
              <a:avLst>
                <a:gd fmla="val 9539621" name="adj1"/>
                <a:gd fmla="val 1094289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6"/>
            <p:cNvSpPr txBox="1"/>
            <p:nvPr/>
          </p:nvSpPr>
          <p:spPr>
            <a:xfrm>
              <a:off x="1465060" y="1093354"/>
              <a:ext cx="319087" cy="276999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-1730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1821127" y="1418381"/>
              <a:ext cx="196216" cy="201597"/>
            </a:xfrm>
            <a:prstGeom prst="pie">
              <a:avLst>
                <a:gd fmla="val 9394097" name="adj1"/>
                <a:gd fmla="val 13064186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6"/>
            <p:cNvSpPr txBox="1"/>
            <p:nvPr/>
          </p:nvSpPr>
          <p:spPr>
            <a:xfrm>
              <a:off x="1451913" y="1366230"/>
              <a:ext cx="319087" cy="276999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-1960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309" name="Google Shape;309;p16"/>
          <p:cNvGrpSpPr/>
          <p:nvPr/>
        </p:nvGrpSpPr>
        <p:grpSpPr>
          <a:xfrm>
            <a:off x="281139" y="4903426"/>
            <a:ext cx="1902790" cy="946166"/>
            <a:chOff x="918786" y="1034271"/>
            <a:chExt cx="1902790" cy="946166"/>
          </a:xfrm>
        </p:grpSpPr>
        <p:grpSp>
          <p:nvGrpSpPr>
            <p:cNvPr id="310" name="Google Shape;310;p16"/>
            <p:cNvGrpSpPr/>
            <p:nvPr/>
          </p:nvGrpSpPr>
          <p:grpSpPr>
            <a:xfrm>
              <a:off x="992776" y="1139891"/>
              <a:ext cx="1828800" cy="758578"/>
              <a:chOff x="992776" y="1139891"/>
              <a:chExt cx="1828800" cy="758578"/>
            </a:xfrm>
          </p:grpSpPr>
          <p:sp>
            <p:nvSpPr>
              <p:cNvPr id="311" name="Google Shape;311;p16"/>
              <p:cNvSpPr/>
              <p:nvPr/>
            </p:nvSpPr>
            <p:spPr>
              <a:xfrm>
                <a:off x="992776" y="1139891"/>
                <a:ext cx="1828800" cy="758578"/>
              </a:xfrm>
              <a:prstGeom prst="parallelogram">
                <a:avLst>
                  <a:gd fmla="val 43328" name="adj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12" name="Google Shape;312;p16"/>
              <p:cNvCxnSpPr/>
              <p:nvPr/>
            </p:nvCxnSpPr>
            <p:spPr>
              <a:xfrm flipH="1" rot="10800000">
                <a:off x="992776" y="1139891"/>
                <a:ext cx="182880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3" name="Google Shape;313;p16"/>
              <p:cNvCxnSpPr/>
              <p:nvPr/>
            </p:nvCxnSpPr>
            <p:spPr>
              <a:xfrm>
                <a:off x="1341455" y="1139891"/>
                <a:ext cx="115556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14" name="Google Shape;314;p16"/>
            <p:cNvSpPr/>
            <p:nvPr/>
          </p:nvSpPr>
          <p:spPr>
            <a:xfrm>
              <a:off x="1232534" y="1034271"/>
              <a:ext cx="196216" cy="201597"/>
            </a:xfrm>
            <a:prstGeom prst="pie">
              <a:avLst>
                <a:gd fmla="val 1924054" name="adj1"/>
                <a:gd fmla="val 673322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6"/>
            <p:cNvSpPr txBox="1"/>
            <p:nvPr/>
          </p:nvSpPr>
          <p:spPr>
            <a:xfrm>
              <a:off x="1232534" y="1177637"/>
              <a:ext cx="319087" cy="276999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16" name="Google Shape;316;p16"/>
            <p:cNvSpPr/>
            <p:nvPr/>
          </p:nvSpPr>
          <p:spPr>
            <a:xfrm>
              <a:off x="918786" y="1778840"/>
              <a:ext cx="196216" cy="201597"/>
            </a:xfrm>
            <a:prstGeom prst="pie">
              <a:avLst>
                <a:gd fmla="val 16968508" name="adj1"/>
                <a:gd fmla="val 2042433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6"/>
            <p:cNvSpPr txBox="1"/>
            <p:nvPr/>
          </p:nvSpPr>
          <p:spPr>
            <a:xfrm>
              <a:off x="1022368" y="1574048"/>
              <a:ext cx="319087" cy="276999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-1730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18" name="Google Shape;318;p16"/>
            <p:cNvSpPr/>
            <p:nvPr/>
          </p:nvSpPr>
          <p:spPr>
            <a:xfrm>
              <a:off x="1821127" y="1418381"/>
              <a:ext cx="196216" cy="201597"/>
            </a:xfrm>
            <a:prstGeom prst="pie">
              <a:avLst>
                <a:gd fmla="val 20212450" name="adj1"/>
                <a:gd fmla="val 193256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6"/>
            <p:cNvSpPr txBox="1"/>
            <p:nvPr/>
          </p:nvSpPr>
          <p:spPr>
            <a:xfrm>
              <a:off x="1993701" y="1380679"/>
              <a:ext cx="319087" cy="276999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-16981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320" name="Google Shape;320;p16"/>
          <p:cNvGrpSpPr/>
          <p:nvPr/>
        </p:nvGrpSpPr>
        <p:grpSpPr>
          <a:xfrm>
            <a:off x="2464287" y="5008720"/>
            <a:ext cx="1902790" cy="911789"/>
            <a:chOff x="918786" y="1139891"/>
            <a:chExt cx="1902790" cy="911789"/>
          </a:xfrm>
        </p:grpSpPr>
        <p:grpSp>
          <p:nvGrpSpPr>
            <p:cNvPr id="321" name="Google Shape;321;p16"/>
            <p:cNvGrpSpPr/>
            <p:nvPr/>
          </p:nvGrpSpPr>
          <p:grpSpPr>
            <a:xfrm>
              <a:off x="992776" y="1139891"/>
              <a:ext cx="1828800" cy="758578"/>
              <a:chOff x="992776" y="1139891"/>
              <a:chExt cx="1828800" cy="758578"/>
            </a:xfrm>
          </p:grpSpPr>
          <p:sp>
            <p:nvSpPr>
              <p:cNvPr id="322" name="Google Shape;322;p16"/>
              <p:cNvSpPr/>
              <p:nvPr/>
            </p:nvSpPr>
            <p:spPr>
              <a:xfrm>
                <a:off x="992776" y="1139891"/>
                <a:ext cx="1828800" cy="758578"/>
              </a:xfrm>
              <a:prstGeom prst="parallelogram">
                <a:avLst>
                  <a:gd fmla="val 43328" name="adj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23" name="Google Shape;323;p16"/>
              <p:cNvCxnSpPr/>
              <p:nvPr/>
            </p:nvCxnSpPr>
            <p:spPr>
              <a:xfrm flipH="1" rot="10800000">
                <a:off x="992776" y="1139891"/>
                <a:ext cx="182880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4" name="Google Shape;324;p16"/>
              <p:cNvCxnSpPr/>
              <p:nvPr/>
            </p:nvCxnSpPr>
            <p:spPr>
              <a:xfrm>
                <a:off x="1341455" y="1139891"/>
                <a:ext cx="115556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25" name="Google Shape;325;p16"/>
            <p:cNvSpPr/>
            <p:nvPr/>
          </p:nvSpPr>
          <p:spPr>
            <a:xfrm>
              <a:off x="2316549" y="1745257"/>
              <a:ext cx="360932" cy="306423"/>
            </a:xfrm>
            <a:prstGeom prst="pie">
              <a:avLst>
                <a:gd fmla="val 10676924" name="adj1"/>
                <a:gd fmla="val 1283933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6"/>
            <p:cNvSpPr txBox="1"/>
            <p:nvPr/>
          </p:nvSpPr>
          <p:spPr>
            <a:xfrm>
              <a:off x="2052077" y="1672810"/>
              <a:ext cx="319087" cy="276999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918786" y="1778840"/>
              <a:ext cx="196216" cy="201597"/>
            </a:xfrm>
            <a:prstGeom prst="pie">
              <a:avLst>
                <a:gd fmla="val 20577065" name="adj1"/>
                <a:gd fmla="val 56683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6"/>
            <p:cNvSpPr txBox="1"/>
            <p:nvPr/>
          </p:nvSpPr>
          <p:spPr>
            <a:xfrm>
              <a:off x="1190863" y="1686053"/>
              <a:ext cx="319087" cy="276999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-1509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1821127" y="1418381"/>
              <a:ext cx="196216" cy="201597"/>
            </a:xfrm>
            <a:prstGeom prst="pie">
              <a:avLst>
                <a:gd fmla="val 12984645" name="adj1"/>
                <a:gd fmla="val 19873838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6"/>
            <p:cNvSpPr txBox="1"/>
            <p:nvPr/>
          </p:nvSpPr>
          <p:spPr>
            <a:xfrm>
              <a:off x="1766666" y="1182351"/>
              <a:ext cx="319087" cy="276999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-1730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331" name="Google Shape;331;p16"/>
          <p:cNvGrpSpPr/>
          <p:nvPr/>
        </p:nvGrpSpPr>
        <p:grpSpPr>
          <a:xfrm>
            <a:off x="4715756" y="4886933"/>
            <a:ext cx="1902790" cy="946166"/>
            <a:chOff x="918786" y="1034271"/>
            <a:chExt cx="1902790" cy="946166"/>
          </a:xfrm>
        </p:grpSpPr>
        <p:grpSp>
          <p:nvGrpSpPr>
            <p:cNvPr id="332" name="Google Shape;332;p16"/>
            <p:cNvGrpSpPr/>
            <p:nvPr/>
          </p:nvGrpSpPr>
          <p:grpSpPr>
            <a:xfrm>
              <a:off x="992776" y="1139891"/>
              <a:ext cx="1828800" cy="758578"/>
              <a:chOff x="992776" y="1139891"/>
              <a:chExt cx="1828800" cy="758578"/>
            </a:xfrm>
          </p:grpSpPr>
          <p:sp>
            <p:nvSpPr>
              <p:cNvPr id="333" name="Google Shape;333;p16"/>
              <p:cNvSpPr/>
              <p:nvPr/>
            </p:nvSpPr>
            <p:spPr>
              <a:xfrm>
                <a:off x="992776" y="1139891"/>
                <a:ext cx="1828800" cy="758578"/>
              </a:xfrm>
              <a:prstGeom prst="parallelogram">
                <a:avLst>
                  <a:gd fmla="val 43328" name="adj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4" name="Google Shape;334;p16"/>
              <p:cNvCxnSpPr/>
              <p:nvPr/>
            </p:nvCxnSpPr>
            <p:spPr>
              <a:xfrm flipH="1" rot="10800000">
                <a:off x="992776" y="1139891"/>
                <a:ext cx="182880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5" name="Google Shape;335;p16"/>
              <p:cNvCxnSpPr/>
              <p:nvPr/>
            </p:nvCxnSpPr>
            <p:spPr>
              <a:xfrm>
                <a:off x="1341455" y="1139891"/>
                <a:ext cx="115556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36" name="Google Shape;336;p16"/>
            <p:cNvSpPr/>
            <p:nvPr/>
          </p:nvSpPr>
          <p:spPr>
            <a:xfrm>
              <a:off x="1232534" y="1034271"/>
              <a:ext cx="196216" cy="201597"/>
            </a:xfrm>
            <a:prstGeom prst="pie">
              <a:avLst>
                <a:gd fmla="val 1924054" name="adj1"/>
                <a:gd fmla="val 673322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6"/>
            <p:cNvSpPr txBox="1"/>
            <p:nvPr/>
          </p:nvSpPr>
          <p:spPr>
            <a:xfrm>
              <a:off x="1232534" y="1177637"/>
              <a:ext cx="319087" cy="276999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>
              <a:off x="918786" y="1778840"/>
              <a:ext cx="196216" cy="201597"/>
            </a:xfrm>
            <a:prstGeom prst="pie">
              <a:avLst>
                <a:gd fmla="val 16968508" name="adj1"/>
                <a:gd fmla="val 2042433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6"/>
            <p:cNvSpPr txBox="1"/>
            <p:nvPr/>
          </p:nvSpPr>
          <p:spPr>
            <a:xfrm>
              <a:off x="1022368" y="1574048"/>
              <a:ext cx="319087" cy="276999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-1730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1821127" y="1418381"/>
              <a:ext cx="196216" cy="201597"/>
            </a:xfrm>
            <a:prstGeom prst="pie">
              <a:avLst>
                <a:gd fmla="val 2059319" name="adj1"/>
                <a:gd fmla="val 9391961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6"/>
            <p:cNvSpPr txBox="1"/>
            <p:nvPr/>
          </p:nvSpPr>
          <p:spPr>
            <a:xfrm>
              <a:off x="1647396" y="1572155"/>
              <a:ext cx="319087" cy="276999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-4150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342" name="Google Shape;342;p16"/>
          <p:cNvGrpSpPr/>
          <p:nvPr/>
        </p:nvGrpSpPr>
        <p:grpSpPr>
          <a:xfrm>
            <a:off x="224308" y="7348805"/>
            <a:ext cx="2016451" cy="909009"/>
            <a:chOff x="992776" y="989460"/>
            <a:chExt cx="2016451" cy="909009"/>
          </a:xfrm>
        </p:grpSpPr>
        <p:grpSp>
          <p:nvGrpSpPr>
            <p:cNvPr id="343" name="Google Shape;343;p16"/>
            <p:cNvGrpSpPr/>
            <p:nvPr/>
          </p:nvGrpSpPr>
          <p:grpSpPr>
            <a:xfrm>
              <a:off x="992776" y="1139891"/>
              <a:ext cx="1828800" cy="758578"/>
              <a:chOff x="992776" y="1139891"/>
              <a:chExt cx="1828800" cy="758578"/>
            </a:xfrm>
          </p:grpSpPr>
          <p:sp>
            <p:nvSpPr>
              <p:cNvPr id="344" name="Google Shape;344;p16"/>
              <p:cNvSpPr/>
              <p:nvPr/>
            </p:nvSpPr>
            <p:spPr>
              <a:xfrm>
                <a:off x="992776" y="1139891"/>
                <a:ext cx="1828800" cy="758578"/>
              </a:xfrm>
              <a:prstGeom prst="parallelogram">
                <a:avLst>
                  <a:gd fmla="val 43328" name="adj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45" name="Google Shape;345;p16"/>
              <p:cNvCxnSpPr/>
              <p:nvPr/>
            </p:nvCxnSpPr>
            <p:spPr>
              <a:xfrm flipH="1" rot="10800000">
                <a:off x="992776" y="1139891"/>
                <a:ext cx="182880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6" name="Google Shape;346;p16"/>
              <p:cNvCxnSpPr/>
              <p:nvPr/>
            </p:nvCxnSpPr>
            <p:spPr>
              <a:xfrm>
                <a:off x="1341455" y="1139891"/>
                <a:ext cx="115556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47" name="Google Shape;347;p16"/>
            <p:cNvSpPr/>
            <p:nvPr/>
          </p:nvSpPr>
          <p:spPr>
            <a:xfrm>
              <a:off x="1232534" y="1034271"/>
              <a:ext cx="196216" cy="201597"/>
            </a:xfrm>
            <a:prstGeom prst="pie">
              <a:avLst>
                <a:gd fmla="val 565460" name="adj1"/>
                <a:gd fmla="val 2254728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6"/>
            <p:cNvSpPr txBox="1"/>
            <p:nvPr/>
          </p:nvSpPr>
          <p:spPr>
            <a:xfrm>
              <a:off x="1482616" y="1086806"/>
              <a:ext cx="319087" cy="276999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0" l="0" r="-1730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49" name="Google Shape;349;p16"/>
            <p:cNvSpPr/>
            <p:nvPr/>
          </p:nvSpPr>
          <p:spPr>
            <a:xfrm>
              <a:off x="2581784" y="989460"/>
              <a:ext cx="427443" cy="276999"/>
            </a:xfrm>
            <a:prstGeom prst="pie">
              <a:avLst>
                <a:gd fmla="val 8952469" name="adj1"/>
                <a:gd fmla="val 1045775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6"/>
            <p:cNvSpPr txBox="1"/>
            <p:nvPr/>
          </p:nvSpPr>
          <p:spPr>
            <a:xfrm>
              <a:off x="2102936" y="1097368"/>
              <a:ext cx="319087" cy="276999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-1509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51" name="Google Shape;351;p16"/>
            <p:cNvSpPr/>
            <p:nvPr/>
          </p:nvSpPr>
          <p:spPr>
            <a:xfrm>
              <a:off x="1821127" y="1418381"/>
              <a:ext cx="196216" cy="201597"/>
            </a:xfrm>
            <a:prstGeom prst="pie">
              <a:avLst>
                <a:gd fmla="val 2120394" name="adj1"/>
                <a:gd fmla="val 9551247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6"/>
            <p:cNvSpPr txBox="1"/>
            <p:nvPr/>
          </p:nvSpPr>
          <p:spPr>
            <a:xfrm>
              <a:off x="1701108" y="1587098"/>
              <a:ext cx="319087" cy="276999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353" name="Google Shape;353;p16"/>
          <p:cNvGrpSpPr/>
          <p:nvPr/>
        </p:nvGrpSpPr>
        <p:grpSpPr>
          <a:xfrm>
            <a:off x="2418657" y="7393616"/>
            <a:ext cx="1902790" cy="946166"/>
            <a:chOff x="918786" y="1034271"/>
            <a:chExt cx="1902790" cy="946166"/>
          </a:xfrm>
        </p:grpSpPr>
        <p:grpSp>
          <p:nvGrpSpPr>
            <p:cNvPr id="354" name="Google Shape;354;p16"/>
            <p:cNvGrpSpPr/>
            <p:nvPr/>
          </p:nvGrpSpPr>
          <p:grpSpPr>
            <a:xfrm>
              <a:off x="992776" y="1139891"/>
              <a:ext cx="1828800" cy="758578"/>
              <a:chOff x="992776" y="1139891"/>
              <a:chExt cx="1828800" cy="758578"/>
            </a:xfrm>
          </p:grpSpPr>
          <p:sp>
            <p:nvSpPr>
              <p:cNvPr id="355" name="Google Shape;355;p16"/>
              <p:cNvSpPr/>
              <p:nvPr/>
            </p:nvSpPr>
            <p:spPr>
              <a:xfrm>
                <a:off x="992776" y="1139891"/>
                <a:ext cx="1828800" cy="758578"/>
              </a:xfrm>
              <a:prstGeom prst="parallelogram">
                <a:avLst>
                  <a:gd fmla="val 43328" name="adj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56" name="Google Shape;356;p16"/>
              <p:cNvCxnSpPr/>
              <p:nvPr/>
            </p:nvCxnSpPr>
            <p:spPr>
              <a:xfrm flipH="1" rot="10800000">
                <a:off x="992776" y="1139891"/>
                <a:ext cx="182880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16"/>
              <p:cNvCxnSpPr/>
              <p:nvPr/>
            </p:nvCxnSpPr>
            <p:spPr>
              <a:xfrm>
                <a:off x="1341455" y="1139891"/>
                <a:ext cx="115556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58" name="Google Shape;358;p16"/>
            <p:cNvSpPr/>
            <p:nvPr/>
          </p:nvSpPr>
          <p:spPr>
            <a:xfrm>
              <a:off x="1232534" y="1034271"/>
              <a:ext cx="196216" cy="201597"/>
            </a:xfrm>
            <a:prstGeom prst="pie">
              <a:avLst>
                <a:gd fmla="val 1924054" name="adj1"/>
                <a:gd fmla="val 673322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6"/>
            <p:cNvSpPr txBox="1"/>
            <p:nvPr/>
          </p:nvSpPr>
          <p:spPr>
            <a:xfrm>
              <a:off x="1191847" y="1189370"/>
              <a:ext cx="319087" cy="276999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0" l="0" r="-1509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60" name="Google Shape;360;p16"/>
            <p:cNvSpPr/>
            <p:nvPr/>
          </p:nvSpPr>
          <p:spPr>
            <a:xfrm>
              <a:off x="918786" y="1778840"/>
              <a:ext cx="196216" cy="201597"/>
            </a:xfrm>
            <a:prstGeom prst="pie">
              <a:avLst>
                <a:gd fmla="val 16968508" name="adj1"/>
                <a:gd fmla="val 2042433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6"/>
            <p:cNvSpPr txBox="1"/>
            <p:nvPr/>
          </p:nvSpPr>
          <p:spPr>
            <a:xfrm>
              <a:off x="1022368" y="1574048"/>
              <a:ext cx="319087" cy="276999"/>
            </a:xfrm>
            <a:prstGeom prst="rect">
              <a:avLst/>
            </a:prstGeom>
            <a:blipFill rotWithShape="1">
              <a:blip r:embed="rId23">
                <a:alphaModFix/>
              </a:blip>
              <a:stretch>
                <a:fillRect b="0" l="0" r="-1730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>
              <a:off x="1821127" y="1418381"/>
              <a:ext cx="196216" cy="201597"/>
            </a:xfrm>
            <a:prstGeom prst="pie">
              <a:avLst>
                <a:gd fmla="val 12963161" name="adj1"/>
                <a:gd fmla="val 2039506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6"/>
            <p:cNvSpPr txBox="1"/>
            <p:nvPr/>
          </p:nvSpPr>
          <p:spPr>
            <a:xfrm>
              <a:off x="1756535" y="1192920"/>
              <a:ext cx="319087" cy="276999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364" name="Google Shape;364;p16"/>
          <p:cNvGrpSpPr/>
          <p:nvPr/>
        </p:nvGrpSpPr>
        <p:grpSpPr>
          <a:xfrm>
            <a:off x="4668331" y="7382130"/>
            <a:ext cx="1912040" cy="945677"/>
            <a:chOff x="992776" y="1034759"/>
            <a:chExt cx="1912040" cy="945677"/>
          </a:xfrm>
        </p:grpSpPr>
        <p:grpSp>
          <p:nvGrpSpPr>
            <p:cNvPr id="365" name="Google Shape;365;p16"/>
            <p:cNvGrpSpPr/>
            <p:nvPr/>
          </p:nvGrpSpPr>
          <p:grpSpPr>
            <a:xfrm>
              <a:off x="992776" y="1139891"/>
              <a:ext cx="1828800" cy="758578"/>
              <a:chOff x="992776" y="1139891"/>
              <a:chExt cx="1828800" cy="758578"/>
            </a:xfrm>
          </p:grpSpPr>
          <p:sp>
            <p:nvSpPr>
              <p:cNvPr id="366" name="Google Shape;366;p16"/>
              <p:cNvSpPr/>
              <p:nvPr/>
            </p:nvSpPr>
            <p:spPr>
              <a:xfrm>
                <a:off x="992776" y="1139891"/>
                <a:ext cx="1828800" cy="758578"/>
              </a:xfrm>
              <a:prstGeom prst="parallelogram">
                <a:avLst>
                  <a:gd fmla="val 43328" name="adj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7" name="Google Shape;367;p16"/>
              <p:cNvCxnSpPr/>
              <p:nvPr/>
            </p:nvCxnSpPr>
            <p:spPr>
              <a:xfrm flipH="1" rot="10800000">
                <a:off x="992776" y="1139891"/>
                <a:ext cx="182880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16"/>
              <p:cNvCxnSpPr/>
              <p:nvPr/>
            </p:nvCxnSpPr>
            <p:spPr>
              <a:xfrm>
                <a:off x="1341455" y="1139891"/>
                <a:ext cx="115556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69" name="Google Shape;369;p16"/>
            <p:cNvSpPr/>
            <p:nvPr/>
          </p:nvSpPr>
          <p:spPr>
            <a:xfrm>
              <a:off x="1835690" y="1437454"/>
              <a:ext cx="163990" cy="163449"/>
            </a:xfrm>
            <a:prstGeom prst="pie">
              <a:avLst>
                <a:gd fmla="val 2213362" name="adj1"/>
                <a:gd fmla="val 938560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6"/>
            <p:cNvSpPr txBox="1"/>
            <p:nvPr/>
          </p:nvSpPr>
          <p:spPr>
            <a:xfrm>
              <a:off x="1751577" y="1555339"/>
              <a:ext cx="319087" cy="276999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71" name="Google Shape;371;p16"/>
            <p:cNvSpPr/>
            <p:nvPr/>
          </p:nvSpPr>
          <p:spPr>
            <a:xfrm>
              <a:off x="2386168" y="1778839"/>
              <a:ext cx="196216" cy="201597"/>
            </a:xfrm>
            <a:prstGeom prst="pie">
              <a:avLst>
                <a:gd fmla="val 12599305" name="adj1"/>
                <a:gd fmla="val 18369216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6"/>
            <p:cNvSpPr txBox="1"/>
            <p:nvPr/>
          </p:nvSpPr>
          <p:spPr>
            <a:xfrm>
              <a:off x="2230032" y="1525998"/>
              <a:ext cx="319087" cy="276999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b="0" l="0" r="-1730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>
              <a:off x="2708600" y="1034759"/>
              <a:ext cx="196216" cy="201597"/>
            </a:xfrm>
            <a:prstGeom prst="pie">
              <a:avLst>
                <a:gd fmla="val 6273376" name="adj1"/>
                <a:gd fmla="val 9246169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6"/>
            <p:cNvSpPr txBox="1"/>
            <p:nvPr/>
          </p:nvSpPr>
          <p:spPr>
            <a:xfrm>
              <a:off x="2407394" y="1213574"/>
              <a:ext cx="339590" cy="276999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0" l="0" r="-892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375" name="Google Shape;375;p16"/>
          <p:cNvSpPr txBox="1"/>
          <p:nvPr/>
        </p:nvSpPr>
        <p:spPr>
          <a:xfrm>
            <a:off x="1275350" y="2998617"/>
            <a:ext cx="1555163" cy="369332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6" name="Google Shape;376;p16"/>
          <p:cNvSpPr txBox="1"/>
          <p:nvPr/>
        </p:nvSpPr>
        <p:spPr>
          <a:xfrm>
            <a:off x="3213116" y="3142626"/>
            <a:ext cx="1555163" cy="369332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7" name="Google Shape;377;p16"/>
          <p:cNvSpPr txBox="1"/>
          <p:nvPr/>
        </p:nvSpPr>
        <p:spPr>
          <a:xfrm>
            <a:off x="5115648" y="3077552"/>
            <a:ext cx="1555163" cy="369332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8" name="Google Shape;378;p16"/>
          <p:cNvSpPr txBox="1"/>
          <p:nvPr/>
        </p:nvSpPr>
        <p:spPr>
          <a:xfrm>
            <a:off x="281139" y="6286763"/>
            <a:ext cx="1555163" cy="369332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9" name="Google Shape;379;p16"/>
          <p:cNvSpPr txBox="1"/>
          <p:nvPr/>
        </p:nvSpPr>
        <p:spPr>
          <a:xfrm>
            <a:off x="2647208" y="6267738"/>
            <a:ext cx="1555163" cy="369332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0" name="Google Shape;380;p16"/>
          <p:cNvSpPr txBox="1"/>
          <p:nvPr/>
        </p:nvSpPr>
        <p:spPr>
          <a:xfrm>
            <a:off x="4863298" y="6302292"/>
            <a:ext cx="1555163" cy="369332"/>
          </a:xfrm>
          <a:prstGeom prst="rect">
            <a:avLst/>
          </a:prstGeom>
          <a:blipFill rotWithShape="1">
            <a:blip r:embed="rId3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1" name="Google Shape;381;p16"/>
          <p:cNvSpPr txBox="1"/>
          <p:nvPr/>
        </p:nvSpPr>
        <p:spPr>
          <a:xfrm>
            <a:off x="224308" y="8687289"/>
            <a:ext cx="1555163" cy="369332"/>
          </a:xfrm>
          <a:prstGeom prst="rect">
            <a:avLst/>
          </a:prstGeom>
          <a:blipFill rotWithShape="1">
            <a:blip r:embed="rId3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2" name="Google Shape;382;p16"/>
          <p:cNvSpPr txBox="1"/>
          <p:nvPr/>
        </p:nvSpPr>
        <p:spPr>
          <a:xfrm>
            <a:off x="2590377" y="8668264"/>
            <a:ext cx="1555163" cy="369332"/>
          </a:xfrm>
          <a:prstGeom prst="rect">
            <a:avLst/>
          </a:prstGeom>
          <a:blipFill rotWithShape="1">
            <a:blip r:embed="rId3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3" name="Google Shape;383;p16"/>
          <p:cNvSpPr txBox="1"/>
          <p:nvPr/>
        </p:nvSpPr>
        <p:spPr>
          <a:xfrm>
            <a:off x="4806467" y="8702818"/>
            <a:ext cx="1555163" cy="369332"/>
          </a:xfrm>
          <a:prstGeom prst="rect">
            <a:avLst/>
          </a:prstGeom>
          <a:blipFill rotWithShape="1">
            <a:blip r:embed="rId3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4" name="Google Shape;384;p16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0" name="Google Shape;390;p17"/>
          <p:cNvGraphicFramePr/>
          <p:nvPr/>
        </p:nvGraphicFramePr>
        <p:xfrm>
          <a:off x="94580" y="2719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1060450"/>
                <a:gridCol w="1913025"/>
                <a:gridCol w="1860525"/>
                <a:gridCol w="1855475"/>
              </a:tblGrid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7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8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9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1825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AutoNum type="arabicParenR"/>
                      </a:pPr>
                      <a:r>
                        <a:rPr lang="en-GB" sz="1050">
                          <a:solidFill>
                            <a:schemeClr val="dk1"/>
                          </a:solidFill>
                        </a:rPr>
                        <a:t>Look for the features of the diagonals of the quadrilateral listed on pages 115 and 116.</a:t>
                      </a:r>
                      <a:endParaRPr/>
                    </a:p>
                    <a:p>
                      <a:pPr indent="-161925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AutoNum type="arabicParenR"/>
                      </a:pPr>
                      <a:r>
                        <a:rPr lang="en-GB" sz="1050">
                          <a:solidFill>
                            <a:schemeClr val="dk1"/>
                          </a:solidFill>
                        </a:rPr>
                        <a:t>Add in the features and use them to find the missing angle.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91" name="Google Shape;391;p17"/>
          <p:cNvSpPr/>
          <p:nvPr/>
        </p:nvSpPr>
        <p:spPr>
          <a:xfrm>
            <a:off x="80292" y="4212332"/>
            <a:ext cx="1904682" cy="24251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92" name="Google Shape;392;p17"/>
          <p:cNvSpPr txBox="1"/>
          <p:nvPr/>
        </p:nvSpPr>
        <p:spPr>
          <a:xfrm>
            <a:off x="2274103" y="4195237"/>
            <a:ext cx="7126365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521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>
            <a:off x="30141" y="57628"/>
            <a:ext cx="6014442" cy="2072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be able to find missing angles involving diagonals in a rhombus</a:t>
            </a:r>
            <a:endParaRPr/>
          </a:p>
        </p:txBody>
      </p:sp>
      <p:grpSp>
        <p:nvGrpSpPr>
          <p:cNvPr id="394" name="Google Shape;394;p17"/>
          <p:cNvGrpSpPr/>
          <p:nvPr/>
        </p:nvGrpSpPr>
        <p:grpSpPr>
          <a:xfrm>
            <a:off x="871604" y="730705"/>
            <a:ext cx="2273092" cy="1992253"/>
            <a:chOff x="769767" y="721842"/>
            <a:chExt cx="2273092" cy="1992253"/>
          </a:xfrm>
        </p:grpSpPr>
        <p:grpSp>
          <p:nvGrpSpPr>
            <p:cNvPr id="395" name="Google Shape;395;p17"/>
            <p:cNvGrpSpPr/>
            <p:nvPr/>
          </p:nvGrpSpPr>
          <p:grpSpPr>
            <a:xfrm rot="-171950">
              <a:off x="815539" y="775199"/>
              <a:ext cx="2181549" cy="1885539"/>
              <a:chOff x="889710" y="911042"/>
              <a:chExt cx="1888373" cy="1528415"/>
            </a:xfrm>
          </p:grpSpPr>
          <p:sp>
            <p:nvSpPr>
              <p:cNvPr id="396" name="Google Shape;396;p17"/>
              <p:cNvSpPr/>
              <p:nvPr/>
            </p:nvSpPr>
            <p:spPr>
              <a:xfrm rot="3787812">
                <a:off x="1402822" y="835198"/>
                <a:ext cx="862149" cy="1680103"/>
              </a:xfrm>
              <a:prstGeom prst="diamond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97" name="Google Shape;397;p17"/>
              <p:cNvCxnSpPr>
                <a:stCxn id="396" idx="1"/>
                <a:endCxn id="396" idx="3"/>
              </p:cNvCxnSpPr>
              <p:nvPr/>
            </p:nvCxnSpPr>
            <p:spPr>
              <a:xfrm rot="160727">
                <a:off x="1618881" y="1300234"/>
                <a:ext cx="430070" cy="7498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17"/>
              <p:cNvCxnSpPr>
                <a:stCxn id="396" idx="0"/>
                <a:endCxn id="396" idx="2"/>
              </p:cNvCxnSpPr>
              <p:nvPr/>
            </p:nvCxnSpPr>
            <p:spPr>
              <a:xfrm flipH="1" rot="160850">
                <a:off x="1106006" y="1260939"/>
                <a:ext cx="1455993" cy="8285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399" name="Google Shape;399;p17"/>
            <p:cNvCxnSpPr/>
            <p:nvPr/>
          </p:nvCxnSpPr>
          <p:spPr>
            <a:xfrm>
              <a:off x="1309688" y="1647825"/>
              <a:ext cx="190500" cy="666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0" name="Google Shape;400;p17"/>
            <p:cNvCxnSpPr/>
            <p:nvPr/>
          </p:nvCxnSpPr>
          <p:spPr>
            <a:xfrm flipH="1">
              <a:off x="2140469" y="1160416"/>
              <a:ext cx="26193" cy="149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1" name="Google Shape;401;p17"/>
            <p:cNvCxnSpPr/>
            <p:nvPr/>
          </p:nvCxnSpPr>
          <p:spPr>
            <a:xfrm>
              <a:off x="2333068" y="1750245"/>
              <a:ext cx="190500" cy="666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" name="Google Shape;402;p17"/>
            <p:cNvCxnSpPr/>
            <p:nvPr/>
          </p:nvCxnSpPr>
          <p:spPr>
            <a:xfrm flipH="1">
              <a:off x="1702319" y="2126564"/>
              <a:ext cx="26193" cy="149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03" name="Google Shape;403;p17"/>
          <p:cNvSpPr/>
          <p:nvPr/>
        </p:nvSpPr>
        <p:spPr>
          <a:xfrm>
            <a:off x="1660963" y="1171623"/>
            <a:ext cx="209720" cy="190500"/>
          </a:xfrm>
          <a:prstGeom prst="pie">
            <a:avLst>
              <a:gd fmla="val 21409330" name="adj1"/>
              <a:gd fmla="val 35369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 txBox="1"/>
          <p:nvPr/>
        </p:nvSpPr>
        <p:spPr>
          <a:xfrm>
            <a:off x="1876988" y="1236139"/>
            <a:ext cx="183321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5333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05" name="Google Shape;405;p17"/>
          <p:cNvSpPr/>
          <p:nvPr/>
        </p:nvSpPr>
        <p:spPr>
          <a:xfrm>
            <a:off x="2601135" y="1073148"/>
            <a:ext cx="543763" cy="317501"/>
          </a:xfrm>
          <a:prstGeom prst="pie">
            <a:avLst>
              <a:gd fmla="val 9028505" name="adj1"/>
              <a:gd fmla="val 1071458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 txBox="1"/>
          <p:nvPr/>
        </p:nvSpPr>
        <p:spPr>
          <a:xfrm>
            <a:off x="2168468" y="1215450"/>
            <a:ext cx="183321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-10333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407" name="Google Shape;407;p17"/>
          <p:cNvGrpSpPr/>
          <p:nvPr/>
        </p:nvGrpSpPr>
        <p:grpSpPr>
          <a:xfrm rot="3658641">
            <a:off x="2839000" y="713315"/>
            <a:ext cx="2277168" cy="2073677"/>
            <a:chOff x="767727" y="681101"/>
            <a:chExt cx="2277168" cy="2073677"/>
          </a:xfrm>
        </p:grpSpPr>
        <p:grpSp>
          <p:nvGrpSpPr>
            <p:cNvPr id="408" name="Google Shape;408;p17"/>
            <p:cNvGrpSpPr/>
            <p:nvPr/>
          </p:nvGrpSpPr>
          <p:grpSpPr>
            <a:xfrm rot="-171950">
              <a:off x="815537" y="734407"/>
              <a:ext cx="2181549" cy="1967066"/>
              <a:chOff x="889710" y="877976"/>
              <a:chExt cx="1888373" cy="1594500"/>
            </a:xfrm>
          </p:grpSpPr>
          <p:sp>
            <p:nvSpPr>
              <p:cNvPr id="409" name="Google Shape;409;p17"/>
              <p:cNvSpPr/>
              <p:nvPr/>
            </p:nvSpPr>
            <p:spPr>
              <a:xfrm rot="3787812">
                <a:off x="1402822" y="835198"/>
                <a:ext cx="862149" cy="1680103"/>
              </a:xfrm>
              <a:prstGeom prst="diamond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0" name="Google Shape;410;p17"/>
              <p:cNvCxnSpPr>
                <a:stCxn id="409" idx="1"/>
                <a:endCxn id="409" idx="3"/>
              </p:cNvCxnSpPr>
              <p:nvPr/>
            </p:nvCxnSpPr>
            <p:spPr>
              <a:xfrm flipH="1" rot="-3385302">
                <a:off x="1599319" y="1299626"/>
                <a:ext cx="469194" cy="7513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1" name="Google Shape;411;p17"/>
              <p:cNvCxnSpPr>
                <a:stCxn id="409" idx="0"/>
                <a:endCxn id="409" idx="2"/>
              </p:cNvCxnSpPr>
              <p:nvPr/>
            </p:nvCxnSpPr>
            <p:spPr>
              <a:xfrm rot="7416343">
                <a:off x="1127316" y="1260482"/>
                <a:ext cx="1413073" cy="82948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412" name="Google Shape;412;p17"/>
            <p:cNvCxnSpPr/>
            <p:nvPr/>
          </p:nvCxnSpPr>
          <p:spPr>
            <a:xfrm>
              <a:off x="1309688" y="1647825"/>
              <a:ext cx="190500" cy="666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3" name="Google Shape;413;p17"/>
            <p:cNvCxnSpPr/>
            <p:nvPr/>
          </p:nvCxnSpPr>
          <p:spPr>
            <a:xfrm flipH="1">
              <a:off x="2140469" y="1160416"/>
              <a:ext cx="26193" cy="149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" name="Google Shape;414;p17"/>
            <p:cNvCxnSpPr/>
            <p:nvPr/>
          </p:nvCxnSpPr>
          <p:spPr>
            <a:xfrm>
              <a:off x="2333068" y="1750245"/>
              <a:ext cx="190500" cy="666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" name="Google Shape;415;p17"/>
            <p:cNvCxnSpPr/>
            <p:nvPr/>
          </p:nvCxnSpPr>
          <p:spPr>
            <a:xfrm flipH="1">
              <a:off x="1702319" y="2126564"/>
              <a:ext cx="26193" cy="149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16" name="Google Shape;416;p17"/>
          <p:cNvSpPr txBox="1"/>
          <p:nvPr/>
        </p:nvSpPr>
        <p:spPr>
          <a:xfrm>
            <a:off x="3767567" y="1345962"/>
            <a:ext cx="183321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-10666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7" name="Google Shape;417;p17"/>
          <p:cNvSpPr/>
          <p:nvPr/>
        </p:nvSpPr>
        <p:spPr>
          <a:xfrm>
            <a:off x="3983521" y="1140116"/>
            <a:ext cx="543763" cy="317501"/>
          </a:xfrm>
          <a:prstGeom prst="pie">
            <a:avLst>
              <a:gd fmla="val 7183305" name="adj1"/>
              <a:gd fmla="val 1101655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 txBox="1"/>
          <p:nvPr/>
        </p:nvSpPr>
        <p:spPr>
          <a:xfrm>
            <a:off x="3289998" y="1188243"/>
            <a:ext cx="196407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437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9" name="Google Shape;419;p17"/>
          <p:cNvSpPr/>
          <p:nvPr/>
        </p:nvSpPr>
        <p:spPr>
          <a:xfrm>
            <a:off x="3047645" y="1155729"/>
            <a:ext cx="209720" cy="190500"/>
          </a:xfrm>
          <a:prstGeom prst="pie">
            <a:avLst>
              <a:gd fmla="val 21409330" name="adj1"/>
              <a:gd fmla="val 177035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0" name="Google Shape;420;p17"/>
          <p:cNvGrpSpPr/>
          <p:nvPr/>
        </p:nvGrpSpPr>
        <p:grpSpPr>
          <a:xfrm>
            <a:off x="4874760" y="736342"/>
            <a:ext cx="2130226" cy="1992253"/>
            <a:chOff x="769767" y="721842"/>
            <a:chExt cx="2273092" cy="1992253"/>
          </a:xfrm>
        </p:grpSpPr>
        <p:grpSp>
          <p:nvGrpSpPr>
            <p:cNvPr id="421" name="Google Shape;421;p17"/>
            <p:cNvGrpSpPr/>
            <p:nvPr/>
          </p:nvGrpSpPr>
          <p:grpSpPr>
            <a:xfrm rot="-171950">
              <a:off x="815539" y="775199"/>
              <a:ext cx="2181549" cy="1885539"/>
              <a:chOff x="889710" y="911042"/>
              <a:chExt cx="1888373" cy="1528415"/>
            </a:xfrm>
          </p:grpSpPr>
          <p:sp>
            <p:nvSpPr>
              <p:cNvPr id="422" name="Google Shape;422;p17"/>
              <p:cNvSpPr/>
              <p:nvPr/>
            </p:nvSpPr>
            <p:spPr>
              <a:xfrm rot="3787812">
                <a:off x="1402822" y="835198"/>
                <a:ext cx="862149" cy="1680103"/>
              </a:xfrm>
              <a:prstGeom prst="diamond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3" name="Google Shape;423;p17"/>
              <p:cNvCxnSpPr>
                <a:stCxn id="422" idx="1"/>
              </p:cNvCxnSpPr>
              <p:nvPr/>
            </p:nvCxnSpPr>
            <p:spPr>
              <a:xfrm rot="160449">
                <a:off x="1618393" y="1301872"/>
                <a:ext cx="501546" cy="7657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4" name="Google Shape;424;p17"/>
              <p:cNvCxnSpPr>
                <a:stCxn id="422" idx="0"/>
                <a:endCxn id="422" idx="2"/>
              </p:cNvCxnSpPr>
              <p:nvPr/>
            </p:nvCxnSpPr>
            <p:spPr>
              <a:xfrm flipH="1" rot="160850">
                <a:off x="1106006" y="1260939"/>
                <a:ext cx="1455993" cy="8285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425" name="Google Shape;425;p17"/>
            <p:cNvCxnSpPr/>
            <p:nvPr/>
          </p:nvCxnSpPr>
          <p:spPr>
            <a:xfrm>
              <a:off x="1309688" y="1647825"/>
              <a:ext cx="190500" cy="666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" name="Google Shape;426;p17"/>
            <p:cNvCxnSpPr/>
            <p:nvPr/>
          </p:nvCxnSpPr>
          <p:spPr>
            <a:xfrm flipH="1">
              <a:off x="2140469" y="1160416"/>
              <a:ext cx="26193" cy="149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7" name="Google Shape;427;p17"/>
            <p:cNvCxnSpPr/>
            <p:nvPr/>
          </p:nvCxnSpPr>
          <p:spPr>
            <a:xfrm>
              <a:off x="2333068" y="1750245"/>
              <a:ext cx="190500" cy="666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8" name="Google Shape;428;p17"/>
            <p:cNvCxnSpPr/>
            <p:nvPr/>
          </p:nvCxnSpPr>
          <p:spPr>
            <a:xfrm flipH="1">
              <a:off x="1702319" y="2126564"/>
              <a:ext cx="26193" cy="149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29" name="Google Shape;429;p17"/>
          <p:cNvSpPr/>
          <p:nvPr/>
        </p:nvSpPr>
        <p:spPr>
          <a:xfrm>
            <a:off x="5588482" y="1190834"/>
            <a:ext cx="196539" cy="190500"/>
          </a:xfrm>
          <a:prstGeom prst="pie">
            <a:avLst>
              <a:gd fmla="val 21409330" name="adj1"/>
              <a:gd fmla="val 35369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 txBox="1"/>
          <p:nvPr/>
        </p:nvSpPr>
        <p:spPr>
          <a:xfrm>
            <a:off x="5729654" y="1234105"/>
            <a:ext cx="171799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-607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6454343" y="1127353"/>
            <a:ext cx="509587" cy="317501"/>
          </a:xfrm>
          <a:prstGeom prst="pie">
            <a:avLst>
              <a:gd fmla="val 9028505" name="adj1"/>
              <a:gd fmla="val 1071458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 txBox="1"/>
          <p:nvPr/>
        </p:nvSpPr>
        <p:spPr>
          <a:xfrm>
            <a:off x="6158073" y="1234105"/>
            <a:ext cx="171799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-11428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433" name="Google Shape;433;p17"/>
          <p:cNvGrpSpPr/>
          <p:nvPr/>
        </p:nvGrpSpPr>
        <p:grpSpPr>
          <a:xfrm>
            <a:off x="30235" y="4347223"/>
            <a:ext cx="2273092" cy="1992253"/>
            <a:chOff x="30235" y="4475814"/>
            <a:chExt cx="2273092" cy="1992253"/>
          </a:xfrm>
        </p:grpSpPr>
        <p:grpSp>
          <p:nvGrpSpPr>
            <p:cNvPr id="434" name="Google Shape;434;p17"/>
            <p:cNvGrpSpPr/>
            <p:nvPr/>
          </p:nvGrpSpPr>
          <p:grpSpPr>
            <a:xfrm>
              <a:off x="30235" y="4475814"/>
              <a:ext cx="2273092" cy="1992253"/>
              <a:chOff x="769767" y="721842"/>
              <a:chExt cx="2273092" cy="1992253"/>
            </a:xfrm>
          </p:grpSpPr>
          <p:grpSp>
            <p:nvGrpSpPr>
              <p:cNvPr id="435" name="Google Shape;435;p17"/>
              <p:cNvGrpSpPr/>
              <p:nvPr/>
            </p:nvGrpSpPr>
            <p:grpSpPr>
              <a:xfrm rot="-171950">
                <a:off x="815539" y="775199"/>
                <a:ext cx="2181549" cy="1885539"/>
                <a:chOff x="889710" y="911042"/>
                <a:chExt cx="1888373" cy="1528415"/>
              </a:xfrm>
            </p:grpSpPr>
            <p:sp>
              <p:nvSpPr>
                <p:cNvPr id="436" name="Google Shape;436;p17"/>
                <p:cNvSpPr/>
                <p:nvPr/>
              </p:nvSpPr>
              <p:spPr>
                <a:xfrm rot="3787812">
                  <a:off x="1402822" y="835198"/>
                  <a:ext cx="862149" cy="1680103"/>
                </a:xfrm>
                <a:prstGeom prst="diamond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37" name="Google Shape;437;p17"/>
                <p:cNvCxnSpPr>
                  <a:stCxn id="436" idx="1"/>
                  <a:endCxn id="436" idx="3"/>
                </p:cNvCxnSpPr>
                <p:nvPr/>
              </p:nvCxnSpPr>
              <p:spPr>
                <a:xfrm rot="160727">
                  <a:off x="1618881" y="1300234"/>
                  <a:ext cx="430070" cy="7498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8" name="Google Shape;438;p17"/>
                <p:cNvCxnSpPr>
                  <a:stCxn id="436" idx="0"/>
                  <a:endCxn id="436" idx="2"/>
                </p:cNvCxnSpPr>
                <p:nvPr/>
              </p:nvCxnSpPr>
              <p:spPr>
                <a:xfrm flipH="1" rot="160850">
                  <a:off x="1106006" y="1260939"/>
                  <a:ext cx="1455993" cy="8285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39" name="Google Shape;439;p17"/>
              <p:cNvCxnSpPr/>
              <p:nvPr/>
            </p:nvCxnSpPr>
            <p:spPr>
              <a:xfrm>
                <a:off x="1309688" y="1647825"/>
                <a:ext cx="190500" cy="666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40" name="Google Shape;440;p17"/>
              <p:cNvCxnSpPr/>
              <p:nvPr/>
            </p:nvCxnSpPr>
            <p:spPr>
              <a:xfrm flipH="1">
                <a:off x="2140469" y="1160416"/>
                <a:ext cx="26193" cy="149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41" name="Google Shape;441;p17"/>
              <p:cNvCxnSpPr/>
              <p:nvPr/>
            </p:nvCxnSpPr>
            <p:spPr>
              <a:xfrm>
                <a:off x="2333068" y="1750245"/>
                <a:ext cx="190500" cy="666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42" name="Google Shape;442;p17"/>
              <p:cNvCxnSpPr/>
              <p:nvPr/>
            </p:nvCxnSpPr>
            <p:spPr>
              <a:xfrm flipH="1">
                <a:off x="1702319" y="2126564"/>
                <a:ext cx="26193" cy="149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443" name="Google Shape;443;p17"/>
            <p:cNvSpPr/>
            <p:nvPr/>
          </p:nvSpPr>
          <p:spPr>
            <a:xfrm>
              <a:off x="820962" y="4928888"/>
              <a:ext cx="209720" cy="190500"/>
            </a:xfrm>
            <a:prstGeom prst="pie">
              <a:avLst>
                <a:gd fmla="val 21409330" name="adj1"/>
                <a:gd fmla="val 353694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7"/>
            <p:cNvSpPr txBox="1"/>
            <p:nvPr/>
          </p:nvSpPr>
          <p:spPr>
            <a:xfrm>
              <a:off x="958247" y="4969422"/>
              <a:ext cx="183321" cy="2769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-53332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45" name="Google Shape;445;p17"/>
            <p:cNvSpPr txBox="1"/>
            <p:nvPr/>
          </p:nvSpPr>
          <p:spPr>
            <a:xfrm>
              <a:off x="1428936" y="4969422"/>
              <a:ext cx="183321" cy="276999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-10333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46" name="Google Shape;446;p17"/>
          <p:cNvGrpSpPr/>
          <p:nvPr/>
        </p:nvGrpSpPr>
        <p:grpSpPr>
          <a:xfrm>
            <a:off x="2285617" y="4347223"/>
            <a:ext cx="2273092" cy="1992253"/>
            <a:chOff x="30235" y="4475814"/>
            <a:chExt cx="2273092" cy="1992253"/>
          </a:xfrm>
        </p:grpSpPr>
        <p:grpSp>
          <p:nvGrpSpPr>
            <p:cNvPr id="447" name="Google Shape;447;p17"/>
            <p:cNvGrpSpPr/>
            <p:nvPr/>
          </p:nvGrpSpPr>
          <p:grpSpPr>
            <a:xfrm>
              <a:off x="30235" y="4475814"/>
              <a:ext cx="2273092" cy="1992253"/>
              <a:chOff x="769767" y="721842"/>
              <a:chExt cx="2273092" cy="1992253"/>
            </a:xfrm>
          </p:grpSpPr>
          <p:grpSp>
            <p:nvGrpSpPr>
              <p:cNvPr id="448" name="Google Shape;448;p17"/>
              <p:cNvGrpSpPr/>
              <p:nvPr/>
            </p:nvGrpSpPr>
            <p:grpSpPr>
              <a:xfrm rot="-171950">
                <a:off x="815539" y="775199"/>
                <a:ext cx="2181549" cy="1885539"/>
                <a:chOff x="889710" y="911042"/>
                <a:chExt cx="1888373" cy="1528415"/>
              </a:xfrm>
            </p:grpSpPr>
            <p:sp>
              <p:nvSpPr>
                <p:cNvPr id="449" name="Google Shape;449;p17"/>
                <p:cNvSpPr/>
                <p:nvPr/>
              </p:nvSpPr>
              <p:spPr>
                <a:xfrm rot="3787812">
                  <a:off x="1402822" y="835198"/>
                  <a:ext cx="862149" cy="1680103"/>
                </a:xfrm>
                <a:prstGeom prst="diamond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0" name="Google Shape;450;p17"/>
                <p:cNvCxnSpPr>
                  <a:stCxn id="449" idx="1"/>
                  <a:endCxn id="449" idx="3"/>
                </p:cNvCxnSpPr>
                <p:nvPr/>
              </p:nvCxnSpPr>
              <p:spPr>
                <a:xfrm rot="160727">
                  <a:off x="1618881" y="1300234"/>
                  <a:ext cx="430070" cy="7498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" name="Google Shape;451;p17"/>
                <p:cNvCxnSpPr>
                  <a:stCxn id="449" idx="0"/>
                  <a:endCxn id="449" idx="2"/>
                </p:cNvCxnSpPr>
                <p:nvPr/>
              </p:nvCxnSpPr>
              <p:spPr>
                <a:xfrm flipH="1" rot="160850">
                  <a:off x="1106006" y="1260939"/>
                  <a:ext cx="1455993" cy="8285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52" name="Google Shape;452;p17"/>
              <p:cNvCxnSpPr/>
              <p:nvPr/>
            </p:nvCxnSpPr>
            <p:spPr>
              <a:xfrm>
                <a:off x="1309688" y="1647825"/>
                <a:ext cx="190500" cy="666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53" name="Google Shape;453;p17"/>
              <p:cNvCxnSpPr/>
              <p:nvPr/>
            </p:nvCxnSpPr>
            <p:spPr>
              <a:xfrm flipH="1">
                <a:off x="2140469" y="1160416"/>
                <a:ext cx="26193" cy="149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54" name="Google Shape;454;p17"/>
              <p:cNvCxnSpPr/>
              <p:nvPr/>
            </p:nvCxnSpPr>
            <p:spPr>
              <a:xfrm>
                <a:off x="2333068" y="1750245"/>
                <a:ext cx="190500" cy="666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55" name="Google Shape;455;p17"/>
              <p:cNvCxnSpPr/>
              <p:nvPr/>
            </p:nvCxnSpPr>
            <p:spPr>
              <a:xfrm flipH="1">
                <a:off x="1702319" y="2126564"/>
                <a:ext cx="26193" cy="149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456" name="Google Shape;456;p17"/>
            <p:cNvSpPr/>
            <p:nvPr/>
          </p:nvSpPr>
          <p:spPr>
            <a:xfrm>
              <a:off x="820962" y="4928888"/>
              <a:ext cx="209720" cy="190500"/>
            </a:xfrm>
            <a:prstGeom prst="pie">
              <a:avLst>
                <a:gd fmla="val 21409330" name="adj1"/>
                <a:gd fmla="val 353694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17"/>
            <p:cNvSpPr txBox="1"/>
            <p:nvPr/>
          </p:nvSpPr>
          <p:spPr>
            <a:xfrm>
              <a:off x="958247" y="4969422"/>
              <a:ext cx="183321" cy="2769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-53332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58" name="Google Shape;458;p17"/>
            <p:cNvSpPr txBox="1"/>
            <p:nvPr/>
          </p:nvSpPr>
          <p:spPr>
            <a:xfrm>
              <a:off x="1428936" y="4969422"/>
              <a:ext cx="183321" cy="276999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-10333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59" name="Google Shape;459;p17"/>
          <p:cNvGrpSpPr/>
          <p:nvPr/>
        </p:nvGrpSpPr>
        <p:grpSpPr>
          <a:xfrm>
            <a:off x="4521584" y="4337153"/>
            <a:ext cx="2273092" cy="1992253"/>
            <a:chOff x="30235" y="4475814"/>
            <a:chExt cx="2273092" cy="1992253"/>
          </a:xfrm>
        </p:grpSpPr>
        <p:grpSp>
          <p:nvGrpSpPr>
            <p:cNvPr id="460" name="Google Shape;460;p17"/>
            <p:cNvGrpSpPr/>
            <p:nvPr/>
          </p:nvGrpSpPr>
          <p:grpSpPr>
            <a:xfrm>
              <a:off x="30235" y="4475814"/>
              <a:ext cx="2273092" cy="1992253"/>
              <a:chOff x="769767" y="721842"/>
              <a:chExt cx="2273092" cy="1992253"/>
            </a:xfrm>
          </p:grpSpPr>
          <p:grpSp>
            <p:nvGrpSpPr>
              <p:cNvPr id="461" name="Google Shape;461;p17"/>
              <p:cNvGrpSpPr/>
              <p:nvPr/>
            </p:nvGrpSpPr>
            <p:grpSpPr>
              <a:xfrm rot="-171950">
                <a:off x="815539" y="775199"/>
                <a:ext cx="2181549" cy="1885539"/>
                <a:chOff x="889710" y="911042"/>
                <a:chExt cx="1888373" cy="1528415"/>
              </a:xfrm>
            </p:grpSpPr>
            <p:sp>
              <p:nvSpPr>
                <p:cNvPr id="462" name="Google Shape;462;p17"/>
                <p:cNvSpPr/>
                <p:nvPr/>
              </p:nvSpPr>
              <p:spPr>
                <a:xfrm rot="3787812">
                  <a:off x="1402822" y="835198"/>
                  <a:ext cx="862149" cy="1680103"/>
                </a:xfrm>
                <a:prstGeom prst="diamond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63" name="Google Shape;463;p17"/>
                <p:cNvCxnSpPr>
                  <a:stCxn id="462" idx="1"/>
                  <a:endCxn id="462" idx="3"/>
                </p:cNvCxnSpPr>
                <p:nvPr/>
              </p:nvCxnSpPr>
              <p:spPr>
                <a:xfrm rot="160727">
                  <a:off x="1618881" y="1300234"/>
                  <a:ext cx="430070" cy="7498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64" name="Google Shape;464;p17"/>
                <p:cNvCxnSpPr>
                  <a:stCxn id="462" idx="0"/>
                  <a:endCxn id="462" idx="2"/>
                </p:cNvCxnSpPr>
                <p:nvPr/>
              </p:nvCxnSpPr>
              <p:spPr>
                <a:xfrm flipH="1" rot="160850">
                  <a:off x="1106006" y="1260939"/>
                  <a:ext cx="1455993" cy="8285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65" name="Google Shape;465;p17"/>
              <p:cNvCxnSpPr/>
              <p:nvPr/>
            </p:nvCxnSpPr>
            <p:spPr>
              <a:xfrm>
                <a:off x="1309688" y="1647825"/>
                <a:ext cx="190500" cy="666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6" name="Google Shape;466;p17"/>
              <p:cNvCxnSpPr/>
              <p:nvPr/>
            </p:nvCxnSpPr>
            <p:spPr>
              <a:xfrm flipH="1">
                <a:off x="2140469" y="1160416"/>
                <a:ext cx="26193" cy="149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7" name="Google Shape;467;p17"/>
              <p:cNvCxnSpPr/>
              <p:nvPr/>
            </p:nvCxnSpPr>
            <p:spPr>
              <a:xfrm>
                <a:off x="2333068" y="1750245"/>
                <a:ext cx="190500" cy="666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8" name="Google Shape;468;p17"/>
              <p:cNvCxnSpPr/>
              <p:nvPr/>
            </p:nvCxnSpPr>
            <p:spPr>
              <a:xfrm flipH="1">
                <a:off x="1702319" y="2126564"/>
                <a:ext cx="26193" cy="149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469" name="Google Shape;469;p17"/>
            <p:cNvSpPr/>
            <p:nvPr/>
          </p:nvSpPr>
          <p:spPr>
            <a:xfrm>
              <a:off x="820962" y="4928888"/>
              <a:ext cx="209720" cy="190500"/>
            </a:xfrm>
            <a:prstGeom prst="pie">
              <a:avLst>
                <a:gd fmla="val 21409330" name="adj1"/>
                <a:gd fmla="val 353694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7"/>
            <p:cNvSpPr txBox="1"/>
            <p:nvPr/>
          </p:nvSpPr>
          <p:spPr>
            <a:xfrm>
              <a:off x="1533916" y="4955151"/>
              <a:ext cx="183321" cy="2769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-53332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71" name="Google Shape;471;p17"/>
            <p:cNvSpPr txBox="1"/>
            <p:nvPr/>
          </p:nvSpPr>
          <p:spPr>
            <a:xfrm>
              <a:off x="922269" y="4976973"/>
              <a:ext cx="183321" cy="276999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-103335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472" name="Google Shape;472;p17"/>
          <p:cNvSpPr/>
          <p:nvPr/>
        </p:nvSpPr>
        <p:spPr>
          <a:xfrm>
            <a:off x="1730376" y="4710503"/>
            <a:ext cx="543763" cy="317501"/>
          </a:xfrm>
          <a:prstGeom prst="pie">
            <a:avLst>
              <a:gd fmla="val 9028505" name="adj1"/>
              <a:gd fmla="val 1071458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3992425" y="4708343"/>
            <a:ext cx="543763" cy="317501"/>
          </a:xfrm>
          <a:prstGeom prst="pie">
            <a:avLst>
              <a:gd fmla="val 9028505" name="adj1"/>
              <a:gd fmla="val 1071458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6239507" y="4689504"/>
            <a:ext cx="543763" cy="317501"/>
          </a:xfrm>
          <a:prstGeom prst="pie">
            <a:avLst>
              <a:gd fmla="val 9028505" name="adj1"/>
              <a:gd fmla="val 1071458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5" name="Google Shape;475;p17"/>
          <p:cNvGrpSpPr/>
          <p:nvPr/>
        </p:nvGrpSpPr>
        <p:grpSpPr>
          <a:xfrm rot="3658641">
            <a:off x="232564" y="6832084"/>
            <a:ext cx="2277168" cy="2073677"/>
            <a:chOff x="767727" y="681101"/>
            <a:chExt cx="2277168" cy="2073677"/>
          </a:xfrm>
        </p:grpSpPr>
        <p:grpSp>
          <p:nvGrpSpPr>
            <p:cNvPr id="476" name="Google Shape;476;p17"/>
            <p:cNvGrpSpPr/>
            <p:nvPr/>
          </p:nvGrpSpPr>
          <p:grpSpPr>
            <a:xfrm rot="-171950">
              <a:off x="815537" y="734407"/>
              <a:ext cx="2181549" cy="1967066"/>
              <a:chOff x="889710" y="877976"/>
              <a:chExt cx="1888373" cy="1594500"/>
            </a:xfrm>
          </p:grpSpPr>
          <p:sp>
            <p:nvSpPr>
              <p:cNvPr id="477" name="Google Shape;477;p17"/>
              <p:cNvSpPr/>
              <p:nvPr/>
            </p:nvSpPr>
            <p:spPr>
              <a:xfrm rot="3787812">
                <a:off x="1402822" y="835198"/>
                <a:ext cx="862149" cy="1680103"/>
              </a:xfrm>
              <a:prstGeom prst="diamond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78" name="Google Shape;478;p17"/>
              <p:cNvCxnSpPr>
                <a:stCxn id="477" idx="1"/>
                <a:endCxn id="477" idx="3"/>
              </p:cNvCxnSpPr>
              <p:nvPr/>
            </p:nvCxnSpPr>
            <p:spPr>
              <a:xfrm flipH="1" rot="-3385302">
                <a:off x="1599319" y="1299626"/>
                <a:ext cx="469194" cy="7513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9" name="Google Shape;479;p17"/>
              <p:cNvCxnSpPr>
                <a:stCxn id="477" idx="0"/>
                <a:endCxn id="477" idx="2"/>
              </p:cNvCxnSpPr>
              <p:nvPr/>
            </p:nvCxnSpPr>
            <p:spPr>
              <a:xfrm rot="7416343">
                <a:off x="1127316" y="1260482"/>
                <a:ext cx="1413073" cy="82948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480" name="Google Shape;480;p17"/>
            <p:cNvCxnSpPr/>
            <p:nvPr/>
          </p:nvCxnSpPr>
          <p:spPr>
            <a:xfrm>
              <a:off x="1309688" y="1647825"/>
              <a:ext cx="190500" cy="666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" name="Google Shape;481;p17"/>
            <p:cNvCxnSpPr/>
            <p:nvPr/>
          </p:nvCxnSpPr>
          <p:spPr>
            <a:xfrm flipH="1">
              <a:off x="2140469" y="1160416"/>
              <a:ext cx="26193" cy="149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2" name="Google Shape;482;p17"/>
            <p:cNvCxnSpPr/>
            <p:nvPr/>
          </p:nvCxnSpPr>
          <p:spPr>
            <a:xfrm>
              <a:off x="2333068" y="1750245"/>
              <a:ext cx="190500" cy="666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3" name="Google Shape;483;p17"/>
            <p:cNvCxnSpPr/>
            <p:nvPr/>
          </p:nvCxnSpPr>
          <p:spPr>
            <a:xfrm flipH="1">
              <a:off x="1702319" y="2126564"/>
              <a:ext cx="26193" cy="149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84" name="Google Shape;484;p17"/>
          <p:cNvSpPr txBox="1"/>
          <p:nvPr/>
        </p:nvSpPr>
        <p:spPr>
          <a:xfrm>
            <a:off x="1637766" y="8138043"/>
            <a:ext cx="183321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-10333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832326" y="8150457"/>
            <a:ext cx="543763" cy="317501"/>
          </a:xfrm>
          <a:prstGeom prst="pie">
            <a:avLst>
              <a:gd fmla="val 18085752" name="adj1"/>
              <a:gd fmla="val 30283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 txBox="1"/>
          <p:nvPr/>
        </p:nvSpPr>
        <p:spPr>
          <a:xfrm>
            <a:off x="1260807" y="7964736"/>
            <a:ext cx="196407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437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2012765" y="8215495"/>
            <a:ext cx="406834" cy="315216"/>
          </a:xfrm>
          <a:prstGeom prst="pie">
            <a:avLst>
              <a:gd fmla="val 10897650" name="adj1"/>
              <a:gd fmla="val 12574488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8" name="Google Shape;488;p17"/>
          <p:cNvGrpSpPr/>
          <p:nvPr/>
        </p:nvGrpSpPr>
        <p:grpSpPr>
          <a:xfrm rot="3598988">
            <a:off x="1600193" y="6898744"/>
            <a:ext cx="2844885" cy="2954208"/>
            <a:chOff x="2029131" y="6457144"/>
            <a:chExt cx="2844885" cy="2954208"/>
          </a:xfrm>
        </p:grpSpPr>
        <p:grpSp>
          <p:nvGrpSpPr>
            <p:cNvPr id="489" name="Google Shape;489;p17"/>
            <p:cNvGrpSpPr/>
            <p:nvPr/>
          </p:nvGrpSpPr>
          <p:grpSpPr>
            <a:xfrm rot="3658641">
              <a:off x="2315027" y="6938121"/>
              <a:ext cx="2273092" cy="1992253"/>
              <a:chOff x="769767" y="721842"/>
              <a:chExt cx="2273092" cy="1992253"/>
            </a:xfrm>
          </p:grpSpPr>
          <p:grpSp>
            <p:nvGrpSpPr>
              <p:cNvPr id="490" name="Google Shape;490;p17"/>
              <p:cNvGrpSpPr/>
              <p:nvPr/>
            </p:nvGrpSpPr>
            <p:grpSpPr>
              <a:xfrm rot="-171950">
                <a:off x="815539" y="775199"/>
                <a:ext cx="2181549" cy="1885539"/>
                <a:chOff x="889710" y="911042"/>
                <a:chExt cx="1888373" cy="1528415"/>
              </a:xfrm>
            </p:grpSpPr>
            <p:sp>
              <p:nvSpPr>
                <p:cNvPr id="491" name="Google Shape;491;p17"/>
                <p:cNvSpPr/>
                <p:nvPr/>
              </p:nvSpPr>
              <p:spPr>
                <a:xfrm rot="3787812">
                  <a:off x="1402822" y="835198"/>
                  <a:ext cx="862149" cy="1680103"/>
                </a:xfrm>
                <a:prstGeom prst="diamond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92" name="Google Shape;492;p17"/>
                <p:cNvCxnSpPr>
                  <a:stCxn id="491" idx="1"/>
                  <a:endCxn id="491" idx="3"/>
                </p:cNvCxnSpPr>
                <p:nvPr/>
              </p:nvCxnSpPr>
              <p:spPr>
                <a:xfrm rot="3619012">
                  <a:off x="1402275" y="1654035"/>
                  <a:ext cx="863282" cy="422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93" name="Google Shape;493;p17"/>
              <p:cNvCxnSpPr/>
              <p:nvPr/>
            </p:nvCxnSpPr>
            <p:spPr>
              <a:xfrm>
                <a:off x="1309688" y="1647825"/>
                <a:ext cx="190500" cy="666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4" name="Google Shape;494;p17"/>
              <p:cNvCxnSpPr/>
              <p:nvPr/>
            </p:nvCxnSpPr>
            <p:spPr>
              <a:xfrm flipH="1">
                <a:off x="2140469" y="1160416"/>
                <a:ext cx="26193" cy="149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5" name="Google Shape;495;p17"/>
              <p:cNvCxnSpPr/>
              <p:nvPr/>
            </p:nvCxnSpPr>
            <p:spPr>
              <a:xfrm>
                <a:off x="2333068" y="1750245"/>
                <a:ext cx="190500" cy="666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6" name="Google Shape;496;p17"/>
              <p:cNvCxnSpPr/>
              <p:nvPr/>
            </p:nvCxnSpPr>
            <p:spPr>
              <a:xfrm flipH="1">
                <a:off x="1702319" y="2126564"/>
                <a:ext cx="26193" cy="149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497" name="Google Shape;497;p17"/>
            <p:cNvSpPr txBox="1"/>
            <p:nvPr/>
          </p:nvSpPr>
          <p:spPr>
            <a:xfrm rot="-3598988">
              <a:off x="3338494" y="7653836"/>
              <a:ext cx="183321" cy="2769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-106667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3457535" y="7324195"/>
              <a:ext cx="543763" cy="317501"/>
            </a:xfrm>
            <a:prstGeom prst="pie">
              <a:avLst>
                <a:gd fmla="val 7183305" name="adj1"/>
                <a:gd fmla="val 1101655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7"/>
            <p:cNvSpPr txBox="1"/>
            <p:nvPr/>
          </p:nvSpPr>
          <p:spPr>
            <a:xfrm rot="-3598988">
              <a:off x="2704712" y="7463379"/>
              <a:ext cx="196407" cy="2769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-4375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2521659" y="7339808"/>
              <a:ext cx="209720" cy="190500"/>
            </a:xfrm>
            <a:prstGeom prst="pie">
              <a:avLst>
                <a:gd fmla="val 21409330" name="adj1"/>
                <a:gd fmla="val 3000048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1" name="Google Shape;501;p17"/>
          <p:cNvGrpSpPr/>
          <p:nvPr/>
        </p:nvGrpSpPr>
        <p:grpSpPr>
          <a:xfrm rot="-1935478">
            <a:off x="4268004" y="6407583"/>
            <a:ext cx="2844885" cy="2954208"/>
            <a:chOff x="2029131" y="6457144"/>
            <a:chExt cx="2844885" cy="2954208"/>
          </a:xfrm>
        </p:grpSpPr>
        <p:grpSp>
          <p:nvGrpSpPr>
            <p:cNvPr id="502" name="Google Shape;502;p17"/>
            <p:cNvGrpSpPr/>
            <p:nvPr/>
          </p:nvGrpSpPr>
          <p:grpSpPr>
            <a:xfrm rot="3658641">
              <a:off x="2315027" y="6938121"/>
              <a:ext cx="2273092" cy="1992253"/>
              <a:chOff x="769767" y="721842"/>
              <a:chExt cx="2273092" cy="1992253"/>
            </a:xfrm>
          </p:grpSpPr>
          <p:grpSp>
            <p:nvGrpSpPr>
              <p:cNvPr id="503" name="Google Shape;503;p17"/>
              <p:cNvGrpSpPr/>
              <p:nvPr/>
            </p:nvGrpSpPr>
            <p:grpSpPr>
              <a:xfrm rot="-171950">
                <a:off x="815539" y="775199"/>
                <a:ext cx="2181549" cy="1885539"/>
                <a:chOff x="889710" y="911042"/>
                <a:chExt cx="1888373" cy="1528415"/>
              </a:xfrm>
            </p:grpSpPr>
            <p:sp>
              <p:nvSpPr>
                <p:cNvPr id="504" name="Google Shape;504;p17"/>
                <p:cNvSpPr/>
                <p:nvPr/>
              </p:nvSpPr>
              <p:spPr>
                <a:xfrm rot="3787812">
                  <a:off x="1402822" y="835198"/>
                  <a:ext cx="862149" cy="1680103"/>
                </a:xfrm>
                <a:prstGeom prst="diamond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05" name="Google Shape;505;p17"/>
                <p:cNvCxnSpPr>
                  <a:stCxn id="504" idx="0"/>
                  <a:endCxn id="504" idx="2"/>
                </p:cNvCxnSpPr>
                <p:nvPr/>
              </p:nvCxnSpPr>
              <p:spPr>
                <a:xfrm flipH="1" rot="-1464455">
                  <a:off x="992936" y="1639065"/>
                  <a:ext cx="1682134" cy="723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506" name="Google Shape;506;p17"/>
              <p:cNvCxnSpPr/>
              <p:nvPr/>
            </p:nvCxnSpPr>
            <p:spPr>
              <a:xfrm>
                <a:off x="1309688" y="1647825"/>
                <a:ext cx="190500" cy="666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07" name="Google Shape;507;p17"/>
              <p:cNvCxnSpPr/>
              <p:nvPr/>
            </p:nvCxnSpPr>
            <p:spPr>
              <a:xfrm flipH="1">
                <a:off x="2140469" y="1160416"/>
                <a:ext cx="26193" cy="149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08" name="Google Shape;508;p17"/>
              <p:cNvCxnSpPr/>
              <p:nvPr/>
            </p:nvCxnSpPr>
            <p:spPr>
              <a:xfrm>
                <a:off x="2333068" y="1750245"/>
                <a:ext cx="190500" cy="666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09" name="Google Shape;509;p17"/>
              <p:cNvCxnSpPr/>
              <p:nvPr/>
            </p:nvCxnSpPr>
            <p:spPr>
              <a:xfrm flipH="1">
                <a:off x="1702319" y="2126564"/>
                <a:ext cx="26193" cy="149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510" name="Google Shape;510;p17"/>
            <p:cNvSpPr txBox="1"/>
            <p:nvPr/>
          </p:nvSpPr>
          <p:spPr>
            <a:xfrm rot="1935478">
              <a:off x="3395329" y="7503502"/>
              <a:ext cx="183321" cy="276999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-15000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11" name="Google Shape;511;p17"/>
            <p:cNvSpPr/>
            <p:nvPr/>
          </p:nvSpPr>
          <p:spPr>
            <a:xfrm>
              <a:off x="3546650" y="7310916"/>
              <a:ext cx="379757" cy="348759"/>
            </a:xfrm>
            <a:prstGeom prst="pie">
              <a:avLst>
                <a:gd fmla="val 3931864" name="adj1"/>
                <a:gd fmla="val 1101655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7"/>
            <p:cNvSpPr txBox="1"/>
            <p:nvPr/>
          </p:nvSpPr>
          <p:spPr>
            <a:xfrm rot="1935478">
              <a:off x="2764012" y="7372322"/>
              <a:ext cx="196407" cy="2769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-4375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13" name="Google Shape;513;p17"/>
            <p:cNvSpPr/>
            <p:nvPr/>
          </p:nvSpPr>
          <p:spPr>
            <a:xfrm>
              <a:off x="2521659" y="7339808"/>
              <a:ext cx="209720" cy="190500"/>
            </a:xfrm>
            <a:prstGeom prst="pie">
              <a:avLst>
                <a:gd fmla="val 21409330" name="adj1"/>
                <a:gd fmla="val 1770351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514" name="Google Shape;514;p17"/>
          <p:cNvGraphicFramePr/>
          <p:nvPr/>
        </p:nvGraphicFramePr>
        <p:xfrm>
          <a:off x="94580" y="45032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2209100"/>
                <a:gridCol w="2209100"/>
                <a:gridCol w="2209100"/>
              </a:tblGrid>
              <a:tr h="25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5" name="Google Shape;515;p17"/>
          <p:cNvSpPr txBox="1"/>
          <p:nvPr/>
        </p:nvSpPr>
        <p:spPr>
          <a:xfrm>
            <a:off x="1275350" y="2998617"/>
            <a:ext cx="1555163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6" name="Google Shape;516;p17"/>
          <p:cNvSpPr txBox="1"/>
          <p:nvPr/>
        </p:nvSpPr>
        <p:spPr>
          <a:xfrm>
            <a:off x="3213116" y="3142626"/>
            <a:ext cx="1555163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7" name="Google Shape;517;p17"/>
          <p:cNvSpPr txBox="1"/>
          <p:nvPr/>
        </p:nvSpPr>
        <p:spPr>
          <a:xfrm>
            <a:off x="5115648" y="3077552"/>
            <a:ext cx="1555163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8" name="Google Shape;518;p17"/>
          <p:cNvSpPr txBox="1"/>
          <p:nvPr/>
        </p:nvSpPr>
        <p:spPr>
          <a:xfrm>
            <a:off x="281139" y="6286763"/>
            <a:ext cx="1555163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9" name="Google Shape;519;p17"/>
          <p:cNvSpPr txBox="1"/>
          <p:nvPr/>
        </p:nvSpPr>
        <p:spPr>
          <a:xfrm>
            <a:off x="2647208" y="6267738"/>
            <a:ext cx="1555163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0" name="Google Shape;520;p17"/>
          <p:cNvSpPr txBox="1"/>
          <p:nvPr/>
        </p:nvSpPr>
        <p:spPr>
          <a:xfrm>
            <a:off x="4863298" y="6302292"/>
            <a:ext cx="1555163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1" name="Google Shape;521;p17"/>
          <p:cNvSpPr txBox="1"/>
          <p:nvPr/>
        </p:nvSpPr>
        <p:spPr>
          <a:xfrm>
            <a:off x="224308" y="8687289"/>
            <a:ext cx="1555163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2" name="Google Shape;522;p17"/>
          <p:cNvSpPr txBox="1"/>
          <p:nvPr/>
        </p:nvSpPr>
        <p:spPr>
          <a:xfrm>
            <a:off x="3220430" y="8825634"/>
            <a:ext cx="1555163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3" name="Google Shape;523;p17"/>
          <p:cNvSpPr txBox="1"/>
          <p:nvPr/>
        </p:nvSpPr>
        <p:spPr>
          <a:xfrm>
            <a:off x="4806467" y="8702818"/>
            <a:ext cx="1555163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4" name="Google Shape;524;p17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0" name="Google Shape;530;p18"/>
          <p:cNvGraphicFramePr/>
          <p:nvPr/>
        </p:nvGraphicFramePr>
        <p:xfrm>
          <a:off x="94580" y="3087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1373275"/>
                <a:gridCol w="1660350"/>
                <a:gridCol w="1828800"/>
                <a:gridCol w="1827050"/>
              </a:tblGrid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10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11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12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32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Look for the features of the diagonals of the quadrilateral listed on pages 115 and 116.</a:t>
                      </a:r>
                      <a:endParaRPr/>
                    </a:p>
                    <a:p>
                      <a:pPr indent="-1524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Add in the features and use them to find the missing angle.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31" name="Google Shape;531;p18"/>
          <p:cNvSpPr/>
          <p:nvPr/>
        </p:nvSpPr>
        <p:spPr>
          <a:xfrm>
            <a:off x="94580" y="4137563"/>
            <a:ext cx="1137954" cy="40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532" name="Google Shape;532;p18"/>
          <p:cNvSpPr txBox="1"/>
          <p:nvPr/>
        </p:nvSpPr>
        <p:spPr>
          <a:xfrm>
            <a:off x="1232535" y="4329594"/>
            <a:ext cx="3769772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521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3" name="Google Shape;533;p18"/>
          <p:cNvSpPr/>
          <p:nvPr/>
        </p:nvSpPr>
        <p:spPr>
          <a:xfrm>
            <a:off x="30141" y="57628"/>
            <a:ext cx="6014442" cy="2072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be able to find missing angles involving diagonals in a kite</a:t>
            </a:r>
            <a:endParaRPr/>
          </a:p>
        </p:txBody>
      </p:sp>
      <p:sp>
        <p:nvSpPr>
          <p:cNvPr id="534" name="Google Shape;534;p18"/>
          <p:cNvSpPr/>
          <p:nvPr/>
        </p:nvSpPr>
        <p:spPr>
          <a:xfrm>
            <a:off x="1536749" y="1112503"/>
            <a:ext cx="1408430" cy="1623060"/>
          </a:xfrm>
          <a:custGeom>
            <a:rect b="b" l="l" r="r" t="t"/>
            <a:pathLst>
              <a:path extrusionOk="0" h="2184400" w="990600">
                <a:moveTo>
                  <a:pt x="0" y="603250"/>
                </a:moveTo>
                <a:lnTo>
                  <a:pt x="495300" y="0"/>
                </a:lnTo>
                <a:lnTo>
                  <a:pt x="990600" y="603250"/>
                </a:lnTo>
                <a:lnTo>
                  <a:pt x="501650" y="2184400"/>
                </a:lnTo>
                <a:lnTo>
                  <a:pt x="0" y="60325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" name="Google Shape;535;p18"/>
          <p:cNvCxnSpPr>
            <a:stCxn id="534" idx="0"/>
            <a:endCxn id="534" idx="2"/>
          </p:cNvCxnSpPr>
          <p:nvPr/>
        </p:nvCxnSpPr>
        <p:spPr>
          <a:xfrm>
            <a:off x="1536749" y="1560732"/>
            <a:ext cx="1408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6" name="Google Shape;536;p18"/>
          <p:cNvCxnSpPr>
            <a:stCxn id="534" idx="1"/>
            <a:endCxn id="534" idx="3"/>
          </p:cNvCxnSpPr>
          <p:nvPr/>
        </p:nvCxnSpPr>
        <p:spPr>
          <a:xfrm>
            <a:off x="2240964" y="1112503"/>
            <a:ext cx="9000" cy="16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7" name="Google Shape;537;p18"/>
          <p:cNvSpPr/>
          <p:nvPr/>
        </p:nvSpPr>
        <p:spPr>
          <a:xfrm>
            <a:off x="3202566" y="1241241"/>
            <a:ext cx="1527673" cy="899160"/>
          </a:xfrm>
          <a:custGeom>
            <a:rect b="b" l="l" r="r" t="t"/>
            <a:pathLst>
              <a:path extrusionOk="0" h="1737359" w="1749784">
                <a:moveTo>
                  <a:pt x="0" y="868680"/>
                </a:moveTo>
                <a:lnTo>
                  <a:pt x="471032" y="0"/>
                </a:lnTo>
                <a:lnTo>
                  <a:pt x="1749784" y="861060"/>
                </a:lnTo>
                <a:lnTo>
                  <a:pt x="471032" y="1737359"/>
                </a:lnTo>
                <a:lnTo>
                  <a:pt x="0" y="86868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8"/>
          <p:cNvSpPr/>
          <p:nvPr/>
        </p:nvSpPr>
        <p:spPr>
          <a:xfrm>
            <a:off x="2761220" y="1333650"/>
            <a:ext cx="367918" cy="454164"/>
          </a:xfrm>
          <a:prstGeom prst="pie">
            <a:avLst>
              <a:gd fmla="val 7356822" name="adj1"/>
              <a:gd fmla="val 1076876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2066033" y="2473430"/>
            <a:ext cx="367918" cy="454164"/>
          </a:xfrm>
          <a:prstGeom prst="pie">
            <a:avLst>
              <a:gd fmla="val 16162991" name="adj1"/>
              <a:gd fmla="val 18159994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 txBox="1"/>
          <p:nvPr/>
        </p:nvSpPr>
        <p:spPr>
          <a:xfrm>
            <a:off x="2476977" y="1560732"/>
            <a:ext cx="264776" cy="2616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3409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41" name="Google Shape;541;p18"/>
          <p:cNvSpPr txBox="1"/>
          <p:nvPr/>
        </p:nvSpPr>
        <p:spPr>
          <a:xfrm>
            <a:off x="2212201" y="2143098"/>
            <a:ext cx="264776" cy="2616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-232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542" name="Google Shape;542;p18"/>
          <p:cNvCxnSpPr>
            <a:stCxn id="537" idx="1"/>
            <a:endCxn id="537" idx="3"/>
          </p:cNvCxnSpPr>
          <p:nvPr/>
        </p:nvCxnSpPr>
        <p:spPr>
          <a:xfrm>
            <a:off x="3613807" y="1241241"/>
            <a:ext cx="0" cy="89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3" name="Google Shape;543;p18"/>
          <p:cNvCxnSpPr>
            <a:stCxn id="537" idx="0"/>
            <a:endCxn id="537" idx="2"/>
          </p:cNvCxnSpPr>
          <p:nvPr/>
        </p:nvCxnSpPr>
        <p:spPr>
          <a:xfrm flipH="1" rot="10800000">
            <a:off x="3202566" y="1686921"/>
            <a:ext cx="1527600" cy="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4" name="Google Shape;544;p18"/>
          <p:cNvSpPr txBox="1"/>
          <p:nvPr/>
        </p:nvSpPr>
        <p:spPr>
          <a:xfrm>
            <a:off x="4099939" y="1646936"/>
            <a:ext cx="264776" cy="26161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-3488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45" name="Google Shape;545;p18"/>
          <p:cNvSpPr txBox="1"/>
          <p:nvPr/>
        </p:nvSpPr>
        <p:spPr>
          <a:xfrm>
            <a:off x="3646158" y="1777741"/>
            <a:ext cx="264776" cy="26161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46" name="Google Shape;546;p18"/>
          <p:cNvSpPr/>
          <p:nvPr/>
        </p:nvSpPr>
        <p:spPr>
          <a:xfrm>
            <a:off x="3463965" y="1969433"/>
            <a:ext cx="299683" cy="314002"/>
          </a:xfrm>
          <a:prstGeom prst="pie">
            <a:avLst>
              <a:gd fmla="val 16334201" name="adj1"/>
              <a:gd fmla="val 201792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47" name="Google Shape;547;p18"/>
          <p:cNvSpPr/>
          <p:nvPr/>
        </p:nvSpPr>
        <p:spPr>
          <a:xfrm>
            <a:off x="4506890" y="1462388"/>
            <a:ext cx="367918" cy="454164"/>
          </a:xfrm>
          <a:prstGeom prst="pie">
            <a:avLst>
              <a:gd fmla="val 9577354" name="adj1"/>
              <a:gd fmla="val 1078604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8"/>
          <p:cNvSpPr/>
          <p:nvPr/>
        </p:nvSpPr>
        <p:spPr>
          <a:xfrm flipH="1">
            <a:off x="4980564" y="1305068"/>
            <a:ext cx="1758850" cy="765257"/>
          </a:xfrm>
          <a:custGeom>
            <a:rect b="b" l="l" r="r" t="t"/>
            <a:pathLst>
              <a:path extrusionOk="0" h="1737359" w="1749784">
                <a:moveTo>
                  <a:pt x="0" y="868680"/>
                </a:moveTo>
                <a:lnTo>
                  <a:pt x="471032" y="0"/>
                </a:lnTo>
                <a:lnTo>
                  <a:pt x="1749784" y="861060"/>
                </a:lnTo>
                <a:lnTo>
                  <a:pt x="471032" y="1737359"/>
                </a:lnTo>
                <a:lnTo>
                  <a:pt x="0" y="86868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9" name="Google Shape;549;p18"/>
          <p:cNvCxnSpPr>
            <a:stCxn id="548" idx="1"/>
            <a:endCxn id="548" idx="3"/>
          </p:cNvCxnSpPr>
          <p:nvPr/>
        </p:nvCxnSpPr>
        <p:spPr>
          <a:xfrm>
            <a:off x="6265941" y="1305068"/>
            <a:ext cx="0" cy="76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0" name="Google Shape;550;p18"/>
          <p:cNvCxnSpPr>
            <a:stCxn id="548" idx="0"/>
            <a:endCxn id="548" idx="2"/>
          </p:cNvCxnSpPr>
          <p:nvPr/>
        </p:nvCxnSpPr>
        <p:spPr>
          <a:xfrm rot="10800000">
            <a:off x="4980514" y="1684397"/>
            <a:ext cx="1758900" cy="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1" name="Google Shape;551;p18"/>
          <p:cNvSpPr txBox="1"/>
          <p:nvPr/>
        </p:nvSpPr>
        <p:spPr>
          <a:xfrm flipH="1">
            <a:off x="5920336" y="1731610"/>
            <a:ext cx="304844" cy="26161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-160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2" name="Google Shape;552;p18"/>
          <p:cNvSpPr txBox="1"/>
          <p:nvPr/>
        </p:nvSpPr>
        <p:spPr>
          <a:xfrm flipH="1">
            <a:off x="5329734" y="1614324"/>
            <a:ext cx="304844" cy="26161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3" name="Google Shape;553;p18"/>
          <p:cNvSpPr/>
          <p:nvPr/>
        </p:nvSpPr>
        <p:spPr>
          <a:xfrm flipH="1">
            <a:off x="6093424" y="1951754"/>
            <a:ext cx="345033" cy="267241"/>
          </a:xfrm>
          <a:prstGeom prst="pie">
            <a:avLst>
              <a:gd fmla="val 16334201" name="adj1"/>
              <a:gd fmla="val 201792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54" name="Google Shape;554;p18"/>
          <p:cNvSpPr/>
          <p:nvPr/>
        </p:nvSpPr>
        <p:spPr>
          <a:xfrm flipH="1">
            <a:off x="4806843" y="1491075"/>
            <a:ext cx="423594" cy="386530"/>
          </a:xfrm>
          <a:prstGeom prst="pie">
            <a:avLst>
              <a:gd fmla="val 9577354" name="adj1"/>
              <a:gd fmla="val 1078604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8"/>
          <p:cNvSpPr/>
          <p:nvPr/>
        </p:nvSpPr>
        <p:spPr>
          <a:xfrm>
            <a:off x="456703" y="4927349"/>
            <a:ext cx="1408430" cy="1623060"/>
          </a:xfrm>
          <a:custGeom>
            <a:rect b="b" l="l" r="r" t="t"/>
            <a:pathLst>
              <a:path extrusionOk="0" h="2184400" w="990600">
                <a:moveTo>
                  <a:pt x="0" y="603250"/>
                </a:moveTo>
                <a:lnTo>
                  <a:pt x="495300" y="0"/>
                </a:lnTo>
                <a:lnTo>
                  <a:pt x="990600" y="603250"/>
                </a:lnTo>
                <a:lnTo>
                  <a:pt x="501650" y="2184400"/>
                </a:lnTo>
                <a:lnTo>
                  <a:pt x="0" y="60325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6" name="Google Shape;556;p18"/>
          <p:cNvCxnSpPr>
            <a:stCxn id="555" idx="0"/>
            <a:endCxn id="555" idx="2"/>
          </p:cNvCxnSpPr>
          <p:nvPr/>
        </p:nvCxnSpPr>
        <p:spPr>
          <a:xfrm>
            <a:off x="456703" y="5375578"/>
            <a:ext cx="1408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7" name="Google Shape;557;p18"/>
          <p:cNvCxnSpPr>
            <a:stCxn id="555" idx="1"/>
            <a:endCxn id="555" idx="3"/>
          </p:cNvCxnSpPr>
          <p:nvPr/>
        </p:nvCxnSpPr>
        <p:spPr>
          <a:xfrm>
            <a:off x="1160918" y="4927349"/>
            <a:ext cx="9000" cy="16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8" name="Google Shape;558;p18"/>
          <p:cNvSpPr/>
          <p:nvPr/>
        </p:nvSpPr>
        <p:spPr>
          <a:xfrm>
            <a:off x="265578" y="5148496"/>
            <a:ext cx="367918" cy="454164"/>
          </a:xfrm>
          <a:prstGeom prst="pie">
            <a:avLst>
              <a:gd fmla="val 19760470" name="adj1"/>
              <a:gd fmla="val 215295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1027524" y="4772600"/>
            <a:ext cx="266787" cy="282848"/>
          </a:xfrm>
          <a:prstGeom prst="pie">
            <a:avLst>
              <a:gd fmla="val 5456909" name="adj1"/>
              <a:gd fmla="val 851839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8"/>
          <p:cNvSpPr txBox="1"/>
          <p:nvPr/>
        </p:nvSpPr>
        <p:spPr>
          <a:xfrm>
            <a:off x="605456" y="5156172"/>
            <a:ext cx="264776" cy="26161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-3409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61" name="Google Shape;561;p18"/>
          <p:cNvSpPr txBox="1"/>
          <p:nvPr/>
        </p:nvSpPr>
        <p:spPr>
          <a:xfrm>
            <a:off x="910993" y="4992722"/>
            <a:ext cx="264776" cy="26161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62" name="Google Shape;562;p18"/>
          <p:cNvSpPr/>
          <p:nvPr/>
        </p:nvSpPr>
        <p:spPr>
          <a:xfrm>
            <a:off x="2698301" y="4942147"/>
            <a:ext cx="1527673" cy="899160"/>
          </a:xfrm>
          <a:custGeom>
            <a:rect b="b" l="l" r="r" t="t"/>
            <a:pathLst>
              <a:path extrusionOk="0" h="1737359" w="1749784">
                <a:moveTo>
                  <a:pt x="0" y="868680"/>
                </a:moveTo>
                <a:lnTo>
                  <a:pt x="471032" y="0"/>
                </a:lnTo>
                <a:lnTo>
                  <a:pt x="1749784" y="861060"/>
                </a:lnTo>
                <a:lnTo>
                  <a:pt x="471032" y="1737359"/>
                </a:lnTo>
                <a:lnTo>
                  <a:pt x="0" y="86868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3" name="Google Shape;563;p18"/>
          <p:cNvCxnSpPr>
            <a:stCxn id="562" idx="1"/>
            <a:endCxn id="562" idx="3"/>
          </p:cNvCxnSpPr>
          <p:nvPr/>
        </p:nvCxnSpPr>
        <p:spPr>
          <a:xfrm>
            <a:off x="3109542" y="4942147"/>
            <a:ext cx="0" cy="89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4" name="Google Shape;564;p18"/>
          <p:cNvCxnSpPr>
            <a:stCxn id="562" idx="0"/>
            <a:endCxn id="562" idx="2"/>
          </p:cNvCxnSpPr>
          <p:nvPr/>
        </p:nvCxnSpPr>
        <p:spPr>
          <a:xfrm flipH="1" rot="10800000">
            <a:off x="2698301" y="5387827"/>
            <a:ext cx="1527600" cy="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5" name="Google Shape;565;p18"/>
          <p:cNvSpPr txBox="1"/>
          <p:nvPr/>
        </p:nvSpPr>
        <p:spPr>
          <a:xfrm>
            <a:off x="3126963" y="5070829"/>
            <a:ext cx="264776" cy="26161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-3488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66" name="Google Shape;566;p18"/>
          <p:cNvSpPr txBox="1"/>
          <p:nvPr/>
        </p:nvSpPr>
        <p:spPr>
          <a:xfrm>
            <a:off x="3719619" y="5208272"/>
            <a:ext cx="264776" cy="26161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4039634" y="5234354"/>
            <a:ext cx="299683" cy="314002"/>
          </a:xfrm>
          <a:prstGeom prst="pie">
            <a:avLst>
              <a:gd fmla="val 10806861" name="adj1"/>
              <a:gd fmla="val 125651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2919571" y="4710280"/>
            <a:ext cx="367918" cy="454164"/>
          </a:xfrm>
          <a:prstGeom prst="pie">
            <a:avLst>
              <a:gd fmla="val 1244863" name="adj1"/>
              <a:gd fmla="val 531057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8"/>
          <p:cNvSpPr/>
          <p:nvPr/>
        </p:nvSpPr>
        <p:spPr>
          <a:xfrm>
            <a:off x="540468" y="7448176"/>
            <a:ext cx="1527673" cy="899160"/>
          </a:xfrm>
          <a:custGeom>
            <a:rect b="b" l="l" r="r" t="t"/>
            <a:pathLst>
              <a:path extrusionOk="0" h="1737359" w="1749784">
                <a:moveTo>
                  <a:pt x="0" y="868680"/>
                </a:moveTo>
                <a:lnTo>
                  <a:pt x="471032" y="0"/>
                </a:lnTo>
                <a:lnTo>
                  <a:pt x="1749784" y="861060"/>
                </a:lnTo>
                <a:lnTo>
                  <a:pt x="471032" y="1737359"/>
                </a:lnTo>
                <a:lnTo>
                  <a:pt x="0" y="86868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0" name="Google Shape;570;p18"/>
          <p:cNvCxnSpPr>
            <a:stCxn id="569" idx="1"/>
            <a:endCxn id="569" idx="3"/>
          </p:cNvCxnSpPr>
          <p:nvPr/>
        </p:nvCxnSpPr>
        <p:spPr>
          <a:xfrm>
            <a:off x="951709" y="7448176"/>
            <a:ext cx="0" cy="89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1" name="Google Shape;571;p18"/>
          <p:cNvCxnSpPr>
            <a:stCxn id="569" idx="0"/>
            <a:endCxn id="569" idx="2"/>
          </p:cNvCxnSpPr>
          <p:nvPr/>
        </p:nvCxnSpPr>
        <p:spPr>
          <a:xfrm flipH="1" rot="10800000">
            <a:off x="540468" y="7893856"/>
            <a:ext cx="1527600" cy="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2" name="Google Shape;572;p18"/>
          <p:cNvSpPr txBox="1"/>
          <p:nvPr/>
        </p:nvSpPr>
        <p:spPr>
          <a:xfrm>
            <a:off x="1437841" y="7853871"/>
            <a:ext cx="264776" cy="26161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-232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73" name="Google Shape;573;p18"/>
          <p:cNvSpPr txBox="1"/>
          <p:nvPr/>
        </p:nvSpPr>
        <p:spPr>
          <a:xfrm>
            <a:off x="984060" y="7984676"/>
            <a:ext cx="264776" cy="26161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-3181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801867" y="8176368"/>
            <a:ext cx="299683" cy="314002"/>
          </a:xfrm>
          <a:prstGeom prst="pie">
            <a:avLst>
              <a:gd fmla="val 16334201" name="adj1"/>
              <a:gd fmla="val 201792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75" name="Google Shape;575;p18"/>
          <p:cNvSpPr/>
          <p:nvPr/>
        </p:nvSpPr>
        <p:spPr>
          <a:xfrm>
            <a:off x="1844792" y="7669323"/>
            <a:ext cx="367918" cy="454164"/>
          </a:xfrm>
          <a:prstGeom prst="pie">
            <a:avLst>
              <a:gd fmla="val 9577354" name="adj1"/>
              <a:gd fmla="val 1078604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8"/>
          <p:cNvSpPr/>
          <p:nvPr/>
        </p:nvSpPr>
        <p:spPr>
          <a:xfrm>
            <a:off x="2687524" y="7446715"/>
            <a:ext cx="1408430" cy="1623060"/>
          </a:xfrm>
          <a:custGeom>
            <a:rect b="b" l="l" r="r" t="t"/>
            <a:pathLst>
              <a:path extrusionOk="0" h="2184400" w="990600">
                <a:moveTo>
                  <a:pt x="0" y="603250"/>
                </a:moveTo>
                <a:lnTo>
                  <a:pt x="495300" y="0"/>
                </a:lnTo>
                <a:lnTo>
                  <a:pt x="990600" y="603250"/>
                </a:lnTo>
                <a:lnTo>
                  <a:pt x="501650" y="2184400"/>
                </a:lnTo>
                <a:lnTo>
                  <a:pt x="0" y="60325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7" name="Google Shape;577;p18"/>
          <p:cNvCxnSpPr>
            <a:stCxn id="576" idx="0"/>
            <a:endCxn id="576" idx="2"/>
          </p:cNvCxnSpPr>
          <p:nvPr/>
        </p:nvCxnSpPr>
        <p:spPr>
          <a:xfrm>
            <a:off x="2687524" y="7894944"/>
            <a:ext cx="1408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8" name="Google Shape;578;p18"/>
          <p:cNvCxnSpPr>
            <a:stCxn id="576" idx="1"/>
            <a:endCxn id="576" idx="3"/>
          </p:cNvCxnSpPr>
          <p:nvPr/>
        </p:nvCxnSpPr>
        <p:spPr>
          <a:xfrm>
            <a:off x="3391739" y="7446715"/>
            <a:ext cx="9000" cy="16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9" name="Google Shape;579;p18"/>
          <p:cNvSpPr/>
          <p:nvPr/>
        </p:nvSpPr>
        <p:spPr>
          <a:xfrm>
            <a:off x="3887452" y="7678941"/>
            <a:ext cx="367918" cy="454164"/>
          </a:xfrm>
          <a:prstGeom prst="pie">
            <a:avLst>
              <a:gd fmla="val 7356822" name="adj1"/>
              <a:gd fmla="val 1076876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8"/>
          <p:cNvSpPr/>
          <p:nvPr/>
        </p:nvSpPr>
        <p:spPr>
          <a:xfrm>
            <a:off x="3216808" y="8807642"/>
            <a:ext cx="367918" cy="454164"/>
          </a:xfrm>
          <a:prstGeom prst="pie">
            <a:avLst>
              <a:gd fmla="val 16162991" name="adj1"/>
              <a:gd fmla="val 18159994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8"/>
          <p:cNvSpPr txBox="1"/>
          <p:nvPr/>
        </p:nvSpPr>
        <p:spPr>
          <a:xfrm>
            <a:off x="3627752" y="7894944"/>
            <a:ext cx="264776" cy="26161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-3181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2" name="Google Shape;582;p18"/>
          <p:cNvSpPr txBox="1"/>
          <p:nvPr/>
        </p:nvSpPr>
        <p:spPr>
          <a:xfrm>
            <a:off x="3362976" y="8477310"/>
            <a:ext cx="264776" cy="26161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-232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3" name="Google Shape;583;p18"/>
          <p:cNvSpPr/>
          <p:nvPr/>
        </p:nvSpPr>
        <p:spPr>
          <a:xfrm flipH="1">
            <a:off x="4752715" y="4949810"/>
            <a:ext cx="1758850" cy="765257"/>
          </a:xfrm>
          <a:custGeom>
            <a:rect b="b" l="l" r="r" t="t"/>
            <a:pathLst>
              <a:path extrusionOk="0" h="1737359" w="1749784">
                <a:moveTo>
                  <a:pt x="0" y="868680"/>
                </a:moveTo>
                <a:lnTo>
                  <a:pt x="471032" y="0"/>
                </a:lnTo>
                <a:lnTo>
                  <a:pt x="1749784" y="861060"/>
                </a:lnTo>
                <a:lnTo>
                  <a:pt x="471032" y="1737359"/>
                </a:lnTo>
                <a:lnTo>
                  <a:pt x="0" y="86868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4" name="Google Shape;584;p18"/>
          <p:cNvCxnSpPr>
            <a:stCxn id="583" idx="1"/>
            <a:endCxn id="583" idx="3"/>
          </p:cNvCxnSpPr>
          <p:nvPr/>
        </p:nvCxnSpPr>
        <p:spPr>
          <a:xfrm>
            <a:off x="6038092" y="4949810"/>
            <a:ext cx="0" cy="76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5" name="Google Shape;585;p18"/>
          <p:cNvCxnSpPr>
            <a:stCxn id="583" idx="0"/>
            <a:endCxn id="583" idx="2"/>
          </p:cNvCxnSpPr>
          <p:nvPr/>
        </p:nvCxnSpPr>
        <p:spPr>
          <a:xfrm rot="10800000">
            <a:off x="4752665" y="5329139"/>
            <a:ext cx="1758900" cy="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6" name="Google Shape;586;p18"/>
          <p:cNvSpPr txBox="1"/>
          <p:nvPr/>
        </p:nvSpPr>
        <p:spPr>
          <a:xfrm flipH="1">
            <a:off x="5692487" y="5376352"/>
            <a:ext cx="304844" cy="26161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7" name="Google Shape;587;p18"/>
          <p:cNvSpPr txBox="1"/>
          <p:nvPr/>
        </p:nvSpPr>
        <p:spPr>
          <a:xfrm flipH="1">
            <a:off x="5101885" y="5259066"/>
            <a:ext cx="304844" cy="26161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8" name="Google Shape;588;p18"/>
          <p:cNvSpPr/>
          <p:nvPr/>
        </p:nvSpPr>
        <p:spPr>
          <a:xfrm flipH="1">
            <a:off x="5865575" y="5596496"/>
            <a:ext cx="345033" cy="267241"/>
          </a:xfrm>
          <a:prstGeom prst="pie">
            <a:avLst>
              <a:gd fmla="val 16334201" name="adj1"/>
              <a:gd fmla="val 2014107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89" name="Google Shape;589;p18"/>
          <p:cNvSpPr/>
          <p:nvPr/>
        </p:nvSpPr>
        <p:spPr>
          <a:xfrm flipH="1">
            <a:off x="4578994" y="5135817"/>
            <a:ext cx="423594" cy="386530"/>
          </a:xfrm>
          <a:prstGeom prst="pie">
            <a:avLst>
              <a:gd fmla="val 9577354" name="adj1"/>
              <a:gd fmla="val 1078604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 flipH="1">
            <a:off x="4847748" y="7433409"/>
            <a:ext cx="1758850" cy="765257"/>
          </a:xfrm>
          <a:custGeom>
            <a:rect b="b" l="l" r="r" t="t"/>
            <a:pathLst>
              <a:path extrusionOk="0" h="1737359" w="1749784">
                <a:moveTo>
                  <a:pt x="0" y="868680"/>
                </a:moveTo>
                <a:lnTo>
                  <a:pt x="471032" y="0"/>
                </a:lnTo>
                <a:lnTo>
                  <a:pt x="1749784" y="861060"/>
                </a:lnTo>
                <a:lnTo>
                  <a:pt x="471032" y="1737359"/>
                </a:lnTo>
                <a:lnTo>
                  <a:pt x="0" y="86868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1" name="Google Shape;591;p18"/>
          <p:cNvCxnSpPr>
            <a:stCxn id="590" idx="1"/>
            <a:endCxn id="590" idx="3"/>
          </p:cNvCxnSpPr>
          <p:nvPr/>
        </p:nvCxnSpPr>
        <p:spPr>
          <a:xfrm>
            <a:off x="6133125" y="7433409"/>
            <a:ext cx="0" cy="76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2" name="Google Shape;592;p18"/>
          <p:cNvCxnSpPr>
            <a:stCxn id="590" idx="0"/>
            <a:endCxn id="590" idx="2"/>
          </p:cNvCxnSpPr>
          <p:nvPr/>
        </p:nvCxnSpPr>
        <p:spPr>
          <a:xfrm rot="10800000">
            <a:off x="4847698" y="7812738"/>
            <a:ext cx="1758900" cy="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3" name="Google Shape;593;p18"/>
          <p:cNvSpPr txBox="1"/>
          <p:nvPr/>
        </p:nvSpPr>
        <p:spPr>
          <a:xfrm flipH="1">
            <a:off x="5787520" y="7859951"/>
            <a:ext cx="304844" cy="26161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94" name="Google Shape;594;p18"/>
          <p:cNvSpPr txBox="1"/>
          <p:nvPr/>
        </p:nvSpPr>
        <p:spPr>
          <a:xfrm flipH="1">
            <a:off x="5196918" y="7742665"/>
            <a:ext cx="304844" cy="26161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-160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95" name="Google Shape;595;p18"/>
          <p:cNvSpPr/>
          <p:nvPr/>
        </p:nvSpPr>
        <p:spPr>
          <a:xfrm flipH="1">
            <a:off x="5960608" y="8080095"/>
            <a:ext cx="345033" cy="267241"/>
          </a:xfrm>
          <a:prstGeom prst="pie">
            <a:avLst>
              <a:gd fmla="val 16334201" name="adj1"/>
              <a:gd fmla="val 201792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96" name="Google Shape;596;p18"/>
          <p:cNvSpPr/>
          <p:nvPr/>
        </p:nvSpPr>
        <p:spPr>
          <a:xfrm flipH="1">
            <a:off x="4674027" y="7619416"/>
            <a:ext cx="423594" cy="386530"/>
          </a:xfrm>
          <a:prstGeom prst="pie">
            <a:avLst>
              <a:gd fmla="val 9577354" name="adj1"/>
              <a:gd fmla="val 1078604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7" name="Google Shape;597;p18"/>
          <p:cNvGraphicFramePr/>
          <p:nvPr/>
        </p:nvGraphicFramePr>
        <p:xfrm>
          <a:off x="78098" y="45920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2209100"/>
                <a:gridCol w="2209100"/>
                <a:gridCol w="2209100"/>
              </a:tblGrid>
              <a:tr h="25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8" name="Google Shape;598;p18"/>
          <p:cNvSpPr txBox="1"/>
          <p:nvPr/>
        </p:nvSpPr>
        <p:spPr>
          <a:xfrm>
            <a:off x="338866" y="6651554"/>
            <a:ext cx="1555163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99" name="Google Shape;599;p18"/>
          <p:cNvSpPr txBox="1"/>
          <p:nvPr/>
        </p:nvSpPr>
        <p:spPr>
          <a:xfrm>
            <a:off x="2647208" y="6267738"/>
            <a:ext cx="1555163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0" name="Google Shape;600;p18"/>
          <p:cNvSpPr txBox="1"/>
          <p:nvPr/>
        </p:nvSpPr>
        <p:spPr>
          <a:xfrm>
            <a:off x="4863298" y="6302292"/>
            <a:ext cx="1555163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1" name="Google Shape;601;p18"/>
          <p:cNvSpPr txBox="1"/>
          <p:nvPr/>
        </p:nvSpPr>
        <p:spPr>
          <a:xfrm>
            <a:off x="224308" y="8687289"/>
            <a:ext cx="1555163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2" name="Google Shape;602;p18"/>
          <p:cNvSpPr txBox="1"/>
          <p:nvPr/>
        </p:nvSpPr>
        <p:spPr>
          <a:xfrm>
            <a:off x="3220430" y="8825634"/>
            <a:ext cx="1555163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3" name="Google Shape;603;p18"/>
          <p:cNvSpPr txBox="1"/>
          <p:nvPr/>
        </p:nvSpPr>
        <p:spPr>
          <a:xfrm>
            <a:off x="4806467" y="8702818"/>
            <a:ext cx="1555163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4" name="Google Shape;604;p18"/>
          <p:cNvSpPr txBox="1"/>
          <p:nvPr/>
        </p:nvSpPr>
        <p:spPr>
          <a:xfrm>
            <a:off x="1275350" y="2998617"/>
            <a:ext cx="1555163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5" name="Google Shape;605;p18"/>
          <p:cNvSpPr txBox="1"/>
          <p:nvPr/>
        </p:nvSpPr>
        <p:spPr>
          <a:xfrm>
            <a:off x="3213116" y="3142626"/>
            <a:ext cx="1555163" cy="369332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6" name="Google Shape;606;p18"/>
          <p:cNvSpPr txBox="1"/>
          <p:nvPr/>
        </p:nvSpPr>
        <p:spPr>
          <a:xfrm>
            <a:off x="5115648" y="3077552"/>
            <a:ext cx="1555163" cy="369332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7" name="Google Shape;607;p18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3" name="Google Shape;613;p19"/>
          <p:cNvGraphicFramePr/>
          <p:nvPr/>
        </p:nvGraphicFramePr>
        <p:xfrm>
          <a:off x="150555" y="834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2209100"/>
                <a:gridCol w="2209100"/>
                <a:gridCol w="2209100"/>
              </a:tblGrid>
              <a:tr h="25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614" name="Google Shape;614;p19"/>
          <p:cNvGrpSpPr/>
          <p:nvPr/>
        </p:nvGrpSpPr>
        <p:grpSpPr>
          <a:xfrm>
            <a:off x="432190" y="2968189"/>
            <a:ext cx="1687471" cy="1201831"/>
            <a:chOff x="558852" y="3139294"/>
            <a:chExt cx="1687471" cy="1201831"/>
          </a:xfrm>
        </p:grpSpPr>
        <p:sp>
          <p:nvSpPr>
            <p:cNvPr id="615" name="Google Shape;615;p19"/>
            <p:cNvSpPr/>
            <p:nvPr/>
          </p:nvSpPr>
          <p:spPr>
            <a:xfrm>
              <a:off x="574081" y="3139294"/>
              <a:ext cx="1527673" cy="899160"/>
            </a:xfrm>
            <a:custGeom>
              <a:rect b="b" l="l" r="r" t="t"/>
              <a:pathLst>
                <a:path extrusionOk="0" h="1737359" w="1749784">
                  <a:moveTo>
                    <a:pt x="0" y="868680"/>
                  </a:moveTo>
                  <a:lnTo>
                    <a:pt x="471032" y="0"/>
                  </a:lnTo>
                  <a:lnTo>
                    <a:pt x="1749784" y="861060"/>
                  </a:lnTo>
                  <a:lnTo>
                    <a:pt x="471032" y="1737359"/>
                  </a:lnTo>
                  <a:lnTo>
                    <a:pt x="0" y="86868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6" name="Google Shape;616;p19"/>
            <p:cNvCxnSpPr>
              <a:stCxn id="615" idx="1"/>
              <a:endCxn id="615" idx="3"/>
            </p:cNvCxnSpPr>
            <p:nvPr/>
          </p:nvCxnSpPr>
          <p:spPr>
            <a:xfrm>
              <a:off x="985322" y="3139294"/>
              <a:ext cx="0" cy="899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7" name="Google Shape;617;p19"/>
            <p:cNvCxnSpPr>
              <a:stCxn id="615" idx="0"/>
              <a:endCxn id="615" idx="2"/>
            </p:cNvCxnSpPr>
            <p:nvPr/>
          </p:nvCxnSpPr>
          <p:spPr>
            <a:xfrm flipH="1" rot="10800000">
              <a:off x="574081" y="3584974"/>
              <a:ext cx="1527600" cy="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18" name="Google Shape;618;p19"/>
            <p:cNvSpPr txBox="1"/>
            <p:nvPr/>
          </p:nvSpPr>
          <p:spPr>
            <a:xfrm>
              <a:off x="1471454" y="3544989"/>
              <a:ext cx="264776" cy="26161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-232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19" name="Google Shape;619;p19"/>
            <p:cNvSpPr txBox="1"/>
            <p:nvPr/>
          </p:nvSpPr>
          <p:spPr>
            <a:xfrm>
              <a:off x="558852" y="4079515"/>
              <a:ext cx="264776" cy="26161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-65117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20" name="Google Shape;620;p19"/>
            <p:cNvSpPr/>
            <p:nvPr/>
          </p:nvSpPr>
          <p:spPr>
            <a:xfrm>
              <a:off x="835480" y="3867486"/>
              <a:ext cx="299683" cy="314002"/>
            </a:xfrm>
            <a:prstGeom prst="pie">
              <a:avLst>
                <a:gd fmla="val 20538325" name="adj1"/>
                <a:gd fmla="val 1629550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621" name="Google Shape;621;p19"/>
            <p:cNvSpPr/>
            <p:nvPr/>
          </p:nvSpPr>
          <p:spPr>
            <a:xfrm>
              <a:off x="1878405" y="3360441"/>
              <a:ext cx="367918" cy="454164"/>
            </a:xfrm>
            <a:prstGeom prst="pie">
              <a:avLst>
                <a:gd fmla="val 9577354" name="adj1"/>
                <a:gd fmla="val 10786041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2" name="Google Shape;622;p19"/>
          <p:cNvGrpSpPr/>
          <p:nvPr/>
        </p:nvGrpSpPr>
        <p:grpSpPr>
          <a:xfrm>
            <a:off x="2523596" y="3007776"/>
            <a:ext cx="1360074" cy="1487008"/>
            <a:chOff x="2694293" y="3110361"/>
            <a:chExt cx="1592389" cy="1815091"/>
          </a:xfrm>
        </p:grpSpPr>
        <p:sp>
          <p:nvSpPr>
            <p:cNvPr id="623" name="Google Shape;623;p19"/>
            <p:cNvSpPr/>
            <p:nvPr/>
          </p:nvSpPr>
          <p:spPr>
            <a:xfrm>
              <a:off x="2694293" y="3110361"/>
              <a:ext cx="1408430" cy="1623060"/>
            </a:xfrm>
            <a:custGeom>
              <a:rect b="b" l="l" r="r" t="t"/>
              <a:pathLst>
                <a:path extrusionOk="0" h="2184400" w="990600">
                  <a:moveTo>
                    <a:pt x="0" y="603250"/>
                  </a:moveTo>
                  <a:lnTo>
                    <a:pt x="495300" y="0"/>
                  </a:lnTo>
                  <a:lnTo>
                    <a:pt x="990600" y="603250"/>
                  </a:lnTo>
                  <a:lnTo>
                    <a:pt x="501650" y="2184400"/>
                  </a:lnTo>
                  <a:lnTo>
                    <a:pt x="0" y="60325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24" name="Google Shape;624;p19"/>
            <p:cNvCxnSpPr>
              <a:stCxn id="623" idx="0"/>
              <a:endCxn id="623" idx="2"/>
            </p:cNvCxnSpPr>
            <p:nvPr/>
          </p:nvCxnSpPr>
          <p:spPr>
            <a:xfrm>
              <a:off x="2694293" y="3558590"/>
              <a:ext cx="140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25" name="Google Shape;625;p19"/>
            <p:cNvSpPr/>
            <p:nvPr/>
          </p:nvSpPr>
          <p:spPr>
            <a:xfrm>
              <a:off x="3918764" y="3331508"/>
              <a:ext cx="367918" cy="454164"/>
            </a:xfrm>
            <a:prstGeom prst="pie">
              <a:avLst>
                <a:gd fmla="val 7356822" name="adj1"/>
                <a:gd fmla="val 10768761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19"/>
            <p:cNvSpPr/>
            <p:nvPr/>
          </p:nvSpPr>
          <p:spPr>
            <a:xfrm>
              <a:off x="3223577" y="4471288"/>
              <a:ext cx="367918" cy="454164"/>
            </a:xfrm>
            <a:prstGeom prst="pie">
              <a:avLst>
                <a:gd fmla="val 13726699" name="adj1"/>
                <a:gd fmla="val 1815999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19"/>
            <p:cNvSpPr txBox="1"/>
            <p:nvPr/>
          </p:nvSpPr>
          <p:spPr>
            <a:xfrm>
              <a:off x="3634521" y="3558590"/>
              <a:ext cx="264776" cy="26161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5714" l="0" r="-56757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28" name="Google Shape;628;p19"/>
            <p:cNvSpPr txBox="1"/>
            <p:nvPr/>
          </p:nvSpPr>
          <p:spPr>
            <a:xfrm>
              <a:off x="3280325" y="4237704"/>
              <a:ext cx="264776" cy="26161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5714" l="0" r="-1891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29" name="Google Shape;629;p19"/>
          <p:cNvGrpSpPr/>
          <p:nvPr/>
        </p:nvGrpSpPr>
        <p:grpSpPr>
          <a:xfrm>
            <a:off x="4745658" y="535906"/>
            <a:ext cx="1758900" cy="913927"/>
            <a:chOff x="4745658" y="535906"/>
            <a:chExt cx="1758900" cy="913927"/>
          </a:xfrm>
        </p:grpSpPr>
        <p:sp>
          <p:nvSpPr>
            <p:cNvPr id="630" name="Google Shape;630;p19"/>
            <p:cNvSpPr/>
            <p:nvPr/>
          </p:nvSpPr>
          <p:spPr>
            <a:xfrm flipH="1">
              <a:off x="4745708" y="535906"/>
              <a:ext cx="1758850" cy="765257"/>
            </a:xfrm>
            <a:custGeom>
              <a:rect b="b" l="l" r="r" t="t"/>
              <a:pathLst>
                <a:path extrusionOk="0" h="1737359" w="1749784">
                  <a:moveTo>
                    <a:pt x="0" y="868680"/>
                  </a:moveTo>
                  <a:lnTo>
                    <a:pt x="471032" y="0"/>
                  </a:lnTo>
                  <a:lnTo>
                    <a:pt x="1749784" y="861060"/>
                  </a:lnTo>
                  <a:lnTo>
                    <a:pt x="471032" y="1737359"/>
                  </a:lnTo>
                  <a:lnTo>
                    <a:pt x="0" y="86868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31" name="Google Shape;631;p19"/>
            <p:cNvCxnSpPr>
              <a:stCxn id="630" idx="1"/>
              <a:endCxn id="630" idx="3"/>
            </p:cNvCxnSpPr>
            <p:nvPr/>
          </p:nvCxnSpPr>
          <p:spPr>
            <a:xfrm>
              <a:off x="6031085" y="535906"/>
              <a:ext cx="0" cy="76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2" name="Google Shape;632;p19"/>
            <p:cNvCxnSpPr>
              <a:stCxn id="630" idx="0"/>
              <a:endCxn id="630" idx="2"/>
            </p:cNvCxnSpPr>
            <p:nvPr/>
          </p:nvCxnSpPr>
          <p:spPr>
            <a:xfrm rot="10800000">
              <a:off x="4745658" y="915235"/>
              <a:ext cx="1758900" cy="3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33" name="Google Shape;633;p19"/>
            <p:cNvSpPr txBox="1"/>
            <p:nvPr/>
          </p:nvSpPr>
          <p:spPr>
            <a:xfrm flipH="1">
              <a:off x="5685480" y="962448"/>
              <a:ext cx="304844" cy="26161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34" name="Google Shape;634;p19"/>
            <p:cNvSpPr txBox="1"/>
            <p:nvPr/>
          </p:nvSpPr>
          <p:spPr>
            <a:xfrm flipH="1">
              <a:off x="5144129" y="719144"/>
              <a:ext cx="304844" cy="26161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-1600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35" name="Google Shape;635;p19"/>
            <p:cNvSpPr/>
            <p:nvPr/>
          </p:nvSpPr>
          <p:spPr>
            <a:xfrm flipH="1">
              <a:off x="5858568" y="1182592"/>
              <a:ext cx="345033" cy="267241"/>
            </a:xfrm>
            <a:prstGeom prst="pie">
              <a:avLst>
                <a:gd fmla="val 16334201" name="adj1"/>
                <a:gd fmla="val 2017922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</p:grpSp>
      <p:grpSp>
        <p:nvGrpSpPr>
          <p:cNvPr id="636" name="Google Shape;636;p19"/>
          <p:cNvGrpSpPr/>
          <p:nvPr/>
        </p:nvGrpSpPr>
        <p:grpSpPr>
          <a:xfrm>
            <a:off x="2743344" y="197839"/>
            <a:ext cx="2252237" cy="1131027"/>
            <a:chOff x="2743344" y="197839"/>
            <a:chExt cx="2252237" cy="1131027"/>
          </a:xfrm>
        </p:grpSpPr>
        <p:sp>
          <p:nvSpPr>
            <p:cNvPr id="637" name="Google Shape;637;p19"/>
            <p:cNvSpPr/>
            <p:nvPr/>
          </p:nvSpPr>
          <p:spPr>
            <a:xfrm>
              <a:off x="2743344" y="429706"/>
              <a:ext cx="1527673" cy="899160"/>
            </a:xfrm>
            <a:custGeom>
              <a:rect b="b" l="l" r="r" t="t"/>
              <a:pathLst>
                <a:path extrusionOk="0" h="1737359" w="1749784">
                  <a:moveTo>
                    <a:pt x="0" y="868680"/>
                  </a:moveTo>
                  <a:lnTo>
                    <a:pt x="471032" y="0"/>
                  </a:lnTo>
                  <a:lnTo>
                    <a:pt x="1749784" y="861060"/>
                  </a:lnTo>
                  <a:lnTo>
                    <a:pt x="471032" y="1737359"/>
                  </a:lnTo>
                  <a:lnTo>
                    <a:pt x="0" y="86868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38" name="Google Shape;638;p19"/>
            <p:cNvCxnSpPr/>
            <p:nvPr/>
          </p:nvCxnSpPr>
          <p:spPr>
            <a:xfrm>
              <a:off x="3148573" y="429706"/>
              <a:ext cx="0" cy="89916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39" name="Google Shape;639;p19"/>
            <p:cNvCxnSpPr>
              <a:stCxn id="637" idx="0"/>
              <a:endCxn id="637" idx="2"/>
            </p:cNvCxnSpPr>
            <p:nvPr/>
          </p:nvCxnSpPr>
          <p:spPr>
            <a:xfrm flipH="1" rot="10800000">
              <a:off x="2743344" y="875386"/>
              <a:ext cx="1527600" cy="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40" name="Google Shape;640;p19"/>
            <p:cNvSpPr txBox="1"/>
            <p:nvPr/>
          </p:nvSpPr>
          <p:spPr>
            <a:xfrm>
              <a:off x="4054367" y="501948"/>
              <a:ext cx="264776" cy="26161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-6136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41" name="Google Shape;641;p19"/>
            <p:cNvSpPr txBox="1"/>
            <p:nvPr/>
          </p:nvSpPr>
          <p:spPr>
            <a:xfrm>
              <a:off x="3199420" y="532493"/>
              <a:ext cx="264776" cy="26161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-232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42" name="Google Shape;642;p19"/>
            <p:cNvSpPr/>
            <p:nvPr/>
          </p:nvSpPr>
          <p:spPr>
            <a:xfrm>
              <a:off x="4084677" y="721913"/>
              <a:ext cx="299683" cy="314002"/>
            </a:xfrm>
            <a:prstGeom prst="pie">
              <a:avLst>
                <a:gd fmla="val 12768800" name="adj1"/>
                <a:gd fmla="val 885798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643" name="Google Shape;643;p19"/>
            <p:cNvSpPr/>
            <p:nvPr/>
          </p:nvSpPr>
          <p:spPr>
            <a:xfrm>
              <a:off x="2964614" y="197839"/>
              <a:ext cx="367918" cy="454164"/>
            </a:xfrm>
            <a:prstGeom prst="pie">
              <a:avLst>
                <a:gd fmla="val 1244863" name="adj1"/>
                <a:gd fmla="val 5310571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19"/>
            <p:cNvSpPr/>
            <p:nvPr/>
          </p:nvSpPr>
          <p:spPr>
            <a:xfrm flipH="1">
              <a:off x="4571987" y="721913"/>
              <a:ext cx="423594" cy="386530"/>
            </a:xfrm>
            <a:prstGeom prst="pie">
              <a:avLst>
                <a:gd fmla="val 10839328" name="adj1"/>
                <a:gd fmla="val 12173287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5" name="Google Shape;645;p19"/>
          <p:cNvGrpSpPr/>
          <p:nvPr/>
        </p:nvGrpSpPr>
        <p:grpSpPr>
          <a:xfrm>
            <a:off x="51127" y="398092"/>
            <a:ext cx="1436415" cy="1587715"/>
            <a:chOff x="322651" y="398350"/>
            <a:chExt cx="1599625" cy="1853804"/>
          </a:xfrm>
        </p:grpSpPr>
        <p:sp>
          <p:nvSpPr>
            <p:cNvPr id="646" name="Google Shape;646;p19"/>
            <p:cNvSpPr/>
            <p:nvPr/>
          </p:nvSpPr>
          <p:spPr>
            <a:xfrm>
              <a:off x="513776" y="629094"/>
              <a:ext cx="1408430" cy="1623060"/>
            </a:xfrm>
            <a:custGeom>
              <a:rect b="b" l="l" r="r" t="t"/>
              <a:pathLst>
                <a:path extrusionOk="0" h="2184400" w="990600">
                  <a:moveTo>
                    <a:pt x="0" y="603250"/>
                  </a:moveTo>
                  <a:lnTo>
                    <a:pt x="495300" y="0"/>
                  </a:lnTo>
                  <a:lnTo>
                    <a:pt x="990600" y="603250"/>
                  </a:lnTo>
                  <a:lnTo>
                    <a:pt x="501650" y="2184400"/>
                  </a:lnTo>
                  <a:lnTo>
                    <a:pt x="0" y="60325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47" name="Google Shape;647;p19"/>
            <p:cNvCxnSpPr>
              <a:stCxn id="646" idx="0"/>
              <a:endCxn id="646" idx="2"/>
            </p:cNvCxnSpPr>
            <p:nvPr/>
          </p:nvCxnSpPr>
          <p:spPr>
            <a:xfrm>
              <a:off x="513776" y="1077323"/>
              <a:ext cx="140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8" name="Google Shape;648;p19"/>
            <p:cNvCxnSpPr>
              <a:stCxn id="646" idx="1"/>
              <a:endCxn id="646" idx="3"/>
            </p:cNvCxnSpPr>
            <p:nvPr/>
          </p:nvCxnSpPr>
          <p:spPr>
            <a:xfrm>
              <a:off x="1217991" y="629094"/>
              <a:ext cx="9000" cy="16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49" name="Google Shape;649;p19"/>
            <p:cNvSpPr/>
            <p:nvPr/>
          </p:nvSpPr>
          <p:spPr>
            <a:xfrm>
              <a:off x="322651" y="850241"/>
              <a:ext cx="367918" cy="454164"/>
            </a:xfrm>
            <a:prstGeom prst="pie">
              <a:avLst>
                <a:gd fmla="val 19760470" name="adj1"/>
                <a:gd fmla="val 2152959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19"/>
            <p:cNvSpPr txBox="1"/>
            <p:nvPr/>
          </p:nvSpPr>
          <p:spPr>
            <a:xfrm>
              <a:off x="655236" y="871324"/>
              <a:ext cx="264776" cy="26161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-12821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51" name="Google Shape;651;p19"/>
            <p:cNvSpPr/>
            <p:nvPr/>
          </p:nvSpPr>
          <p:spPr>
            <a:xfrm>
              <a:off x="1023495" y="398350"/>
              <a:ext cx="367918" cy="454164"/>
            </a:xfrm>
            <a:prstGeom prst="pie">
              <a:avLst>
                <a:gd fmla="val 8709624" name="adj1"/>
                <a:gd fmla="val 203483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19"/>
            <p:cNvSpPr txBox="1"/>
            <p:nvPr/>
          </p:nvSpPr>
          <p:spPr>
            <a:xfrm>
              <a:off x="1347907" y="437798"/>
              <a:ext cx="264776" cy="26161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-8205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53" name="Google Shape;653;p19"/>
          <p:cNvGrpSpPr/>
          <p:nvPr/>
        </p:nvGrpSpPr>
        <p:grpSpPr>
          <a:xfrm>
            <a:off x="4633469" y="3016530"/>
            <a:ext cx="2144368" cy="913927"/>
            <a:chOff x="4576007" y="3142563"/>
            <a:chExt cx="2144368" cy="913927"/>
          </a:xfrm>
        </p:grpSpPr>
        <p:sp>
          <p:nvSpPr>
            <p:cNvPr id="654" name="Google Shape;654;p19"/>
            <p:cNvSpPr/>
            <p:nvPr/>
          </p:nvSpPr>
          <p:spPr>
            <a:xfrm flipH="1">
              <a:off x="4749728" y="3142563"/>
              <a:ext cx="1758850" cy="765257"/>
            </a:xfrm>
            <a:custGeom>
              <a:rect b="b" l="l" r="r" t="t"/>
              <a:pathLst>
                <a:path extrusionOk="0" h="1737359" w="1749784">
                  <a:moveTo>
                    <a:pt x="0" y="868680"/>
                  </a:moveTo>
                  <a:lnTo>
                    <a:pt x="471032" y="0"/>
                  </a:lnTo>
                  <a:lnTo>
                    <a:pt x="1749784" y="861060"/>
                  </a:lnTo>
                  <a:lnTo>
                    <a:pt x="471032" y="1737359"/>
                  </a:lnTo>
                  <a:lnTo>
                    <a:pt x="0" y="86868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5" name="Google Shape;655;p19"/>
            <p:cNvCxnSpPr>
              <a:stCxn id="654" idx="0"/>
              <a:endCxn id="654" idx="2"/>
            </p:cNvCxnSpPr>
            <p:nvPr/>
          </p:nvCxnSpPr>
          <p:spPr>
            <a:xfrm rot="10800000">
              <a:off x="4749678" y="3521892"/>
              <a:ext cx="1758900" cy="3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6" name="Google Shape;656;p19"/>
            <p:cNvSpPr txBox="1"/>
            <p:nvPr/>
          </p:nvSpPr>
          <p:spPr>
            <a:xfrm flipH="1">
              <a:off x="5689500" y="3569105"/>
              <a:ext cx="304844" cy="26161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57" name="Google Shape;657;p19"/>
            <p:cNvSpPr txBox="1"/>
            <p:nvPr/>
          </p:nvSpPr>
          <p:spPr>
            <a:xfrm flipH="1">
              <a:off x="5063702" y="3328570"/>
              <a:ext cx="304844" cy="26161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-1600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58" name="Google Shape;658;p19"/>
            <p:cNvSpPr/>
            <p:nvPr/>
          </p:nvSpPr>
          <p:spPr>
            <a:xfrm flipH="1">
              <a:off x="5862588" y="3789249"/>
              <a:ext cx="345033" cy="267241"/>
            </a:xfrm>
            <a:prstGeom prst="pie">
              <a:avLst>
                <a:gd fmla="val 13659950" name="adj1"/>
                <a:gd fmla="val 2017922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659" name="Google Shape;659;p19"/>
            <p:cNvSpPr/>
            <p:nvPr/>
          </p:nvSpPr>
          <p:spPr>
            <a:xfrm flipH="1">
              <a:off x="4576007" y="3328570"/>
              <a:ext cx="423594" cy="386530"/>
            </a:xfrm>
            <a:prstGeom prst="pie">
              <a:avLst>
                <a:gd fmla="val 10810136" name="adj1"/>
                <a:gd fmla="val 12165667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19"/>
            <p:cNvSpPr/>
            <p:nvPr/>
          </p:nvSpPr>
          <p:spPr>
            <a:xfrm flipH="1">
              <a:off x="6296781" y="3328570"/>
              <a:ext cx="423594" cy="386530"/>
            </a:xfrm>
            <a:prstGeom prst="pie">
              <a:avLst>
                <a:gd fmla="val 19130022" name="adj1"/>
                <a:gd fmla="val 21576631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9"/>
            <p:cNvSpPr txBox="1"/>
            <p:nvPr/>
          </p:nvSpPr>
          <p:spPr>
            <a:xfrm flipH="1">
              <a:off x="5997291" y="3307495"/>
              <a:ext cx="304844" cy="261610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-1600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62" name="Google Shape;662;p19"/>
          <p:cNvGrpSpPr/>
          <p:nvPr/>
        </p:nvGrpSpPr>
        <p:grpSpPr>
          <a:xfrm>
            <a:off x="2448832" y="7626783"/>
            <a:ext cx="1196582" cy="1346185"/>
            <a:chOff x="2779922" y="7534619"/>
            <a:chExt cx="1592389" cy="1815091"/>
          </a:xfrm>
        </p:grpSpPr>
        <p:sp>
          <p:nvSpPr>
            <p:cNvPr id="663" name="Google Shape;663;p19"/>
            <p:cNvSpPr/>
            <p:nvPr/>
          </p:nvSpPr>
          <p:spPr>
            <a:xfrm>
              <a:off x="2779922" y="7534619"/>
              <a:ext cx="1408430" cy="1623060"/>
            </a:xfrm>
            <a:custGeom>
              <a:rect b="b" l="l" r="r" t="t"/>
              <a:pathLst>
                <a:path extrusionOk="0" h="2184400" w="990600">
                  <a:moveTo>
                    <a:pt x="0" y="603250"/>
                  </a:moveTo>
                  <a:lnTo>
                    <a:pt x="495300" y="0"/>
                  </a:lnTo>
                  <a:lnTo>
                    <a:pt x="990600" y="603250"/>
                  </a:lnTo>
                  <a:lnTo>
                    <a:pt x="501650" y="2184400"/>
                  </a:lnTo>
                  <a:lnTo>
                    <a:pt x="0" y="60325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64" name="Google Shape;664;p19"/>
            <p:cNvCxnSpPr>
              <a:stCxn id="663" idx="0"/>
              <a:endCxn id="663" idx="2"/>
            </p:cNvCxnSpPr>
            <p:nvPr/>
          </p:nvCxnSpPr>
          <p:spPr>
            <a:xfrm>
              <a:off x="2779922" y="7982848"/>
              <a:ext cx="140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65" name="Google Shape;665;p19"/>
            <p:cNvSpPr/>
            <p:nvPr/>
          </p:nvSpPr>
          <p:spPr>
            <a:xfrm>
              <a:off x="4004393" y="7755766"/>
              <a:ext cx="367918" cy="454164"/>
            </a:xfrm>
            <a:prstGeom prst="pie">
              <a:avLst>
                <a:gd fmla="val 7356822" name="adj1"/>
                <a:gd fmla="val 10768761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9"/>
            <p:cNvSpPr/>
            <p:nvPr/>
          </p:nvSpPr>
          <p:spPr>
            <a:xfrm>
              <a:off x="3309206" y="8895546"/>
              <a:ext cx="367918" cy="454164"/>
            </a:xfrm>
            <a:prstGeom prst="pie">
              <a:avLst>
                <a:gd fmla="val 13726699" name="adj1"/>
                <a:gd fmla="val 1815999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19"/>
            <p:cNvSpPr txBox="1"/>
            <p:nvPr/>
          </p:nvSpPr>
          <p:spPr>
            <a:xfrm>
              <a:off x="3720150" y="7982848"/>
              <a:ext cx="264776" cy="26161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9355" l="0" r="-37501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68" name="Google Shape;668;p19"/>
            <p:cNvSpPr txBox="1"/>
            <p:nvPr/>
          </p:nvSpPr>
          <p:spPr>
            <a:xfrm>
              <a:off x="3293353" y="8655029"/>
              <a:ext cx="264776" cy="26161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-18749" l="0" r="-7575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69" name="Google Shape;669;p19"/>
          <p:cNvGrpSpPr/>
          <p:nvPr/>
        </p:nvGrpSpPr>
        <p:grpSpPr>
          <a:xfrm>
            <a:off x="4626963" y="5386162"/>
            <a:ext cx="1932571" cy="913927"/>
            <a:chOff x="4620113" y="5799875"/>
            <a:chExt cx="1932571" cy="913927"/>
          </a:xfrm>
        </p:grpSpPr>
        <p:grpSp>
          <p:nvGrpSpPr>
            <p:cNvPr id="670" name="Google Shape;670;p19"/>
            <p:cNvGrpSpPr/>
            <p:nvPr/>
          </p:nvGrpSpPr>
          <p:grpSpPr>
            <a:xfrm>
              <a:off x="4793834" y="5799875"/>
              <a:ext cx="1758850" cy="913927"/>
              <a:chOff x="4793834" y="5799875"/>
              <a:chExt cx="1758850" cy="913927"/>
            </a:xfrm>
          </p:grpSpPr>
          <p:sp>
            <p:nvSpPr>
              <p:cNvPr id="671" name="Google Shape;671;p19"/>
              <p:cNvSpPr/>
              <p:nvPr/>
            </p:nvSpPr>
            <p:spPr>
              <a:xfrm flipH="1">
                <a:off x="4793834" y="5799875"/>
                <a:ext cx="1758850" cy="765257"/>
              </a:xfrm>
              <a:custGeom>
                <a:rect b="b" l="l" r="r" t="t"/>
                <a:pathLst>
                  <a:path extrusionOk="0" h="1737359" w="1749784">
                    <a:moveTo>
                      <a:pt x="0" y="868680"/>
                    </a:moveTo>
                    <a:lnTo>
                      <a:pt x="471032" y="0"/>
                    </a:lnTo>
                    <a:lnTo>
                      <a:pt x="1749784" y="861060"/>
                    </a:lnTo>
                    <a:lnTo>
                      <a:pt x="471032" y="1737359"/>
                    </a:lnTo>
                    <a:lnTo>
                      <a:pt x="0" y="868680"/>
                    </a:lnTo>
                    <a:close/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72" name="Google Shape;672;p19"/>
              <p:cNvCxnSpPr>
                <a:stCxn id="671" idx="1"/>
                <a:endCxn id="671" idx="3"/>
              </p:cNvCxnSpPr>
              <p:nvPr/>
            </p:nvCxnSpPr>
            <p:spPr>
              <a:xfrm>
                <a:off x="6079211" y="5799875"/>
                <a:ext cx="0" cy="765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673" name="Google Shape;673;p19"/>
              <p:cNvSpPr txBox="1"/>
              <p:nvPr/>
            </p:nvSpPr>
            <p:spPr>
              <a:xfrm flipH="1">
                <a:off x="5733606" y="6226417"/>
                <a:ext cx="304844" cy="26161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74" name="Google Shape;674;p19"/>
              <p:cNvSpPr txBox="1"/>
              <p:nvPr/>
            </p:nvSpPr>
            <p:spPr>
              <a:xfrm flipH="1">
                <a:off x="5050213" y="6050915"/>
                <a:ext cx="304844" cy="26161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b="0" l="0" r="-1600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75" name="Google Shape;675;p19"/>
              <p:cNvSpPr/>
              <p:nvPr/>
            </p:nvSpPr>
            <p:spPr>
              <a:xfrm flipH="1">
                <a:off x="5906694" y="6446561"/>
                <a:ext cx="345033" cy="267241"/>
              </a:xfrm>
              <a:prstGeom prst="pie">
                <a:avLst>
                  <a:gd fmla="val 16334201" name="adj1"/>
                  <a:gd fmla="val 20179222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/>
              </a:p>
            </p:txBody>
          </p:sp>
        </p:grpSp>
        <p:sp>
          <p:nvSpPr>
            <p:cNvPr id="676" name="Google Shape;676;p19"/>
            <p:cNvSpPr/>
            <p:nvPr/>
          </p:nvSpPr>
          <p:spPr>
            <a:xfrm flipH="1">
              <a:off x="4620113" y="5985882"/>
              <a:ext cx="423594" cy="386530"/>
            </a:xfrm>
            <a:prstGeom prst="pie">
              <a:avLst>
                <a:gd fmla="val 9674704" name="adj1"/>
                <a:gd fmla="val 12173287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7" name="Google Shape;677;p19"/>
          <p:cNvGrpSpPr/>
          <p:nvPr/>
        </p:nvGrpSpPr>
        <p:grpSpPr>
          <a:xfrm>
            <a:off x="66002" y="5343257"/>
            <a:ext cx="1349929" cy="1534766"/>
            <a:chOff x="11031" y="5701222"/>
            <a:chExt cx="1599625" cy="1853804"/>
          </a:xfrm>
        </p:grpSpPr>
        <p:sp>
          <p:nvSpPr>
            <p:cNvPr id="678" name="Google Shape;678;p19"/>
            <p:cNvSpPr/>
            <p:nvPr/>
          </p:nvSpPr>
          <p:spPr>
            <a:xfrm>
              <a:off x="202156" y="5931966"/>
              <a:ext cx="1408430" cy="1623060"/>
            </a:xfrm>
            <a:custGeom>
              <a:rect b="b" l="l" r="r" t="t"/>
              <a:pathLst>
                <a:path extrusionOk="0" h="2184400" w="990600">
                  <a:moveTo>
                    <a:pt x="0" y="603250"/>
                  </a:moveTo>
                  <a:lnTo>
                    <a:pt x="495300" y="0"/>
                  </a:lnTo>
                  <a:lnTo>
                    <a:pt x="990600" y="603250"/>
                  </a:lnTo>
                  <a:lnTo>
                    <a:pt x="501650" y="2184400"/>
                  </a:lnTo>
                  <a:lnTo>
                    <a:pt x="0" y="60325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79" name="Google Shape;679;p19"/>
            <p:cNvCxnSpPr>
              <a:stCxn id="678" idx="0"/>
              <a:endCxn id="678" idx="2"/>
            </p:cNvCxnSpPr>
            <p:nvPr/>
          </p:nvCxnSpPr>
          <p:spPr>
            <a:xfrm>
              <a:off x="202156" y="6380195"/>
              <a:ext cx="1408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80" name="Google Shape;680;p19"/>
            <p:cNvSpPr/>
            <p:nvPr/>
          </p:nvSpPr>
          <p:spPr>
            <a:xfrm>
              <a:off x="11031" y="6153113"/>
              <a:ext cx="367918" cy="454164"/>
            </a:xfrm>
            <a:prstGeom prst="pie">
              <a:avLst>
                <a:gd fmla="val 19760470" name="adj1"/>
                <a:gd fmla="val 2152959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19"/>
            <p:cNvSpPr txBox="1"/>
            <p:nvPr/>
          </p:nvSpPr>
          <p:spPr>
            <a:xfrm>
              <a:off x="343616" y="6174196"/>
              <a:ext cx="264776" cy="26161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5714" l="0" r="-1891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82" name="Google Shape;682;p19"/>
            <p:cNvSpPr/>
            <p:nvPr/>
          </p:nvSpPr>
          <p:spPr>
            <a:xfrm>
              <a:off x="711875" y="5701222"/>
              <a:ext cx="367918" cy="454164"/>
            </a:xfrm>
            <a:prstGeom prst="pie">
              <a:avLst>
                <a:gd fmla="val 8709624" name="adj1"/>
                <a:gd fmla="val 203483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19"/>
            <p:cNvSpPr txBox="1"/>
            <p:nvPr/>
          </p:nvSpPr>
          <p:spPr>
            <a:xfrm>
              <a:off x="1036287" y="5740670"/>
              <a:ext cx="264776" cy="26161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-5714" l="0" r="-97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84" name="Google Shape;684;p19"/>
          <p:cNvGrpSpPr/>
          <p:nvPr/>
        </p:nvGrpSpPr>
        <p:grpSpPr>
          <a:xfrm>
            <a:off x="4645321" y="7595829"/>
            <a:ext cx="2144368" cy="913927"/>
            <a:chOff x="4547332" y="7966877"/>
            <a:chExt cx="2144368" cy="913927"/>
          </a:xfrm>
        </p:grpSpPr>
        <p:sp>
          <p:nvSpPr>
            <p:cNvPr id="685" name="Google Shape;685;p19"/>
            <p:cNvSpPr/>
            <p:nvPr/>
          </p:nvSpPr>
          <p:spPr>
            <a:xfrm flipH="1">
              <a:off x="4721053" y="7966877"/>
              <a:ext cx="1758850" cy="765257"/>
            </a:xfrm>
            <a:custGeom>
              <a:rect b="b" l="l" r="r" t="t"/>
              <a:pathLst>
                <a:path extrusionOk="0" h="1737359" w="1749784">
                  <a:moveTo>
                    <a:pt x="0" y="868680"/>
                  </a:moveTo>
                  <a:lnTo>
                    <a:pt x="471032" y="0"/>
                  </a:lnTo>
                  <a:lnTo>
                    <a:pt x="1749784" y="861060"/>
                  </a:lnTo>
                  <a:lnTo>
                    <a:pt x="471032" y="1737359"/>
                  </a:lnTo>
                  <a:lnTo>
                    <a:pt x="0" y="86868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86" name="Google Shape;686;p19"/>
            <p:cNvCxnSpPr>
              <a:stCxn id="685" idx="0"/>
              <a:endCxn id="685" idx="2"/>
            </p:cNvCxnSpPr>
            <p:nvPr/>
          </p:nvCxnSpPr>
          <p:spPr>
            <a:xfrm rot="10800000">
              <a:off x="4721003" y="8346206"/>
              <a:ext cx="1758900" cy="3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87" name="Google Shape;687;p19"/>
            <p:cNvSpPr txBox="1"/>
            <p:nvPr/>
          </p:nvSpPr>
          <p:spPr>
            <a:xfrm flipH="1">
              <a:off x="5660825" y="8393419"/>
              <a:ext cx="304844" cy="26161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-4199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88" name="Google Shape;688;p19"/>
            <p:cNvSpPr txBox="1"/>
            <p:nvPr/>
          </p:nvSpPr>
          <p:spPr>
            <a:xfrm flipH="1">
              <a:off x="5035027" y="8152884"/>
              <a:ext cx="304844" cy="261610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89" name="Google Shape;689;p19"/>
            <p:cNvSpPr/>
            <p:nvPr/>
          </p:nvSpPr>
          <p:spPr>
            <a:xfrm flipH="1">
              <a:off x="5833913" y="8613563"/>
              <a:ext cx="345033" cy="267241"/>
            </a:xfrm>
            <a:prstGeom prst="pie">
              <a:avLst>
                <a:gd fmla="val 13659950" name="adj1"/>
                <a:gd fmla="val 2017922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690" name="Google Shape;690;p19"/>
            <p:cNvSpPr/>
            <p:nvPr/>
          </p:nvSpPr>
          <p:spPr>
            <a:xfrm flipH="1">
              <a:off x="4547332" y="8152884"/>
              <a:ext cx="423594" cy="386530"/>
            </a:xfrm>
            <a:prstGeom prst="pie">
              <a:avLst>
                <a:gd fmla="val 10810136" name="adj1"/>
                <a:gd fmla="val 12165667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19"/>
            <p:cNvSpPr/>
            <p:nvPr/>
          </p:nvSpPr>
          <p:spPr>
            <a:xfrm flipH="1">
              <a:off x="6268106" y="8152884"/>
              <a:ext cx="423594" cy="386530"/>
            </a:xfrm>
            <a:prstGeom prst="pie">
              <a:avLst>
                <a:gd fmla="val 19130022" name="adj1"/>
                <a:gd fmla="val 2255543" name="adj2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19"/>
            <p:cNvSpPr txBox="1"/>
            <p:nvPr/>
          </p:nvSpPr>
          <p:spPr>
            <a:xfrm flipH="1">
              <a:off x="5964154" y="8185509"/>
              <a:ext cx="304844" cy="26161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-1600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693" name="Google Shape;693;p19"/>
          <p:cNvGrpSpPr/>
          <p:nvPr/>
        </p:nvGrpSpPr>
        <p:grpSpPr>
          <a:xfrm>
            <a:off x="2542872" y="5150905"/>
            <a:ext cx="1677662" cy="1132945"/>
            <a:chOff x="2641481" y="5459890"/>
            <a:chExt cx="1677662" cy="1132945"/>
          </a:xfrm>
        </p:grpSpPr>
        <p:sp>
          <p:nvSpPr>
            <p:cNvPr id="694" name="Google Shape;694;p19"/>
            <p:cNvSpPr/>
            <p:nvPr/>
          </p:nvSpPr>
          <p:spPr>
            <a:xfrm>
              <a:off x="2791470" y="5693675"/>
              <a:ext cx="1527673" cy="899160"/>
            </a:xfrm>
            <a:custGeom>
              <a:rect b="b" l="l" r="r" t="t"/>
              <a:pathLst>
                <a:path extrusionOk="0" h="1737359" w="1749784">
                  <a:moveTo>
                    <a:pt x="0" y="868680"/>
                  </a:moveTo>
                  <a:lnTo>
                    <a:pt x="471032" y="0"/>
                  </a:lnTo>
                  <a:lnTo>
                    <a:pt x="1749784" y="861060"/>
                  </a:lnTo>
                  <a:lnTo>
                    <a:pt x="471032" y="1737359"/>
                  </a:lnTo>
                  <a:lnTo>
                    <a:pt x="0" y="86868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95" name="Google Shape;695;p19"/>
            <p:cNvCxnSpPr>
              <a:stCxn id="694" idx="1"/>
            </p:cNvCxnSpPr>
            <p:nvPr/>
          </p:nvCxnSpPr>
          <p:spPr>
            <a:xfrm>
              <a:off x="3202711" y="5693675"/>
              <a:ext cx="0" cy="445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6" name="Google Shape;696;p19"/>
            <p:cNvCxnSpPr>
              <a:stCxn id="694" idx="0"/>
              <a:endCxn id="694" idx="2"/>
            </p:cNvCxnSpPr>
            <p:nvPr/>
          </p:nvCxnSpPr>
          <p:spPr>
            <a:xfrm flipH="1" rot="10800000">
              <a:off x="2791470" y="6139355"/>
              <a:ext cx="1527600" cy="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97" name="Google Shape;697;p19"/>
            <p:cNvSpPr txBox="1"/>
            <p:nvPr/>
          </p:nvSpPr>
          <p:spPr>
            <a:xfrm>
              <a:off x="2939871" y="5832646"/>
              <a:ext cx="264776" cy="26161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2641481" y="5985340"/>
              <a:ext cx="299683" cy="314002"/>
            </a:xfrm>
            <a:prstGeom prst="pie">
              <a:avLst>
                <a:gd fmla="val 19023822" name="adj1"/>
                <a:gd fmla="val 3969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3020320" y="5459890"/>
              <a:ext cx="367918" cy="454164"/>
            </a:xfrm>
            <a:prstGeom prst="pie">
              <a:avLst>
                <a:gd fmla="val 5407078" name="adj1"/>
                <a:gd fmla="val 7965711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19"/>
            <p:cNvSpPr txBox="1"/>
            <p:nvPr/>
          </p:nvSpPr>
          <p:spPr>
            <a:xfrm>
              <a:off x="2896994" y="5946187"/>
              <a:ext cx="264776" cy="261610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-3720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701" name="Google Shape;701;p19"/>
          <p:cNvGrpSpPr/>
          <p:nvPr/>
        </p:nvGrpSpPr>
        <p:grpSpPr>
          <a:xfrm>
            <a:off x="353305" y="7609014"/>
            <a:ext cx="1982973" cy="1201831"/>
            <a:chOff x="644481" y="7992182"/>
            <a:chExt cx="1982973" cy="1201831"/>
          </a:xfrm>
        </p:grpSpPr>
        <p:sp>
          <p:nvSpPr>
            <p:cNvPr id="702" name="Google Shape;702;p19"/>
            <p:cNvSpPr/>
            <p:nvPr/>
          </p:nvSpPr>
          <p:spPr>
            <a:xfrm>
              <a:off x="659710" y="7992182"/>
              <a:ext cx="1527673" cy="899160"/>
            </a:xfrm>
            <a:custGeom>
              <a:rect b="b" l="l" r="r" t="t"/>
              <a:pathLst>
                <a:path extrusionOk="0" h="1737359" w="1749784">
                  <a:moveTo>
                    <a:pt x="0" y="868680"/>
                  </a:moveTo>
                  <a:lnTo>
                    <a:pt x="471032" y="0"/>
                  </a:lnTo>
                  <a:lnTo>
                    <a:pt x="1749784" y="861060"/>
                  </a:lnTo>
                  <a:lnTo>
                    <a:pt x="471032" y="1737359"/>
                  </a:lnTo>
                  <a:lnTo>
                    <a:pt x="0" y="86868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3" name="Google Shape;703;p19"/>
            <p:cNvCxnSpPr>
              <a:stCxn id="702" idx="1"/>
              <a:endCxn id="702" idx="3"/>
            </p:cNvCxnSpPr>
            <p:nvPr/>
          </p:nvCxnSpPr>
          <p:spPr>
            <a:xfrm>
              <a:off x="1070951" y="7992182"/>
              <a:ext cx="0" cy="899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4" name="Google Shape;704;p19"/>
            <p:cNvCxnSpPr>
              <a:stCxn id="702" idx="0"/>
              <a:endCxn id="702" idx="2"/>
            </p:cNvCxnSpPr>
            <p:nvPr/>
          </p:nvCxnSpPr>
          <p:spPr>
            <a:xfrm flipH="1" rot="10800000">
              <a:off x="659710" y="8437862"/>
              <a:ext cx="1527600" cy="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5" name="Google Shape;705;p19"/>
            <p:cNvSpPr txBox="1"/>
            <p:nvPr/>
          </p:nvSpPr>
          <p:spPr>
            <a:xfrm>
              <a:off x="644481" y="8932403"/>
              <a:ext cx="264776" cy="26161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-65117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921109" y="8720374"/>
              <a:ext cx="299683" cy="314002"/>
            </a:xfrm>
            <a:prstGeom prst="pie">
              <a:avLst>
                <a:gd fmla="val 20538325" name="adj1"/>
                <a:gd fmla="val 1636232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707" name="Google Shape;707;p19"/>
            <p:cNvSpPr txBox="1"/>
            <p:nvPr/>
          </p:nvSpPr>
          <p:spPr>
            <a:xfrm>
              <a:off x="2362678" y="8277804"/>
              <a:ext cx="264776" cy="26161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-232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2061421" y="8268007"/>
              <a:ext cx="299683" cy="314002"/>
            </a:xfrm>
            <a:prstGeom prst="pie">
              <a:avLst>
                <a:gd fmla="val 11965955" name="adj1"/>
                <a:gd fmla="val 9106786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</p:grpSp>
      <p:sp>
        <p:nvSpPr>
          <p:cNvPr id="709" name="Google Shape;709;p19"/>
          <p:cNvSpPr txBox="1"/>
          <p:nvPr/>
        </p:nvSpPr>
        <p:spPr>
          <a:xfrm>
            <a:off x="834073" y="6719052"/>
            <a:ext cx="1555163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0" name="Google Shape;710;p19"/>
          <p:cNvSpPr txBox="1"/>
          <p:nvPr/>
        </p:nvSpPr>
        <p:spPr>
          <a:xfrm>
            <a:off x="2647208" y="6267738"/>
            <a:ext cx="1555163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1" name="Google Shape;711;p19"/>
          <p:cNvSpPr txBox="1"/>
          <p:nvPr/>
        </p:nvSpPr>
        <p:spPr>
          <a:xfrm>
            <a:off x="4863298" y="6302292"/>
            <a:ext cx="1555163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2" name="Google Shape;712;p19"/>
          <p:cNvSpPr txBox="1"/>
          <p:nvPr/>
        </p:nvSpPr>
        <p:spPr>
          <a:xfrm>
            <a:off x="215082" y="9072150"/>
            <a:ext cx="1555163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3" name="Google Shape;713;p19"/>
          <p:cNvSpPr txBox="1"/>
          <p:nvPr/>
        </p:nvSpPr>
        <p:spPr>
          <a:xfrm>
            <a:off x="3220430" y="8825634"/>
            <a:ext cx="1555163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4" name="Google Shape;714;p19"/>
          <p:cNvSpPr txBox="1"/>
          <p:nvPr/>
        </p:nvSpPr>
        <p:spPr>
          <a:xfrm>
            <a:off x="4806467" y="8702818"/>
            <a:ext cx="1555163" cy="369332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5" name="Google Shape;715;p19"/>
          <p:cNvSpPr txBox="1"/>
          <p:nvPr/>
        </p:nvSpPr>
        <p:spPr>
          <a:xfrm>
            <a:off x="427800" y="2167578"/>
            <a:ext cx="1555163" cy="369332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6" name="Google Shape;716;p19"/>
          <p:cNvSpPr txBox="1"/>
          <p:nvPr/>
        </p:nvSpPr>
        <p:spPr>
          <a:xfrm>
            <a:off x="2736142" y="1783762"/>
            <a:ext cx="1555163" cy="369332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7" name="Google Shape;717;p19"/>
          <p:cNvSpPr txBox="1"/>
          <p:nvPr/>
        </p:nvSpPr>
        <p:spPr>
          <a:xfrm>
            <a:off x="4952232" y="1818316"/>
            <a:ext cx="1555163" cy="369332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8" name="Google Shape;718;p19"/>
          <p:cNvSpPr txBox="1"/>
          <p:nvPr/>
        </p:nvSpPr>
        <p:spPr>
          <a:xfrm>
            <a:off x="313242" y="4203313"/>
            <a:ext cx="1555163" cy="369332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9" name="Google Shape;719;p19"/>
          <p:cNvSpPr txBox="1"/>
          <p:nvPr/>
        </p:nvSpPr>
        <p:spPr>
          <a:xfrm>
            <a:off x="3309364" y="4341658"/>
            <a:ext cx="1555163" cy="369332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0" name="Google Shape;720;p19"/>
          <p:cNvSpPr txBox="1"/>
          <p:nvPr/>
        </p:nvSpPr>
        <p:spPr>
          <a:xfrm>
            <a:off x="4895401" y="4218842"/>
            <a:ext cx="1555163" cy="369332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1" name="Google Shape;721;p19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" name="Google Shape;727;p20"/>
          <p:cNvGraphicFramePr/>
          <p:nvPr/>
        </p:nvGraphicFramePr>
        <p:xfrm>
          <a:off x="94580" y="3087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1176875"/>
                <a:gridCol w="1924600"/>
                <a:gridCol w="1837500"/>
                <a:gridCol w="1750500"/>
              </a:tblGrid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13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14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15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32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AutoNum type="arabicParenR"/>
                      </a:pPr>
                      <a:r>
                        <a:rPr lang="en-GB" sz="1050">
                          <a:solidFill>
                            <a:schemeClr val="dk1"/>
                          </a:solidFill>
                        </a:rPr>
                        <a:t>Look for the features of the diagonals of the quadrilateral listed on pages 115 and 116.</a:t>
                      </a:r>
                      <a:endParaRPr/>
                    </a:p>
                    <a:p>
                      <a:pPr indent="-161925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AutoNum type="arabicParenR"/>
                      </a:pPr>
                      <a:r>
                        <a:rPr lang="en-GB" sz="1050">
                          <a:solidFill>
                            <a:schemeClr val="dk1"/>
                          </a:solidFill>
                        </a:rPr>
                        <a:t>Add in the features and use them to find the missing angle.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28" name="Google Shape;728;p20"/>
          <p:cNvSpPr/>
          <p:nvPr/>
        </p:nvSpPr>
        <p:spPr>
          <a:xfrm>
            <a:off x="94580" y="4137563"/>
            <a:ext cx="1137954" cy="40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729" name="Google Shape;729;p20"/>
          <p:cNvSpPr txBox="1"/>
          <p:nvPr/>
        </p:nvSpPr>
        <p:spPr>
          <a:xfrm>
            <a:off x="1232534" y="4329594"/>
            <a:ext cx="7126365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521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0" name="Google Shape;730;p20"/>
          <p:cNvSpPr/>
          <p:nvPr/>
        </p:nvSpPr>
        <p:spPr>
          <a:xfrm>
            <a:off x="30141" y="57628"/>
            <a:ext cx="6014442" cy="2072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be able to find missing angles involving diagonals in a trapezium</a:t>
            </a:r>
            <a:endParaRPr/>
          </a:p>
        </p:txBody>
      </p:sp>
      <p:sp>
        <p:nvSpPr>
          <p:cNvPr id="731" name="Google Shape;731;p20"/>
          <p:cNvSpPr/>
          <p:nvPr/>
        </p:nvSpPr>
        <p:spPr>
          <a:xfrm>
            <a:off x="1363254" y="1249226"/>
            <a:ext cx="1605916" cy="1200150"/>
          </a:xfrm>
          <a:custGeom>
            <a:rect b="b" l="l" r="r" t="t"/>
            <a:pathLst>
              <a:path extrusionOk="0" h="1200150" w="1605916">
                <a:moveTo>
                  <a:pt x="0" y="1200150"/>
                </a:moveTo>
                <a:lnTo>
                  <a:pt x="378380" y="0"/>
                </a:lnTo>
                <a:lnTo>
                  <a:pt x="1008461" y="0"/>
                </a:lnTo>
                <a:lnTo>
                  <a:pt x="1605916" y="1200150"/>
                </a:lnTo>
                <a:lnTo>
                  <a:pt x="0" y="120015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0"/>
          <p:cNvSpPr/>
          <p:nvPr/>
        </p:nvSpPr>
        <p:spPr>
          <a:xfrm>
            <a:off x="3339532" y="1249226"/>
            <a:ext cx="1605916" cy="1200150"/>
          </a:xfrm>
          <a:custGeom>
            <a:rect b="b" l="l" r="r" t="t"/>
            <a:pathLst>
              <a:path extrusionOk="0" h="1200150" w="1605916">
                <a:moveTo>
                  <a:pt x="0" y="1200150"/>
                </a:moveTo>
                <a:cubicBezTo>
                  <a:pt x="3435" y="800100"/>
                  <a:pt x="6871" y="400050"/>
                  <a:pt x="10306" y="0"/>
                </a:cubicBezTo>
                <a:lnTo>
                  <a:pt x="947342" y="0"/>
                </a:lnTo>
                <a:lnTo>
                  <a:pt x="1605916" y="1200150"/>
                </a:lnTo>
                <a:lnTo>
                  <a:pt x="0" y="120015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0"/>
          <p:cNvSpPr/>
          <p:nvPr/>
        </p:nvSpPr>
        <p:spPr>
          <a:xfrm>
            <a:off x="5125550" y="1256260"/>
            <a:ext cx="1605916" cy="1202531"/>
          </a:xfrm>
          <a:custGeom>
            <a:rect b="b" l="l" r="r" t="t"/>
            <a:pathLst>
              <a:path extrusionOk="0" h="1202531" w="1605916">
                <a:moveTo>
                  <a:pt x="0" y="1202531"/>
                </a:moveTo>
                <a:lnTo>
                  <a:pt x="394863" y="0"/>
                </a:lnTo>
                <a:lnTo>
                  <a:pt x="1358691" y="2381"/>
                </a:lnTo>
                <a:lnTo>
                  <a:pt x="1605916" y="1202531"/>
                </a:lnTo>
                <a:lnTo>
                  <a:pt x="0" y="1202531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4" name="Google Shape;734;p20"/>
          <p:cNvCxnSpPr>
            <a:stCxn id="731" idx="1"/>
          </p:cNvCxnSpPr>
          <p:nvPr/>
        </p:nvCxnSpPr>
        <p:spPr>
          <a:xfrm>
            <a:off x="1741634" y="1249226"/>
            <a:ext cx="1227600" cy="120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5" name="Google Shape;735;p20"/>
          <p:cNvCxnSpPr>
            <a:endCxn id="731" idx="2"/>
          </p:cNvCxnSpPr>
          <p:nvPr/>
        </p:nvCxnSpPr>
        <p:spPr>
          <a:xfrm flipH="1" rot="10800000">
            <a:off x="1363254" y="1249376"/>
            <a:ext cx="1008600" cy="120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6" name="Google Shape;736;p20"/>
          <p:cNvCxnSpPr>
            <a:stCxn id="732" idx="1"/>
            <a:endCxn id="732" idx="3"/>
          </p:cNvCxnSpPr>
          <p:nvPr/>
        </p:nvCxnSpPr>
        <p:spPr>
          <a:xfrm>
            <a:off x="3349838" y="1249226"/>
            <a:ext cx="1595700" cy="120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7" name="Google Shape;737;p20"/>
          <p:cNvCxnSpPr>
            <a:stCxn id="732" idx="0"/>
          </p:cNvCxnSpPr>
          <p:nvPr/>
        </p:nvCxnSpPr>
        <p:spPr>
          <a:xfrm flipH="1" rot="10800000">
            <a:off x="3339532" y="1256876"/>
            <a:ext cx="942900" cy="119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8" name="Google Shape;738;p20"/>
          <p:cNvCxnSpPr>
            <a:stCxn id="733" idx="1"/>
          </p:cNvCxnSpPr>
          <p:nvPr/>
        </p:nvCxnSpPr>
        <p:spPr>
          <a:xfrm>
            <a:off x="5520413" y="1256260"/>
            <a:ext cx="1211100" cy="120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9" name="Google Shape;739;p20"/>
          <p:cNvCxnSpPr>
            <a:endCxn id="733" idx="2"/>
          </p:cNvCxnSpPr>
          <p:nvPr/>
        </p:nvCxnSpPr>
        <p:spPr>
          <a:xfrm flipH="1" rot="10800000">
            <a:off x="5125550" y="1258492"/>
            <a:ext cx="1358700" cy="120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0" name="Google Shape;740;p20"/>
          <p:cNvSpPr/>
          <p:nvPr/>
        </p:nvSpPr>
        <p:spPr>
          <a:xfrm>
            <a:off x="1876108" y="1392123"/>
            <a:ext cx="423250" cy="389486"/>
          </a:xfrm>
          <a:prstGeom prst="pie">
            <a:avLst>
              <a:gd fmla="val 2756007" name="adj1"/>
              <a:gd fmla="val 778684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0"/>
          <p:cNvSpPr txBox="1"/>
          <p:nvPr/>
        </p:nvSpPr>
        <p:spPr>
          <a:xfrm>
            <a:off x="1904113" y="1768387"/>
            <a:ext cx="314325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173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2" name="Google Shape;742;p20"/>
          <p:cNvSpPr/>
          <p:nvPr/>
        </p:nvSpPr>
        <p:spPr>
          <a:xfrm>
            <a:off x="1519469" y="1042476"/>
            <a:ext cx="423250" cy="389486"/>
          </a:xfrm>
          <a:prstGeom prst="pie">
            <a:avLst>
              <a:gd fmla="val 2706012" name="adj1"/>
              <a:gd fmla="val 6252779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0"/>
          <p:cNvSpPr txBox="1"/>
          <p:nvPr/>
        </p:nvSpPr>
        <p:spPr>
          <a:xfrm>
            <a:off x="1615457" y="1378850"/>
            <a:ext cx="314325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-1923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4" name="Google Shape;744;p20"/>
          <p:cNvSpPr/>
          <p:nvPr/>
        </p:nvSpPr>
        <p:spPr>
          <a:xfrm>
            <a:off x="1151629" y="2251921"/>
            <a:ext cx="423250" cy="389486"/>
          </a:xfrm>
          <a:prstGeom prst="pie">
            <a:avLst>
              <a:gd fmla="val 17495508" name="adj1"/>
              <a:gd fmla="val 1874033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0"/>
          <p:cNvSpPr txBox="1"/>
          <p:nvPr/>
        </p:nvSpPr>
        <p:spPr>
          <a:xfrm>
            <a:off x="1419539" y="1960625"/>
            <a:ext cx="314325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6" name="Google Shape;746;p20"/>
          <p:cNvSpPr/>
          <p:nvPr/>
        </p:nvSpPr>
        <p:spPr>
          <a:xfrm>
            <a:off x="3138213" y="2235731"/>
            <a:ext cx="423250" cy="389486"/>
          </a:xfrm>
          <a:prstGeom prst="pie">
            <a:avLst>
              <a:gd fmla="val 18567052" name="adj1"/>
              <a:gd fmla="val 6647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0"/>
          <p:cNvSpPr txBox="1"/>
          <p:nvPr/>
        </p:nvSpPr>
        <p:spPr>
          <a:xfrm>
            <a:off x="3496624" y="2179890"/>
            <a:ext cx="314325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-196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8" name="Google Shape;748;p20"/>
          <p:cNvSpPr/>
          <p:nvPr/>
        </p:nvSpPr>
        <p:spPr>
          <a:xfrm>
            <a:off x="3732940" y="1499646"/>
            <a:ext cx="423250" cy="389486"/>
          </a:xfrm>
          <a:prstGeom prst="pie">
            <a:avLst>
              <a:gd fmla="val 12950611" name="adj1"/>
              <a:gd fmla="val 1843166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0"/>
          <p:cNvSpPr txBox="1"/>
          <p:nvPr/>
        </p:nvSpPr>
        <p:spPr>
          <a:xfrm>
            <a:off x="3689506" y="1254926"/>
            <a:ext cx="314325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50" name="Google Shape;750;p20"/>
          <p:cNvSpPr/>
          <p:nvPr/>
        </p:nvSpPr>
        <p:spPr>
          <a:xfrm>
            <a:off x="4733823" y="2258390"/>
            <a:ext cx="423250" cy="389486"/>
          </a:xfrm>
          <a:prstGeom prst="pie">
            <a:avLst>
              <a:gd fmla="val 10984117" name="adj1"/>
              <a:gd fmla="val 13072378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0"/>
          <p:cNvSpPr txBox="1"/>
          <p:nvPr/>
        </p:nvSpPr>
        <p:spPr>
          <a:xfrm>
            <a:off x="4388314" y="2216290"/>
            <a:ext cx="314325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-196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52" name="Google Shape;752;p20"/>
          <p:cNvSpPr/>
          <p:nvPr/>
        </p:nvSpPr>
        <p:spPr>
          <a:xfrm>
            <a:off x="6530147" y="2264049"/>
            <a:ext cx="423250" cy="389486"/>
          </a:xfrm>
          <a:prstGeom prst="pie">
            <a:avLst>
              <a:gd fmla="val 10984117" name="adj1"/>
              <a:gd fmla="val 1331953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0"/>
          <p:cNvSpPr txBox="1"/>
          <p:nvPr/>
        </p:nvSpPr>
        <p:spPr>
          <a:xfrm>
            <a:off x="6158227" y="2216545"/>
            <a:ext cx="314325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54" name="Google Shape;754;p20"/>
          <p:cNvSpPr/>
          <p:nvPr/>
        </p:nvSpPr>
        <p:spPr>
          <a:xfrm>
            <a:off x="5762365" y="1511103"/>
            <a:ext cx="423250" cy="389486"/>
          </a:xfrm>
          <a:prstGeom prst="pie">
            <a:avLst>
              <a:gd fmla="val 8220543" name="adj1"/>
              <a:gd fmla="val 1353102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0"/>
          <p:cNvSpPr txBox="1"/>
          <p:nvPr/>
        </p:nvSpPr>
        <p:spPr>
          <a:xfrm>
            <a:off x="5403323" y="1626497"/>
            <a:ext cx="314325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-173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56" name="Google Shape;756;p20"/>
          <p:cNvSpPr/>
          <p:nvPr/>
        </p:nvSpPr>
        <p:spPr>
          <a:xfrm>
            <a:off x="4913159" y="2267806"/>
            <a:ext cx="423250" cy="389486"/>
          </a:xfrm>
          <a:prstGeom prst="pie">
            <a:avLst>
              <a:gd fmla="val 19102760" name="adj1"/>
              <a:gd fmla="val 6626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0"/>
          <p:cNvSpPr txBox="1"/>
          <p:nvPr/>
        </p:nvSpPr>
        <p:spPr>
          <a:xfrm>
            <a:off x="5321365" y="2220486"/>
            <a:ext cx="314325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-196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58" name="Google Shape;758;p20"/>
          <p:cNvSpPr/>
          <p:nvPr/>
        </p:nvSpPr>
        <p:spPr>
          <a:xfrm>
            <a:off x="315314" y="4929026"/>
            <a:ext cx="1605916" cy="1200150"/>
          </a:xfrm>
          <a:custGeom>
            <a:rect b="b" l="l" r="r" t="t"/>
            <a:pathLst>
              <a:path extrusionOk="0" h="1200150" w="1605916">
                <a:moveTo>
                  <a:pt x="0" y="1200150"/>
                </a:moveTo>
                <a:lnTo>
                  <a:pt x="378380" y="0"/>
                </a:lnTo>
                <a:lnTo>
                  <a:pt x="1008461" y="0"/>
                </a:lnTo>
                <a:lnTo>
                  <a:pt x="1605916" y="1200150"/>
                </a:lnTo>
                <a:lnTo>
                  <a:pt x="0" y="120015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0"/>
          <p:cNvSpPr/>
          <p:nvPr/>
        </p:nvSpPr>
        <p:spPr>
          <a:xfrm>
            <a:off x="2556979" y="4929027"/>
            <a:ext cx="1605916" cy="1200150"/>
          </a:xfrm>
          <a:custGeom>
            <a:rect b="b" l="l" r="r" t="t"/>
            <a:pathLst>
              <a:path extrusionOk="0" h="1200150" w="1605916">
                <a:moveTo>
                  <a:pt x="0" y="1200150"/>
                </a:moveTo>
                <a:cubicBezTo>
                  <a:pt x="3435" y="800100"/>
                  <a:pt x="6871" y="400050"/>
                  <a:pt x="10306" y="0"/>
                </a:cubicBezTo>
                <a:lnTo>
                  <a:pt x="947342" y="0"/>
                </a:lnTo>
                <a:lnTo>
                  <a:pt x="1605916" y="1200150"/>
                </a:lnTo>
                <a:lnTo>
                  <a:pt x="0" y="120015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0"/>
          <p:cNvSpPr/>
          <p:nvPr/>
        </p:nvSpPr>
        <p:spPr>
          <a:xfrm>
            <a:off x="4812321" y="4936540"/>
            <a:ext cx="1605916" cy="1202531"/>
          </a:xfrm>
          <a:custGeom>
            <a:rect b="b" l="l" r="r" t="t"/>
            <a:pathLst>
              <a:path extrusionOk="0" h="1202531" w="1605916">
                <a:moveTo>
                  <a:pt x="0" y="1202531"/>
                </a:moveTo>
                <a:lnTo>
                  <a:pt x="394863" y="0"/>
                </a:lnTo>
                <a:lnTo>
                  <a:pt x="1358691" y="2381"/>
                </a:lnTo>
                <a:lnTo>
                  <a:pt x="1605916" y="1202531"/>
                </a:lnTo>
                <a:lnTo>
                  <a:pt x="0" y="1202531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1" name="Google Shape;761;p20"/>
          <p:cNvCxnSpPr>
            <a:stCxn id="758" idx="1"/>
          </p:cNvCxnSpPr>
          <p:nvPr/>
        </p:nvCxnSpPr>
        <p:spPr>
          <a:xfrm>
            <a:off x="693694" y="4929026"/>
            <a:ext cx="1227600" cy="120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2" name="Google Shape;762;p20"/>
          <p:cNvCxnSpPr>
            <a:endCxn id="758" idx="2"/>
          </p:cNvCxnSpPr>
          <p:nvPr/>
        </p:nvCxnSpPr>
        <p:spPr>
          <a:xfrm flipH="1" rot="10800000">
            <a:off x="315314" y="4929176"/>
            <a:ext cx="1008600" cy="120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3" name="Google Shape;763;p20"/>
          <p:cNvCxnSpPr>
            <a:stCxn id="759" idx="1"/>
            <a:endCxn id="759" idx="3"/>
          </p:cNvCxnSpPr>
          <p:nvPr/>
        </p:nvCxnSpPr>
        <p:spPr>
          <a:xfrm>
            <a:off x="2567285" y="4929027"/>
            <a:ext cx="1595700" cy="120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4" name="Google Shape;764;p20"/>
          <p:cNvCxnSpPr>
            <a:stCxn id="759" idx="0"/>
          </p:cNvCxnSpPr>
          <p:nvPr/>
        </p:nvCxnSpPr>
        <p:spPr>
          <a:xfrm flipH="1" rot="10800000">
            <a:off x="2556979" y="4936677"/>
            <a:ext cx="942900" cy="119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5" name="Google Shape;765;p20"/>
          <p:cNvCxnSpPr>
            <a:stCxn id="760" idx="1"/>
          </p:cNvCxnSpPr>
          <p:nvPr/>
        </p:nvCxnSpPr>
        <p:spPr>
          <a:xfrm>
            <a:off x="5207184" y="4936540"/>
            <a:ext cx="1211100" cy="120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6" name="Google Shape;766;p20"/>
          <p:cNvCxnSpPr>
            <a:endCxn id="760" idx="2"/>
          </p:cNvCxnSpPr>
          <p:nvPr/>
        </p:nvCxnSpPr>
        <p:spPr>
          <a:xfrm flipH="1" rot="10800000">
            <a:off x="4812321" y="4938772"/>
            <a:ext cx="1358700" cy="120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7" name="Google Shape;767;p20"/>
          <p:cNvSpPr/>
          <p:nvPr/>
        </p:nvSpPr>
        <p:spPr>
          <a:xfrm>
            <a:off x="828168" y="5071923"/>
            <a:ext cx="423250" cy="389486"/>
          </a:xfrm>
          <a:prstGeom prst="pie">
            <a:avLst>
              <a:gd fmla="val 2756007" name="adj1"/>
              <a:gd fmla="val 778684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0"/>
          <p:cNvSpPr txBox="1"/>
          <p:nvPr/>
        </p:nvSpPr>
        <p:spPr>
          <a:xfrm>
            <a:off x="856173" y="5448187"/>
            <a:ext cx="314325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-173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9" name="Google Shape;769;p20"/>
          <p:cNvSpPr/>
          <p:nvPr/>
        </p:nvSpPr>
        <p:spPr>
          <a:xfrm>
            <a:off x="471529" y="4722276"/>
            <a:ext cx="423250" cy="389486"/>
          </a:xfrm>
          <a:prstGeom prst="pie">
            <a:avLst>
              <a:gd fmla="val 2706012" name="adj1"/>
              <a:gd fmla="val 6252779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0"/>
          <p:cNvSpPr txBox="1"/>
          <p:nvPr/>
        </p:nvSpPr>
        <p:spPr>
          <a:xfrm>
            <a:off x="567517" y="5058650"/>
            <a:ext cx="314325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-1923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71" name="Google Shape;771;p20"/>
          <p:cNvSpPr/>
          <p:nvPr/>
        </p:nvSpPr>
        <p:spPr>
          <a:xfrm>
            <a:off x="103689" y="5931721"/>
            <a:ext cx="423250" cy="389486"/>
          </a:xfrm>
          <a:prstGeom prst="pie">
            <a:avLst>
              <a:gd fmla="val 17495508" name="adj1"/>
              <a:gd fmla="val 1874033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0"/>
          <p:cNvSpPr txBox="1"/>
          <p:nvPr/>
        </p:nvSpPr>
        <p:spPr>
          <a:xfrm>
            <a:off x="371599" y="5640425"/>
            <a:ext cx="314325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73" name="Google Shape;773;p20"/>
          <p:cNvSpPr/>
          <p:nvPr/>
        </p:nvSpPr>
        <p:spPr>
          <a:xfrm>
            <a:off x="2355660" y="5915532"/>
            <a:ext cx="423250" cy="389486"/>
          </a:xfrm>
          <a:prstGeom prst="pie">
            <a:avLst>
              <a:gd fmla="val 18567052" name="adj1"/>
              <a:gd fmla="val 6647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0"/>
          <p:cNvSpPr txBox="1"/>
          <p:nvPr/>
        </p:nvSpPr>
        <p:spPr>
          <a:xfrm>
            <a:off x="2714071" y="5859691"/>
            <a:ext cx="314325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-173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75" name="Google Shape;775;p20"/>
          <p:cNvSpPr/>
          <p:nvPr/>
        </p:nvSpPr>
        <p:spPr>
          <a:xfrm>
            <a:off x="2950387" y="5179447"/>
            <a:ext cx="423250" cy="389486"/>
          </a:xfrm>
          <a:prstGeom prst="pie">
            <a:avLst>
              <a:gd fmla="val 12950611" name="adj1"/>
              <a:gd fmla="val 1843166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0"/>
          <p:cNvSpPr txBox="1"/>
          <p:nvPr/>
        </p:nvSpPr>
        <p:spPr>
          <a:xfrm>
            <a:off x="2906953" y="4934727"/>
            <a:ext cx="314325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77" name="Google Shape;777;p20"/>
          <p:cNvSpPr/>
          <p:nvPr/>
        </p:nvSpPr>
        <p:spPr>
          <a:xfrm>
            <a:off x="3952036" y="5941947"/>
            <a:ext cx="423250" cy="389486"/>
          </a:xfrm>
          <a:prstGeom prst="pie">
            <a:avLst>
              <a:gd fmla="val 10984117" name="adj1"/>
              <a:gd fmla="val 13072378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0"/>
          <p:cNvSpPr txBox="1"/>
          <p:nvPr/>
        </p:nvSpPr>
        <p:spPr>
          <a:xfrm>
            <a:off x="3605761" y="5896091"/>
            <a:ext cx="314325" cy="27699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-173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79" name="Google Shape;779;p20"/>
          <p:cNvSpPr/>
          <p:nvPr/>
        </p:nvSpPr>
        <p:spPr>
          <a:xfrm>
            <a:off x="6216918" y="5944329"/>
            <a:ext cx="423250" cy="389486"/>
          </a:xfrm>
          <a:prstGeom prst="pie">
            <a:avLst>
              <a:gd fmla="val 10984117" name="adj1"/>
              <a:gd fmla="val 1331953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0"/>
          <p:cNvSpPr txBox="1"/>
          <p:nvPr/>
        </p:nvSpPr>
        <p:spPr>
          <a:xfrm>
            <a:off x="5844998" y="5896825"/>
            <a:ext cx="314325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1" name="Google Shape;781;p20"/>
          <p:cNvSpPr/>
          <p:nvPr/>
        </p:nvSpPr>
        <p:spPr>
          <a:xfrm>
            <a:off x="5449136" y="5191383"/>
            <a:ext cx="423250" cy="389486"/>
          </a:xfrm>
          <a:prstGeom prst="pie">
            <a:avLst>
              <a:gd fmla="val 8220543" name="adj1"/>
              <a:gd fmla="val 1353102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0"/>
          <p:cNvSpPr txBox="1"/>
          <p:nvPr/>
        </p:nvSpPr>
        <p:spPr>
          <a:xfrm>
            <a:off x="5090094" y="5306777"/>
            <a:ext cx="314325" cy="27699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-173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3" name="Google Shape;783;p20"/>
          <p:cNvSpPr/>
          <p:nvPr/>
        </p:nvSpPr>
        <p:spPr>
          <a:xfrm>
            <a:off x="4599930" y="5948086"/>
            <a:ext cx="423250" cy="389486"/>
          </a:xfrm>
          <a:prstGeom prst="pie">
            <a:avLst>
              <a:gd fmla="val 19102760" name="adj1"/>
              <a:gd fmla="val 6626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0"/>
          <p:cNvSpPr txBox="1"/>
          <p:nvPr/>
        </p:nvSpPr>
        <p:spPr>
          <a:xfrm>
            <a:off x="5008136" y="5900766"/>
            <a:ext cx="314325" cy="27699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-196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85" name="Google Shape;785;p20"/>
          <p:cNvSpPr/>
          <p:nvPr/>
        </p:nvSpPr>
        <p:spPr>
          <a:xfrm>
            <a:off x="339420" y="7451072"/>
            <a:ext cx="1605916" cy="1200150"/>
          </a:xfrm>
          <a:custGeom>
            <a:rect b="b" l="l" r="r" t="t"/>
            <a:pathLst>
              <a:path extrusionOk="0" h="1200150" w="1605916">
                <a:moveTo>
                  <a:pt x="0" y="1200150"/>
                </a:moveTo>
                <a:lnTo>
                  <a:pt x="378380" y="0"/>
                </a:lnTo>
                <a:lnTo>
                  <a:pt x="1008461" y="0"/>
                </a:lnTo>
                <a:lnTo>
                  <a:pt x="1605916" y="1200150"/>
                </a:lnTo>
                <a:lnTo>
                  <a:pt x="0" y="120015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0"/>
          <p:cNvSpPr/>
          <p:nvPr/>
        </p:nvSpPr>
        <p:spPr>
          <a:xfrm>
            <a:off x="2581085" y="7451073"/>
            <a:ext cx="1605916" cy="1200150"/>
          </a:xfrm>
          <a:custGeom>
            <a:rect b="b" l="l" r="r" t="t"/>
            <a:pathLst>
              <a:path extrusionOk="0" h="1200150" w="1605916">
                <a:moveTo>
                  <a:pt x="0" y="1200150"/>
                </a:moveTo>
                <a:cubicBezTo>
                  <a:pt x="3435" y="800100"/>
                  <a:pt x="6871" y="400050"/>
                  <a:pt x="10306" y="0"/>
                </a:cubicBezTo>
                <a:lnTo>
                  <a:pt x="947342" y="0"/>
                </a:lnTo>
                <a:lnTo>
                  <a:pt x="1605916" y="1200150"/>
                </a:lnTo>
                <a:lnTo>
                  <a:pt x="0" y="120015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0"/>
          <p:cNvSpPr/>
          <p:nvPr/>
        </p:nvSpPr>
        <p:spPr>
          <a:xfrm>
            <a:off x="4836427" y="7458586"/>
            <a:ext cx="1605916" cy="1202531"/>
          </a:xfrm>
          <a:custGeom>
            <a:rect b="b" l="l" r="r" t="t"/>
            <a:pathLst>
              <a:path extrusionOk="0" h="1202531" w="1605916">
                <a:moveTo>
                  <a:pt x="0" y="1202531"/>
                </a:moveTo>
                <a:lnTo>
                  <a:pt x="394863" y="0"/>
                </a:lnTo>
                <a:lnTo>
                  <a:pt x="1358691" y="2381"/>
                </a:lnTo>
                <a:lnTo>
                  <a:pt x="1605916" y="1202531"/>
                </a:lnTo>
                <a:lnTo>
                  <a:pt x="0" y="1202531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8" name="Google Shape;788;p20"/>
          <p:cNvCxnSpPr>
            <a:stCxn id="785" idx="1"/>
          </p:cNvCxnSpPr>
          <p:nvPr/>
        </p:nvCxnSpPr>
        <p:spPr>
          <a:xfrm>
            <a:off x="717800" y="7451072"/>
            <a:ext cx="1227600" cy="120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9" name="Google Shape;789;p20"/>
          <p:cNvCxnSpPr>
            <a:endCxn id="785" idx="2"/>
          </p:cNvCxnSpPr>
          <p:nvPr/>
        </p:nvCxnSpPr>
        <p:spPr>
          <a:xfrm flipH="1" rot="10800000">
            <a:off x="339420" y="7451222"/>
            <a:ext cx="1008600" cy="120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0" name="Google Shape;790;p20"/>
          <p:cNvCxnSpPr>
            <a:stCxn id="786" idx="1"/>
            <a:endCxn id="786" idx="3"/>
          </p:cNvCxnSpPr>
          <p:nvPr/>
        </p:nvCxnSpPr>
        <p:spPr>
          <a:xfrm>
            <a:off x="2591391" y="7451073"/>
            <a:ext cx="1595700" cy="120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1" name="Google Shape;791;p20"/>
          <p:cNvCxnSpPr>
            <a:stCxn id="786" idx="0"/>
          </p:cNvCxnSpPr>
          <p:nvPr/>
        </p:nvCxnSpPr>
        <p:spPr>
          <a:xfrm flipH="1" rot="10800000">
            <a:off x="2581085" y="7458723"/>
            <a:ext cx="942900" cy="119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2" name="Google Shape;792;p20"/>
          <p:cNvCxnSpPr>
            <a:stCxn id="787" idx="1"/>
          </p:cNvCxnSpPr>
          <p:nvPr/>
        </p:nvCxnSpPr>
        <p:spPr>
          <a:xfrm>
            <a:off x="5231290" y="7458586"/>
            <a:ext cx="1211100" cy="120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3" name="Google Shape;793;p20"/>
          <p:cNvCxnSpPr>
            <a:endCxn id="787" idx="2"/>
          </p:cNvCxnSpPr>
          <p:nvPr/>
        </p:nvCxnSpPr>
        <p:spPr>
          <a:xfrm flipH="1" rot="10800000">
            <a:off x="4836427" y="7460818"/>
            <a:ext cx="1358700" cy="120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4" name="Google Shape;794;p20"/>
          <p:cNvSpPr/>
          <p:nvPr/>
        </p:nvSpPr>
        <p:spPr>
          <a:xfrm>
            <a:off x="852274" y="7593969"/>
            <a:ext cx="423250" cy="389486"/>
          </a:xfrm>
          <a:prstGeom prst="pie">
            <a:avLst>
              <a:gd fmla="val 18625665" name="adj1"/>
              <a:gd fmla="val 249536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0"/>
          <p:cNvSpPr txBox="1"/>
          <p:nvPr/>
        </p:nvSpPr>
        <p:spPr>
          <a:xfrm>
            <a:off x="1213077" y="7734980"/>
            <a:ext cx="314325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96" name="Google Shape;796;p20"/>
          <p:cNvSpPr/>
          <p:nvPr/>
        </p:nvSpPr>
        <p:spPr>
          <a:xfrm>
            <a:off x="495635" y="7244322"/>
            <a:ext cx="423250" cy="389486"/>
          </a:xfrm>
          <a:prstGeom prst="pie">
            <a:avLst>
              <a:gd fmla="val 2706012" name="adj1"/>
              <a:gd fmla="val 6252779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0"/>
          <p:cNvSpPr txBox="1"/>
          <p:nvPr/>
        </p:nvSpPr>
        <p:spPr>
          <a:xfrm>
            <a:off x="591623" y="7580696"/>
            <a:ext cx="314325" cy="27699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-1923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98" name="Google Shape;798;p20"/>
          <p:cNvSpPr/>
          <p:nvPr/>
        </p:nvSpPr>
        <p:spPr>
          <a:xfrm>
            <a:off x="127795" y="8453767"/>
            <a:ext cx="423250" cy="389486"/>
          </a:xfrm>
          <a:prstGeom prst="pie">
            <a:avLst>
              <a:gd fmla="val 17495508" name="adj1"/>
              <a:gd fmla="val 1874033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0"/>
          <p:cNvSpPr txBox="1"/>
          <p:nvPr/>
        </p:nvSpPr>
        <p:spPr>
          <a:xfrm>
            <a:off x="410354" y="8060090"/>
            <a:ext cx="314325" cy="27699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-173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00" name="Google Shape;800;p20"/>
          <p:cNvSpPr/>
          <p:nvPr/>
        </p:nvSpPr>
        <p:spPr>
          <a:xfrm>
            <a:off x="3322601" y="7248379"/>
            <a:ext cx="423250" cy="389486"/>
          </a:xfrm>
          <a:prstGeom prst="pie">
            <a:avLst>
              <a:gd fmla="val 7756877" name="adj1"/>
              <a:gd fmla="val 10752398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0"/>
          <p:cNvSpPr txBox="1"/>
          <p:nvPr/>
        </p:nvSpPr>
        <p:spPr>
          <a:xfrm>
            <a:off x="3028955" y="7457157"/>
            <a:ext cx="314325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-196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02" name="Google Shape;802;p20"/>
          <p:cNvSpPr/>
          <p:nvPr/>
        </p:nvSpPr>
        <p:spPr>
          <a:xfrm>
            <a:off x="2974493" y="7701493"/>
            <a:ext cx="423250" cy="389486"/>
          </a:xfrm>
          <a:prstGeom prst="pie">
            <a:avLst>
              <a:gd fmla="val 8052109" name="adj1"/>
              <a:gd fmla="val 130571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0"/>
          <p:cNvSpPr txBox="1"/>
          <p:nvPr/>
        </p:nvSpPr>
        <p:spPr>
          <a:xfrm>
            <a:off x="2717807" y="7792695"/>
            <a:ext cx="314325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04" name="Google Shape;804;p20"/>
          <p:cNvSpPr/>
          <p:nvPr/>
        </p:nvSpPr>
        <p:spPr>
          <a:xfrm>
            <a:off x="2402724" y="7268478"/>
            <a:ext cx="423250" cy="389486"/>
          </a:xfrm>
          <a:prstGeom prst="pie">
            <a:avLst>
              <a:gd fmla="val 21530835" name="adj1"/>
              <a:gd fmla="val 227259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0"/>
          <p:cNvSpPr txBox="1"/>
          <p:nvPr/>
        </p:nvSpPr>
        <p:spPr>
          <a:xfrm>
            <a:off x="2743450" y="7411872"/>
            <a:ext cx="314325" cy="27699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-173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06" name="Google Shape;806;p20"/>
          <p:cNvSpPr/>
          <p:nvPr/>
        </p:nvSpPr>
        <p:spPr>
          <a:xfrm>
            <a:off x="6241024" y="8466375"/>
            <a:ext cx="423250" cy="389486"/>
          </a:xfrm>
          <a:prstGeom prst="pie">
            <a:avLst>
              <a:gd fmla="val 13391413" name="adj1"/>
              <a:gd fmla="val 1527729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0"/>
          <p:cNvSpPr txBox="1"/>
          <p:nvPr/>
        </p:nvSpPr>
        <p:spPr>
          <a:xfrm>
            <a:off x="5925510" y="7609779"/>
            <a:ext cx="314325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08" name="Google Shape;808;p20"/>
          <p:cNvSpPr/>
          <p:nvPr/>
        </p:nvSpPr>
        <p:spPr>
          <a:xfrm>
            <a:off x="5473242" y="7713429"/>
            <a:ext cx="423250" cy="389486"/>
          </a:xfrm>
          <a:prstGeom prst="pie">
            <a:avLst>
              <a:gd fmla="val 8220543" name="adj1"/>
              <a:gd fmla="val 1353102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0"/>
          <p:cNvSpPr txBox="1"/>
          <p:nvPr/>
        </p:nvSpPr>
        <p:spPr>
          <a:xfrm>
            <a:off x="5114200" y="7828823"/>
            <a:ext cx="314325" cy="27699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-173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10" name="Google Shape;810;p20"/>
          <p:cNvSpPr/>
          <p:nvPr/>
        </p:nvSpPr>
        <p:spPr>
          <a:xfrm>
            <a:off x="5983044" y="7267015"/>
            <a:ext cx="423250" cy="389486"/>
          </a:xfrm>
          <a:prstGeom prst="pie">
            <a:avLst>
              <a:gd fmla="val 4616520" name="adj1"/>
              <a:gd fmla="val 828600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0"/>
          <p:cNvSpPr txBox="1"/>
          <p:nvPr/>
        </p:nvSpPr>
        <p:spPr>
          <a:xfrm>
            <a:off x="6014915" y="8159010"/>
            <a:ext cx="314325" cy="27699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-196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812" name="Google Shape;812;p20"/>
          <p:cNvGraphicFramePr/>
          <p:nvPr/>
        </p:nvGraphicFramePr>
        <p:xfrm>
          <a:off x="94580" y="46065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2209100"/>
                <a:gridCol w="2209100"/>
                <a:gridCol w="2209100"/>
              </a:tblGrid>
              <a:tr h="25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3" name="Google Shape;813;p20"/>
          <p:cNvSpPr txBox="1"/>
          <p:nvPr/>
        </p:nvSpPr>
        <p:spPr>
          <a:xfrm>
            <a:off x="1275524" y="2854392"/>
            <a:ext cx="1555163" cy="369332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14" name="Google Shape;814;p20"/>
          <p:cNvSpPr txBox="1"/>
          <p:nvPr/>
        </p:nvSpPr>
        <p:spPr>
          <a:xfrm>
            <a:off x="3281264" y="2881731"/>
            <a:ext cx="1555163" cy="369332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15" name="Google Shape;815;p20"/>
          <p:cNvSpPr txBox="1"/>
          <p:nvPr/>
        </p:nvSpPr>
        <p:spPr>
          <a:xfrm>
            <a:off x="5099713" y="2850771"/>
            <a:ext cx="1555163" cy="369332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16" name="Google Shape;816;p20"/>
          <p:cNvSpPr txBox="1"/>
          <p:nvPr/>
        </p:nvSpPr>
        <p:spPr>
          <a:xfrm>
            <a:off x="412132" y="6403591"/>
            <a:ext cx="1555163" cy="369332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17" name="Google Shape;817;p20"/>
          <p:cNvSpPr txBox="1"/>
          <p:nvPr/>
        </p:nvSpPr>
        <p:spPr>
          <a:xfrm>
            <a:off x="2587327" y="6457172"/>
            <a:ext cx="1555163" cy="369332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18" name="Google Shape;818;p20"/>
          <p:cNvSpPr txBox="1"/>
          <p:nvPr/>
        </p:nvSpPr>
        <p:spPr>
          <a:xfrm>
            <a:off x="4913159" y="6462168"/>
            <a:ext cx="1555163" cy="369332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19" name="Google Shape;819;p20"/>
          <p:cNvSpPr txBox="1"/>
          <p:nvPr/>
        </p:nvSpPr>
        <p:spPr>
          <a:xfrm>
            <a:off x="274040" y="8857505"/>
            <a:ext cx="1555163" cy="369332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20" name="Google Shape;820;p20"/>
          <p:cNvSpPr txBox="1"/>
          <p:nvPr/>
        </p:nvSpPr>
        <p:spPr>
          <a:xfrm>
            <a:off x="2449235" y="8911086"/>
            <a:ext cx="1555163" cy="369332"/>
          </a:xfrm>
          <a:prstGeom prst="rect">
            <a:avLst/>
          </a:prstGeom>
          <a:blipFill rotWithShape="1">
            <a:blip r:embed="rId3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21" name="Google Shape;821;p20"/>
          <p:cNvSpPr txBox="1"/>
          <p:nvPr/>
        </p:nvSpPr>
        <p:spPr>
          <a:xfrm>
            <a:off x="4775067" y="8916082"/>
            <a:ext cx="1555163" cy="369332"/>
          </a:xfrm>
          <a:prstGeom prst="rect">
            <a:avLst/>
          </a:prstGeom>
          <a:blipFill rotWithShape="1">
            <a:blip r:embed="rId3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22" name="Google Shape;822;p20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8" name="Google Shape;828;p21"/>
          <p:cNvGraphicFramePr/>
          <p:nvPr/>
        </p:nvGraphicFramePr>
        <p:xfrm>
          <a:off x="94580" y="3087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1203000"/>
                <a:gridCol w="1863625"/>
                <a:gridCol w="1881050"/>
                <a:gridCol w="1741800"/>
              </a:tblGrid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16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17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18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32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AutoNum type="arabicParenR"/>
                      </a:pPr>
                      <a:r>
                        <a:rPr lang="en-GB" sz="1050">
                          <a:solidFill>
                            <a:schemeClr val="dk1"/>
                          </a:solidFill>
                        </a:rPr>
                        <a:t>Look for the features of the diagonals of the quadrilateral listed on pages 115 and 116.</a:t>
                      </a:r>
                      <a:endParaRPr/>
                    </a:p>
                    <a:p>
                      <a:pPr indent="-161925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AutoNum type="arabicParenR"/>
                      </a:pPr>
                      <a:r>
                        <a:rPr lang="en-GB" sz="1050">
                          <a:solidFill>
                            <a:schemeClr val="dk1"/>
                          </a:solidFill>
                        </a:rPr>
                        <a:t>Add in the features and use them to find the missing angle.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29" name="Google Shape;829;p21"/>
          <p:cNvSpPr/>
          <p:nvPr/>
        </p:nvSpPr>
        <p:spPr>
          <a:xfrm>
            <a:off x="94580" y="4137563"/>
            <a:ext cx="1137954" cy="40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830" name="Google Shape;830;p21"/>
          <p:cNvSpPr txBox="1"/>
          <p:nvPr/>
        </p:nvSpPr>
        <p:spPr>
          <a:xfrm>
            <a:off x="1232534" y="4329594"/>
            <a:ext cx="7126365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521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31" name="Google Shape;831;p21"/>
          <p:cNvSpPr/>
          <p:nvPr/>
        </p:nvSpPr>
        <p:spPr>
          <a:xfrm>
            <a:off x="30141" y="57628"/>
            <a:ext cx="6014442" cy="2072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be able to find missing angles involving diagonals in an isosceles trapezium</a:t>
            </a:r>
            <a:endParaRPr/>
          </a:p>
        </p:txBody>
      </p:sp>
      <p:cxnSp>
        <p:nvCxnSpPr>
          <p:cNvPr id="832" name="Google Shape;832;p21"/>
          <p:cNvCxnSpPr/>
          <p:nvPr/>
        </p:nvCxnSpPr>
        <p:spPr>
          <a:xfrm>
            <a:off x="1898339" y="1242087"/>
            <a:ext cx="1182666" cy="123473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3" name="Google Shape;833;p21"/>
          <p:cNvCxnSpPr/>
          <p:nvPr/>
        </p:nvCxnSpPr>
        <p:spPr>
          <a:xfrm flipH="1" rot="10800000">
            <a:off x="1496094" y="1242087"/>
            <a:ext cx="1180952" cy="123473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4" name="Google Shape;834;p21"/>
          <p:cNvSpPr/>
          <p:nvPr/>
        </p:nvSpPr>
        <p:spPr>
          <a:xfrm>
            <a:off x="2066422" y="1449573"/>
            <a:ext cx="423250" cy="389486"/>
          </a:xfrm>
          <a:prstGeom prst="pie">
            <a:avLst>
              <a:gd fmla="val 13551051" name="adj1"/>
              <a:gd fmla="val 1886256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1"/>
          <p:cNvSpPr txBox="1"/>
          <p:nvPr/>
        </p:nvSpPr>
        <p:spPr>
          <a:xfrm>
            <a:off x="2100330" y="1225083"/>
            <a:ext cx="314325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196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36" name="Google Shape;836;p21"/>
          <p:cNvSpPr/>
          <p:nvPr/>
        </p:nvSpPr>
        <p:spPr>
          <a:xfrm>
            <a:off x="1278268" y="2282075"/>
            <a:ext cx="423250" cy="389486"/>
          </a:xfrm>
          <a:prstGeom prst="pie">
            <a:avLst>
              <a:gd fmla="val 18790213" name="adj1"/>
              <a:gd fmla="val 8070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1"/>
          <p:cNvSpPr txBox="1"/>
          <p:nvPr/>
        </p:nvSpPr>
        <p:spPr>
          <a:xfrm>
            <a:off x="1681014" y="2221696"/>
            <a:ext cx="314325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38" name="Google Shape;838;p21"/>
          <p:cNvSpPr/>
          <p:nvPr/>
        </p:nvSpPr>
        <p:spPr>
          <a:xfrm>
            <a:off x="4136952" y="1091223"/>
            <a:ext cx="274536" cy="301726"/>
          </a:xfrm>
          <a:prstGeom prst="pie">
            <a:avLst>
              <a:gd fmla="val 7736308" name="adj1"/>
              <a:gd fmla="val 10937479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1"/>
          <p:cNvSpPr/>
          <p:nvPr/>
        </p:nvSpPr>
        <p:spPr>
          <a:xfrm>
            <a:off x="1498917" y="1242087"/>
            <a:ext cx="1579265" cy="1234730"/>
          </a:xfrm>
          <a:prstGeom prst="trapezoid">
            <a:avLst>
              <a:gd fmla="val 32185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0" name="Google Shape;840;p21"/>
          <p:cNvCxnSpPr/>
          <p:nvPr/>
        </p:nvCxnSpPr>
        <p:spPr>
          <a:xfrm rot="10800000">
            <a:off x="1627082" y="1839059"/>
            <a:ext cx="134804" cy="2039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1" name="Google Shape;841;p21"/>
          <p:cNvCxnSpPr/>
          <p:nvPr/>
        </p:nvCxnSpPr>
        <p:spPr>
          <a:xfrm flipH="1">
            <a:off x="2805211" y="1820312"/>
            <a:ext cx="125968" cy="2894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2" name="Google Shape;842;p21"/>
          <p:cNvCxnSpPr/>
          <p:nvPr/>
        </p:nvCxnSpPr>
        <p:spPr>
          <a:xfrm>
            <a:off x="3736219" y="1242087"/>
            <a:ext cx="1062084" cy="124812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3" name="Google Shape;843;p21"/>
          <p:cNvCxnSpPr/>
          <p:nvPr/>
        </p:nvCxnSpPr>
        <p:spPr>
          <a:xfrm flipH="1" rot="10800000">
            <a:off x="3240431" y="1242087"/>
            <a:ext cx="1032377" cy="12252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4" name="Google Shape;844;p21"/>
          <p:cNvSpPr/>
          <p:nvPr/>
        </p:nvSpPr>
        <p:spPr>
          <a:xfrm>
            <a:off x="3802694" y="1356179"/>
            <a:ext cx="407436" cy="389486"/>
          </a:xfrm>
          <a:prstGeom prst="pie">
            <a:avLst>
              <a:gd fmla="val 2964698" name="adj1"/>
              <a:gd fmla="val 770334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1"/>
          <p:cNvSpPr txBox="1"/>
          <p:nvPr/>
        </p:nvSpPr>
        <p:spPr>
          <a:xfrm>
            <a:off x="3841210" y="1227278"/>
            <a:ext cx="314325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-173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46" name="Google Shape;846;p21"/>
          <p:cNvSpPr txBox="1"/>
          <p:nvPr/>
        </p:nvSpPr>
        <p:spPr>
          <a:xfrm>
            <a:off x="3860933" y="1708294"/>
            <a:ext cx="314325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47" name="Google Shape;847;p21"/>
          <p:cNvSpPr/>
          <p:nvPr/>
        </p:nvSpPr>
        <p:spPr>
          <a:xfrm>
            <a:off x="3219038" y="1242087"/>
            <a:ext cx="1579265" cy="1234730"/>
          </a:xfrm>
          <a:prstGeom prst="trapezoid">
            <a:avLst>
              <a:gd fmla="val 42620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8" name="Google Shape;848;p21"/>
          <p:cNvCxnSpPr/>
          <p:nvPr/>
        </p:nvCxnSpPr>
        <p:spPr>
          <a:xfrm rot="10800000">
            <a:off x="3477841" y="1721695"/>
            <a:ext cx="142333" cy="632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9" name="Google Shape;849;p21"/>
          <p:cNvCxnSpPr/>
          <p:nvPr/>
        </p:nvCxnSpPr>
        <p:spPr>
          <a:xfrm flipH="1">
            <a:off x="4404955" y="1710013"/>
            <a:ext cx="142414" cy="4331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0" name="Google Shape;850;p21"/>
          <p:cNvCxnSpPr/>
          <p:nvPr/>
        </p:nvCxnSpPr>
        <p:spPr>
          <a:xfrm>
            <a:off x="5550505" y="1222742"/>
            <a:ext cx="1182666" cy="123473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1" name="Google Shape;851;p21"/>
          <p:cNvCxnSpPr/>
          <p:nvPr/>
        </p:nvCxnSpPr>
        <p:spPr>
          <a:xfrm flipH="1" rot="10800000">
            <a:off x="5148260" y="1222742"/>
            <a:ext cx="1180952" cy="123473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2" name="Google Shape;852;p21"/>
          <p:cNvSpPr/>
          <p:nvPr/>
        </p:nvSpPr>
        <p:spPr>
          <a:xfrm>
            <a:off x="5725277" y="1434091"/>
            <a:ext cx="423250" cy="389486"/>
          </a:xfrm>
          <a:prstGeom prst="pie">
            <a:avLst>
              <a:gd fmla="val 13645229" name="adj1"/>
              <a:gd fmla="val 1886256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1"/>
          <p:cNvSpPr txBox="1"/>
          <p:nvPr/>
        </p:nvSpPr>
        <p:spPr>
          <a:xfrm>
            <a:off x="5752496" y="1205738"/>
            <a:ext cx="314325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-196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54" name="Google Shape;854;p21"/>
          <p:cNvSpPr/>
          <p:nvPr/>
        </p:nvSpPr>
        <p:spPr>
          <a:xfrm>
            <a:off x="4930434" y="2262730"/>
            <a:ext cx="423250" cy="389486"/>
          </a:xfrm>
          <a:prstGeom prst="pie">
            <a:avLst>
              <a:gd fmla="val 18790213" name="adj1"/>
              <a:gd fmla="val 8070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1"/>
          <p:cNvSpPr txBox="1"/>
          <p:nvPr/>
        </p:nvSpPr>
        <p:spPr>
          <a:xfrm>
            <a:off x="5333180" y="2202351"/>
            <a:ext cx="314325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56" name="Google Shape;856;p21"/>
          <p:cNvSpPr/>
          <p:nvPr/>
        </p:nvSpPr>
        <p:spPr>
          <a:xfrm>
            <a:off x="5151083" y="1222742"/>
            <a:ext cx="1579265" cy="1234730"/>
          </a:xfrm>
          <a:prstGeom prst="trapezoid">
            <a:avLst>
              <a:gd fmla="val 32185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7" name="Google Shape;857;p21"/>
          <p:cNvCxnSpPr/>
          <p:nvPr/>
        </p:nvCxnSpPr>
        <p:spPr>
          <a:xfrm rot="10800000">
            <a:off x="5279248" y="1819714"/>
            <a:ext cx="134804" cy="2039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8" name="Google Shape;858;p21"/>
          <p:cNvCxnSpPr/>
          <p:nvPr/>
        </p:nvCxnSpPr>
        <p:spPr>
          <a:xfrm flipH="1">
            <a:off x="6457377" y="1800967"/>
            <a:ext cx="125968" cy="2894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9" name="Google Shape;859;p21"/>
          <p:cNvCxnSpPr/>
          <p:nvPr/>
        </p:nvCxnSpPr>
        <p:spPr>
          <a:xfrm>
            <a:off x="858170" y="4999335"/>
            <a:ext cx="1182666" cy="123473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0" name="Google Shape;860;p21"/>
          <p:cNvCxnSpPr/>
          <p:nvPr/>
        </p:nvCxnSpPr>
        <p:spPr>
          <a:xfrm flipH="1" rot="10800000">
            <a:off x="455925" y="4999335"/>
            <a:ext cx="1180952" cy="123473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1" name="Google Shape;861;p21"/>
          <p:cNvSpPr/>
          <p:nvPr/>
        </p:nvSpPr>
        <p:spPr>
          <a:xfrm>
            <a:off x="1026253" y="5206821"/>
            <a:ext cx="423250" cy="389486"/>
          </a:xfrm>
          <a:prstGeom prst="pie">
            <a:avLst>
              <a:gd fmla="val 13551051" name="adj1"/>
              <a:gd fmla="val 1886256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1"/>
          <p:cNvSpPr txBox="1"/>
          <p:nvPr/>
        </p:nvSpPr>
        <p:spPr>
          <a:xfrm>
            <a:off x="1060161" y="4982331"/>
            <a:ext cx="314325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-196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63" name="Google Shape;863;p21"/>
          <p:cNvSpPr/>
          <p:nvPr/>
        </p:nvSpPr>
        <p:spPr>
          <a:xfrm>
            <a:off x="238099" y="6039323"/>
            <a:ext cx="423250" cy="389486"/>
          </a:xfrm>
          <a:prstGeom prst="pie">
            <a:avLst>
              <a:gd fmla="val 18790213" name="adj1"/>
              <a:gd fmla="val 8070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1"/>
          <p:cNvSpPr txBox="1"/>
          <p:nvPr/>
        </p:nvSpPr>
        <p:spPr>
          <a:xfrm>
            <a:off x="640845" y="5978944"/>
            <a:ext cx="314325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65" name="Google Shape;865;p21"/>
          <p:cNvSpPr/>
          <p:nvPr/>
        </p:nvSpPr>
        <p:spPr>
          <a:xfrm>
            <a:off x="458748" y="4999335"/>
            <a:ext cx="1579265" cy="1234730"/>
          </a:xfrm>
          <a:prstGeom prst="trapezoid">
            <a:avLst>
              <a:gd fmla="val 32185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6" name="Google Shape;866;p21"/>
          <p:cNvCxnSpPr/>
          <p:nvPr/>
        </p:nvCxnSpPr>
        <p:spPr>
          <a:xfrm rot="10800000">
            <a:off x="586913" y="5596307"/>
            <a:ext cx="134804" cy="2039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7" name="Google Shape;867;p21"/>
          <p:cNvCxnSpPr/>
          <p:nvPr/>
        </p:nvCxnSpPr>
        <p:spPr>
          <a:xfrm flipH="1">
            <a:off x="1765042" y="5577560"/>
            <a:ext cx="125968" cy="2894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8" name="Google Shape;868;p21"/>
          <p:cNvSpPr/>
          <p:nvPr/>
        </p:nvSpPr>
        <p:spPr>
          <a:xfrm>
            <a:off x="3481130" y="4838274"/>
            <a:ext cx="274536" cy="301726"/>
          </a:xfrm>
          <a:prstGeom prst="pie">
            <a:avLst>
              <a:gd fmla="val 7736308" name="adj1"/>
              <a:gd fmla="val 10937479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9" name="Google Shape;869;p21"/>
          <p:cNvCxnSpPr/>
          <p:nvPr/>
        </p:nvCxnSpPr>
        <p:spPr>
          <a:xfrm>
            <a:off x="3080397" y="4989138"/>
            <a:ext cx="1062084" cy="124812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0" name="Google Shape;870;p21"/>
          <p:cNvCxnSpPr/>
          <p:nvPr/>
        </p:nvCxnSpPr>
        <p:spPr>
          <a:xfrm flipH="1" rot="10800000">
            <a:off x="2584609" y="4989138"/>
            <a:ext cx="1032377" cy="12252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1" name="Google Shape;871;p21"/>
          <p:cNvSpPr/>
          <p:nvPr/>
        </p:nvSpPr>
        <p:spPr>
          <a:xfrm>
            <a:off x="3146872" y="5103230"/>
            <a:ext cx="407436" cy="389486"/>
          </a:xfrm>
          <a:prstGeom prst="pie">
            <a:avLst>
              <a:gd fmla="val 2964698" name="adj1"/>
              <a:gd fmla="val 770334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1"/>
          <p:cNvSpPr txBox="1"/>
          <p:nvPr/>
        </p:nvSpPr>
        <p:spPr>
          <a:xfrm>
            <a:off x="3185388" y="4974329"/>
            <a:ext cx="314325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-196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73" name="Google Shape;873;p21"/>
          <p:cNvSpPr txBox="1"/>
          <p:nvPr/>
        </p:nvSpPr>
        <p:spPr>
          <a:xfrm>
            <a:off x="3205111" y="5455345"/>
            <a:ext cx="314325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74" name="Google Shape;874;p21"/>
          <p:cNvSpPr/>
          <p:nvPr/>
        </p:nvSpPr>
        <p:spPr>
          <a:xfrm>
            <a:off x="2563216" y="4989138"/>
            <a:ext cx="1579265" cy="1234730"/>
          </a:xfrm>
          <a:prstGeom prst="trapezoid">
            <a:avLst>
              <a:gd fmla="val 42620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5" name="Google Shape;875;p21"/>
          <p:cNvCxnSpPr/>
          <p:nvPr/>
        </p:nvCxnSpPr>
        <p:spPr>
          <a:xfrm rot="10800000">
            <a:off x="2822019" y="5468746"/>
            <a:ext cx="142333" cy="632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6" name="Google Shape;876;p21"/>
          <p:cNvCxnSpPr/>
          <p:nvPr/>
        </p:nvCxnSpPr>
        <p:spPr>
          <a:xfrm flipH="1">
            <a:off x="3749133" y="5457064"/>
            <a:ext cx="142414" cy="4331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7" name="Google Shape;877;p21"/>
          <p:cNvSpPr/>
          <p:nvPr/>
        </p:nvSpPr>
        <p:spPr>
          <a:xfrm>
            <a:off x="5425493" y="5126923"/>
            <a:ext cx="274536" cy="301726"/>
          </a:xfrm>
          <a:prstGeom prst="pie">
            <a:avLst>
              <a:gd fmla="val 7815768" name="adj1"/>
              <a:gd fmla="val 1383952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8" name="Google Shape;878;p21"/>
          <p:cNvCxnSpPr/>
          <p:nvPr/>
        </p:nvCxnSpPr>
        <p:spPr>
          <a:xfrm>
            <a:off x="5295029" y="4965130"/>
            <a:ext cx="1062084" cy="124812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9" name="Google Shape;879;p21"/>
          <p:cNvCxnSpPr/>
          <p:nvPr/>
        </p:nvCxnSpPr>
        <p:spPr>
          <a:xfrm flipH="1" rot="10800000">
            <a:off x="4799241" y="4965130"/>
            <a:ext cx="1032377" cy="12252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0" name="Google Shape;880;p21"/>
          <p:cNvSpPr/>
          <p:nvPr/>
        </p:nvSpPr>
        <p:spPr>
          <a:xfrm>
            <a:off x="6123688" y="5986854"/>
            <a:ext cx="407436" cy="389486"/>
          </a:xfrm>
          <a:prstGeom prst="pie">
            <a:avLst>
              <a:gd fmla="val 10736613" name="adj1"/>
              <a:gd fmla="val 1381296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1"/>
          <p:cNvSpPr txBox="1"/>
          <p:nvPr/>
        </p:nvSpPr>
        <p:spPr>
          <a:xfrm>
            <a:off x="5107542" y="5151650"/>
            <a:ext cx="314325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-196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82" name="Google Shape;882;p21"/>
          <p:cNvSpPr txBox="1"/>
          <p:nvPr/>
        </p:nvSpPr>
        <p:spPr>
          <a:xfrm>
            <a:off x="5877809" y="5961194"/>
            <a:ext cx="314325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83" name="Google Shape;883;p21"/>
          <p:cNvSpPr/>
          <p:nvPr/>
        </p:nvSpPr>
        <p:spPr>
          <a:xfrm>
            <a:off x="4777848" y="4965130"/>
            <a:ext cx="1579265" cy="1234730"/>
          </a:xfrm>
          <a:prstGeom prst="trapezoid">
            <a:avLst>
              <a:gd fmla="val 42620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4" name="Google Shape;884;p21"/>
          <p:cNvCxnSpPr/>
          <p:nvPr/>
        </p:nvCxnSpPr>
        <p:spPr>
          <a:xfrm rot="10800000">
            <a:off x="5036651" y="5444738"/>
            <a:ext cx="142333" cy="632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5" name="Google Shape;885;p21"/>
          <p:cNvCxnSpPr/>
          <p:nvPr/>
        </p:nvCxnSpPr>
        <p:spPr>
          <a:xfrm flipH="1">
            <a:off x="5963765" y="5433056"/>
            <a:ext cx="142414" cy="4331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6" name="Google Shape;886;p21"/>
          <p:cNvSpPr/>
          <p:nvPr/>
        </p:nvSpPr>
        <p:spPr>
          <a:xfrm rot="10800000">
            <a:off x="2779271" y="8497726"/>
            <a:ext cx="274536" cy="301726"/>
          </a:xfrm>
          <a:prstGeom prst="pie">
            <a:avLst>
              <a:gd fmla="val 8076064" name="adj1"/>
              <a:gd fmla="val 10937479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7" name="Google Shape;887;p21"/>
          <p:cNvCxnSpPr/>
          <p:nvPr/>
        </p:nvCxnSpPr>
        <p:spPr>
          <a:xfrm rot="10800000">
            <a:off x="2619752" y="7417499"/>
            <a:ext cx="1285817" cy="122441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8" name="Google Shape;888;p21"/>
          <p:cNvCxnSpPr/>
          <p:nvPr/>
        </p:nvCxnSpPr>
        <p:spPr>
          <a:xfrm flipH="1">
            <a:off x="2902608" y="7417500"/>
            <a:ext cx="1286234" cy="123473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9" name="Google Shape;889;p21"/>
          <p:cNvSpPr/>
          <p:nvPr/>
        </p:nvSpPr>
        <p:spPr>
          <a:xfrm rot="10800000">
            <a:off x="3199410" y="7981692"/>
            <a:ext cx="407436" cy="389486"/>
          </a:xfrm>
          <a:prstGeom prst="pie">
            <a:avLst>
              <a:gd fmla="val 2723139" name="adj1"/>
              <a:gd fmla="val 813520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1"/>
          <p:cNvSpPr txBox="1"/>
          <p:nvPr/>
        </p:nvSpPr>
        <p:spPr>
          <a:xfrm>
            <a:off x="3207449" y="7750011"/>
            <a:ext cx="314325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-4423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91" name="Google Shape;891;p21"/>
          <p:cNvSpPr txBox="1"/>
          <p:nvPr/>
        </p:nvSpPr>
        <p:spPr>
          <a:xfrm>
            <a:off x="3036394" y="8392947"/>
            <a:ext cx="314325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92" name="Google Shape;892;p21"/>
          <p:cNvSpPr/>
          <p:nvPr/>
        </p:nvSpPr>
        <p:spPr>
          <a:xfrm rot="10800000">
            <a:off x="2610187" y="7417501"/>
            <a:ext cx="1579265" cy="1234730"/>
          </a:xfrm>
          <a:prstGeom prst="trapezoid">
            <a:avLst>
              <a:gd fmla="val 24935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3" name="Google Shape;893;p21"/>
          <p:cNvCxnSpPr/>
          <p:nvPr/>
        </p:nvCxnSpPr>
        <p:spPr>
          <a:xfrm>
            <a:off x="3975648" y="7963746"/>
            <a:ext cx="142333" cy="632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4" name="Google Shape;894;p21"/>
          <p:cNvCxnSpPr/>
          <p:nvPr/>
        </p:nvCxnSpPr>
        <p:spPr>
          <a:xfrm flipH="1" rot="10800000">
            <a:off x="2655157" y="7967138"/>
            <a:ext cx="142414" cy="4331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5" name="Google Shape;895;p21"/>
          <p:cNvSpPr/>
          <p:nvPr/>
        </p:nvSpPr>
        <p:spPr>
          <a:xfrm rot="10800000">
            <a:off x="636873" y="8517264"/>
            <a:ext cx="274536" cy="301726"/>
          </a:xfrm>
          <a:prstGeom prst="pie">
            <a:avLst>
              <a:gd fmla="val 8076064" name="adj1"/>
              <a:gd fmla="val 10937479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6" name="Google Shape;896;p21"/>
          <p:cNvCxnSpPr/>
          <p:nvPr/>
        </p:nvCxnSpPr>
        <p:spPr>
          <a:xfrm rot="10800000">
            <a:off x="477354" y="7437037"/>
            <a:ext cx="1285817" cy="122441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7" name="Google Shape;897;p21"/>
          <p:cNvCxnSpPr/>
          <p:nvPr/>
        </p:nvCxnSpPr>
        <p:spPr>
          <a:xfrm flipH="1">
            <a:off x="760210" y="7437038"/>
            <a:ext cx="1286234" cy="123473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8" name="Google Shape;898;p21"/>
          <p:cNvSpPr/>
          <p:nvPr/>
        </p:nvSpPr>
        <p:spPr>
          <a:xfrm rot="10800000">
            <a:off x="1057012" y="8001230"/>
            <a:ext cx="407436" cy="389486"/>
          </a:xfrm>
          <a:prstGeom prst="pie">
            <a:avLst>
              <a:gd fmla="val 2723139" name="adj1"/>
              <a:gd fmla="val 7993984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1"/>
          <p:cNvSpPr txBox="1"/>
          <p:nvPr/>
        </p:nvSpPr>
        <p:spPr>
          <a:xfrm>
            <a:off x="1065051" y="7769549"/>
            <a:ext cx="314325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-196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00" name="Google Shape;900;p21"/>
          <p:cNvSpPr txBox="1"/>
          <p:nvPr/>
        </p:nvSpPr>
        <p:spPr>
          <a:xfrm>
            <a:off x="893996" y="8412485"/>
            <a:ext cx="314325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01" name="Google Shape;901;p21"/>
          <p:cNvSpPr/>
          <p:nvPr/>
        </p:nvSpPr>
        <p:spPr>
          <a:xfrm rot="10800000">
            <a:off x="467789" y="7437039"/>
            <a:ext cx="1579265" cy="1234730"/>
          </a:xfrm>
          <a:prstGeom prst="trapezoid">
            <a:avLst>
              <a:gd fmla="val 24935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2" name="Google Shape;902;p21"/>
          <p:cNvCxnSpPr/>
          <p:nvPr/>
        </p:nvCxnSpPr>
        <p:spPr>
          <a:xfrm>
            <a:off x="1833250" y="7983284"/>
            <a:ext cx="142333" cy="632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3" name="Google Shape;903;p21"/>
          <p:cNvCxnSpPr/>
          <p:nvPr/>
        </p:nvCxnSpPr>
        <p:spPr>
          <a:xfrm flipH="1" rot="10800000">
            <a:off x="512759" y="7986676"/>
            <a:ext cx="142414" cy="4331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04" name="Google Shape;904;p21"/>
          <p:cNvGrpSpPr/>
          <p:nvPr/>
        </p:nvGrpSpPr>
        <p:grpSpPr>
          <a:xfrm rot="-3435668">
            <a:off x="5179344" y="7560229"/>
            <a:ext cx="1305597" cy="1412725"/>
            <a:chOff x="5107542" y="7185050"/>
            <a:chExt cx="1579265" cy="1580790"/>
          </a:xfrm>
        </p:grpSpPr>
        <p:sp>
          <p:nvSpPr>
            <p:cNvPr id="905" name="Google Shape;905;p21"/>
            <p:cNvSpPr/>
            <p:nvPr/>
          </p:nvSpPr>
          <p:spPr>
            <a:xfrm rot="10800000">
              <a:off x="5276626" y="8434963"/>
              <a:ext cx="274536" cy="301726"/>
            </a:xfrm>
            <a:prstGeom prst="pie">
              <a:avLst>
                <a:gd fmla="val 8076064" name="adj1"/>
                <a:gd fmla="val 10937479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06" name="Google Shape;906;p21"/>
            <p:cNvCxnSpPr/>
            <p:nvPr/>
          </p:nvCxnSpPr>
          <p:spPr>
            <a:xfrm flipH="1" rot="3435668">
              <a:off x="4907414" y="7812458"/>
              <a:ext cx="1669749" cy="325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7" name="Google Shape;907;p21"/>
            <p:cNvCxnSpPr/>
            <p:nvPr/>
          </p:nvCxnSpPr>
          <p:spPr>
            <a:xfrm flipH="1">
              <a:off x="5399963" y="7354737"/>
              <a:ext cx="1286234" cy="12347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08" name="Google Shape;908;p21"/>
            <p:cNvSpPr/>
            <p:nvPr/>
          </p:nvSpPr>
          <p:spPr>
            <a:xfrm rot="10800000">
              <a:off x="5677518" y="7924992"/>
              <a:ext cx="407436" cy="389486"/>
            </a:xfrm>
            <a:prstGeom prst="pie">
              <a:avLst>
                <a:gd fmla="val 8223797" name="adj1"/>
                <a:gd fmla="val 13488091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21"/>
            <p:cNvSpPr txBox="1"/>
            <p:nvPr/>
          </p:nvSpPr>
          <p:spPr>
            <a:xfrm rot="3435668">
              <a:off x="6029912" y="7898776"/>
              <a:ext cx="290770" cy="335061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-418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10" name="Google Shape;910;p21"/>
            <p:cNvSpPr txBox="1"/>
            <p:nvPr/>
          </p:nvSpPr>
          <p:spPr>
            <a:xfrm rot="3435668">
              <a:off x="5545526" y="8318964"/>
              <a:ext cx="290770" cy="299438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-6977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11" name="Google Shape;911;p21"/>
            <p:cNvSpPr/>
            <p:nvPr/>
          </p:nvSpPr>
          <p:spPr>
            <a:xfrm rot="10800000">
              <a:off x="5107542" y="7354738"/>
              <a:ext cx="1579265" cy="1234730"/>
            </a:xfrm>
            <a:prstGeom prst="trapezoid">
              <a:avLst>
                <a:gd fmla="val 24935" name="adj"/>
              </a:avLst>
            </a:prstGeom>
            <a:noFill/>
            <a:ln cap="flat" cmpd="sng" w="2857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12" name="Google Shape;912;p21"/>
            <p:cNvCxnSpPr/>
            <p:nvPr/>
          </p:nvCxnSpPr>
          <p:spPr>
            <a:xfrm>
              <a:off x="6473003" y="7900983"/>
              <a:ext cx="142333" cy="6326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3" name="Google Shape;913;p21"/>
            <p:cNvCxnSpPr/>
            <p:nvPr/>
          </p:nvCxnSpPr>
          <p:spPr>
            <a:xfrm flipH="1" rot="10800000">
              <a:off x="5152512" y="7904375"/>
              <a:ext cx="142414" cy="4331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aphicFrame>
        <p:nvGraphicFramePr>
          <p:cNvPr id="914" name="Google Shape;914;p21"/>
          <p:cNvGraphicFramePr/>
          <p:nvPr/>
        </p:nvGraphicFramePr>
        <p:xfrm>
          <a:off x="94580" y="46065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2209100"/>
                <a:gridCol w="2209100"/>
                <a:gridCol w="2209100"/>
              </a:tblGrid>
              <a:tr h="25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5" name="Google Shape;915;p21"/>
          <p:cNvSpPr txBox="1"/>
          <p:nvPr/>
        </p:nvSpPr>
        <p:spPr>
          <a:xfrm>
            <a:off x="1275524" y="2854392"/>
            <a:ext cx="1555163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16" name="Google Shape;916;p21"/>
          <p:cNvSpPr txBox="1"/>
          <p:nvPr/>
        </p:nvSpPr>
        <p:spPr>
          <a:xfrm>
            <a:off x="3281264" y="2881731"/>
            <a:ext cx="1555163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17" name="Google Shape;917;p21"/>
          <p:cNvSpPr txBox="1"/>
          <p:nvPr/>
        </p:nvSpPr>
        <p:spPr>
          <a:xfrm>
            <a:off x="5099713" y="2850771"/>
            <a:ext cx="1555163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18" name="Google Shape;918;p21"/>
          <p:cNvSpPr txBox="1"/>
          <p:nvPr/>
        </p:nvSpPr>
        <p:spPr>
          <a:xfrm>
            <a:off x="412132" y="6403591"/>
            <a:ext cx="1555163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19" name="Google Shape;919;p21"/>
          <p:cNvSpPr txBox="1"/>
          <p:nvPr/>
        </p:nvSpPr>
        <p:spPr>
          <a:xfrm>
            <a:off x="2587327" y="6457172"/>
            <a:ext cx="1555163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20" name="Google Shape;920;p21"/>
          <p:cNvSpPr txBox="1"/>
          <p:nvPr/>
        </p:nvSpPr>
        <p:spPr>
          <a:xfrm>
            <a:off x="4913159" y="6462168"/>
            <a:ext cx="1555163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21" name="Google Shape;921;p21"/>
          <p:cNvSpPr txBox="1"/>
          <p:nvPr/>
        </p:nvSpPr>
        <p:spPr>
          <a:xfrm>
            <a:off x="274040" y="8857505"/>
            <a:ext cx="1555163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22" name="Google Shape;922;p21"/>
          <p:cNvSpPr txBox="1"/>
          <p:nvPr/>
        </p:nvSpPr>
        <p:spPr>
          <a:xfrm>
            <a:off x="2449235" y="8911086"/>
            <a:ext cx="1555163" cy="369332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23" name="Google Shape;923;p21"/>
          <p:cNvSpPr txBox="1"/>
          <p:nvPr/>
        </p:nvSpPr>
        <p:spPr>
          <a:xfrm>
            <a:off x="4775067" y="8916082"/>
            <a:ext cx="1555163" cy="369332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24" name="Google Shape;924;p21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9" name="Google Shape;929;p22"/>
          <p:cNvGraphicFramePr/>
          <p:nvPr/>
        </p:nvGraphicFramePr>
        <p:xfrm>
          <a:off x="115359" y="1602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2209100"/>
                <a:gridCol w="2209100"/>
                <a:gridCol w="2209100"/>
              </a:tblGrid>
              <a:tr h="25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30" name="Google Shape;930;p22"/>
          <p:cNvCxnSpPr/>
          <p:nvPr/>
        </p:nvCxnSpPr>
        <p:spPr>
          <a:xfrm>
            <a:off x="917420" y="518700"/>
            <a:ext cx="1182666" cy="123473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1" name="Google Shape;931;p22"/>
          <p:cNvCxnSpPr/>
          <p:nvPr/>
        </p:nvCxnSpPr>
        <p:spPr>
          <a:xfrm flipH="1" rot="10800000">
            <a:off x="515175" y="518700"/>
            <a:ext cx="1180952" cy="123473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2" name="Google Shape;932;p22"/>
          <p:cNvSpPr/>
          <p:nvPr/>
        </p:nvSpPr>
        <p:spPr>
          <a:xfrm>
            <a:off x="1085503" y="726186"/>
            <a:ext cx="423250" cy="389486"/>
          </a:xfrm>
          <a:prstGeom prst="pie">
            <a:avLst>
              <a:gd fmla="val 7936106" name="adj1"/>
              <a:gd fmla="val 2742515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2"/>
          <p:cNvSpPr txBox="1"/>
          <p:nvPr/>
        </p:nvSpPr>
        <p:spPr>
          <a:xfrm>
            <a:off x="1119411" y="501696"/>
            <a:ext cx="314325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4705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34" name="Google Shape;934;p22"/>
          <p:cNvSpPr/>
          <p:nvPr/>
        </p:nvSpPr>
        <p:spPr>
          <a:xfrm>
            <a:off x="297349" y="1558688"/>
            <a:ext cx="423250" cy="389486"/>
          </a:xfrm>
          <a:prstGeom prst="pie">
            <a:avLst>
              <a:gd fmla="val 18790213" name="adj1"/>
              <a:gd fmla="val 8070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2"/>
          <p:cNvSpPr txBox="1"/>
          <p:nvPr/>
        </p:nvSpPr>
        <p:spPr>
          <a:xfrm>
            <a:off x="700095" y="1498309"/>
            <a:ext cx="314325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36" name="Google Shape;936;p22"/>
          <p:cNvSpPr/>
          <p:nvPr/>
        </p:nvSpPr>
        <p:spPr>
          <a:xfrm>
            <a:off x="517998" y="518700"/>
            <a:ext cx="1579265" cy="1234730"/>
          </a:xfrm>
          <a:prstGeom prst="trapezoid">
            <a:avLst>
              <a:gd fmla="val 32185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7" name="Google Shape;937;p22"/>
          <p:cNvCxnSpPr/>
          <p:nvPr/>
        </p:nvCxnSpPr>
        <p:spPr>
          <a:xfrm rot="10800000">
            <a:off x="646163" y="1115672"/>
            <a:ext cx="134804" cy="2039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8" name="Google Shape;938;p22"/>
          <p:cNvCxnSpPr/>
          <p:nvPr/>
        </p:nvCxnSpPr>
        <p:spPr>
          <a:xfrm flipH="1">
            <a:off x="1824292" y="1096925"/>
            <a:ext cx="125968" cy="2894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9" name="Google Shape;939;p22"/>
          <p:cNvSpPr/>
          <p:nvPr/>
        </p:nvSpPr>
        <p:spPr>
          <a:xfrm>
            <a:off x="3540380" y="357639"/>
            <a:ext cx="274536" cy="301726"/>
          </a:xfrm>
          <a:prstGeom prst="pie">
            <a:avLst>
              <a:gd fmla="val 7736308" name="adj1"/>
              <a:gd fmla="val 10937479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0" name="Google Shape;940;p22"/>
          <p:cNvCxnSpPr/>
          <p:nvPr/>
        </p:nvCxnSpPr>
        <p:spPr>
          <a:xfrm>
            <a:off x="3139647" y="508503"/>
            <a:ext cx="1062084" cy="124812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1" name="Google Shape;941;p22"/>
          <p:cNvCxnSpPr/>
          <p:nvPr/>
        </p:nvCxnSpPr>
        <p:spPr>
          <a:xfrm flipH="1" rot="10800000">
            <a:off x="2643859" y="508503"/>
            <a:ext cx="1032377" cy="12252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2" name="Google Shape;942;p22"/>
          <p:cNvSpPr/>
          <p:nvPr/>
        </p:nvSpPr>
        <p:spPr>
          <a:xfrm>
            <a:off x="3206122" y="622595"/>
            <a:ext cx="407436" cy="389486"/>
          </a:xfrm>
          <a:prstGeom prst="pie">
            <a:avLst>
              <a:gd fmla="val 18590176" name="adj1"/>
              <a:gd fmla="val 13703005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2"/>
          <p:cNvSpPr txBox="1"/>
          <p:nvPr/>
        </p:nvSpPr>
        <p:spPr>
          <a:xfrm>
            <a:off x="3193643" y="968056"/>
            <a:ext cx="314325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-4705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44" name="Google Shape;944;p22"/>
          <p:cNvSpPr txBox="1"/>
          <p:nvPr/>
        </p:nvSpPr>
        <p:spPr>
          <a:xfrm>
            <a:off x="3311712" y="441205"/>
            <a:ext cx="314325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45" name="Google Shape;945;p22"/>
          <p:cNvSpPr/>
          <p:nvPr/>
        </p:nvSpPr>
        <p:spPr>
          <a:xfrm>
            <a:off x="2622466" y="508503"/>
            <a:ext cx="1579265" cy="1234730"/>
          </a:xfrm>
          <a:prstGeom prst="trapezoid">
            <a:avLst>
              <a:gd fmla="val 42620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6" name="Google Shape;946;p22"/>
          <p:cNvCxnSpPr/>
          <p:nvPr/>
        </p:nvCxnSpPr>
        <p:spPr>
          <a:xfrm rot="10800000">
            <a:off x="2881269" y="988111"/>
            <a:ext cx="142333" cy="632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7" name="Google Shape;947;p22"/>
          <p:cNvCxnSpPr/>
          <p:nvPr/>
        </p:nvCxnSpPr>
        <p:spPr>
          <a:xfrm flipH="1">
            <a:off x="3808383" y="976429"/>
            <a:ext cx="142414" cy="4331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8" name="Google Shape;948;p22"/>
          <p:cNvCxnSpPr/>
          <p:nvPr/>
        </p:nvCxnSpPr>
        <p:spPr>
          <a:xfrm>
            <a:off x="5340257" y="501329"/>
            <a:ext cx="1062084" cy="124812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9" name="Google Shape;949;p22"/>
          <p:cNvCxnSpPr/>
          <p:nvPr/>
        </p:nvCxnSpPr>
        <p:spPr>
          <a:xfrm flipH="1" rot="10800000">
            <a:off x="4844469" y="501329"/>
            <a:ext cx="1032377" cy="12252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0" name="Google Shape;950;p22"/>
          <p:cNvSpPr/>
          <p:nvPr/>
        </p:nvSpPr>
        <p:spPr>
          <a:xfrm>
            <a:off x="6168916" y="1523053"/>
            <a:ext cx="407436" cy="389486"/>
          </a:xfrm>
          <a:prstGeom prst="pie">
            <a:avLst>
              <a:gd fmla="val 10736613" name="adj1"/>
              <a:gd fmla="val 1381296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2"/>
          <p:cNvSpPr txBox="1"/>
          <p:nvPr/>
        </p:nvSpPr>
        <p:spPr>
          <a:xfrm>
            <a:off x="5478863" y="441205"/>
            <a:ext cx="314325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52" name="Google Shape;952;p22"/>
          <p:cNvSpPr txBox="1"/>
          <p:nvPr/>
        </p:nvSpPr>
        <p:spPr>
          <a:xfrm>
            <a:off x="5865719" y="1494110"/>
            <a:ext cx="314325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-1923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53" name="Google Shape;953;p22"/>
          <p:cNvSpPr/>
          <p:nvPr/>
        </p:nvSpPr>
        <p:spPr>
          <a:xfrm>
            <a:off x="4823076" y="501329"/>
            <a:ext cx="1579265" cy="1234730"/>
          </a:xfrm>
          <a:prstGeom prst="trapezoid">
            <a:avLst>
              <a:gd fmla="val 42620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4" name="Google Shape;954;p22"/>
          <p:cNvCxnSpPr/>
          <p:nvPr/>
        </p:nvCxnSpPr>
        <p:spPr>
          <a:xfrm rot="10800000">
            <a:off x="5081879" y="980937"/>
            <a:ext cx="142333" cy="632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5" name="Google Shape;955;p22"/>
          <p:cNvCxnSpPr/>
          <p:nvPr/>
        </p:nvCxnSpPr>
        <p:spPr>
          <a:xfrm flipH="1">
            <a:off x="6008993" y="969255"/>
            <a:ext cx="142414" cy="4331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6" name="Google Shape;956;p22"/>
          <p:cNvCxnSpPr/>
          <p:nvPr/>
        </p:nvCxnSpPr>
        <p:spPr>
          <a:xfrm rot="10800000">
            <a:off x="2522958" y="3703453"/>
            <a:ext cx="1285817" cy="122441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7" name="Google Shape;957;p22"/>
          <p:cNvCxnSpPr/>
          <p:nvPr/>
        </p:nvCxnSpPr>
        <p:spPr>
          <a:xfrm flipH="1">
            <a:off x="2805814" y="3703454"/>
            <a:ext cx="1286234" cy="123473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8" name="Google Shape;958;p22"/>
          <p:cNvSpPr/>
          <p:nvPr/>
        </p:nvSpPr>
        <p:spPr>
          <a:xfrm rot="10800000">
            <a:off x="3102616" y="4267646"/>
            <a:ext cx="407436" cy="389486"/>
          </a:xfrm>
          <a:prstGeom prst="pie">
            <a:avLst>
              <a:gd fmla="val 2723139" name="adj1"/>
              <a:gd fmla="val 813520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2"/>
          <p:cNvSpPr txBox="1"/>
          <p:nvPr/>
        </p:nvSpPr>
        <p:spPr>
          <a:xfrm>
            <a:off x="3175394" y="3996909"/>
            <a:ext cx="314325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60" name="Google Shape;960;p22"/>
          <p:cNvSpPr txBox="1"/>
          <p:nvPr/>
        </p:nvSpPr>
        <p:spPr>
          <a:xfrm>
            <a:off x="2315244" y="4970895"/>
            <a:ext cx="314325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-4705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61" name="Google Shape;961;p22"/>
          <p:cNvSpPr/>
          <p:nvPr/>
        </p:nvSpPr>
        <p:spPr>
          <a:xfrm rot="10800000">
            <a:off x="2513393" y="3703455"/>
            <a:ext cx="1579265" cy="1234730"/>
          </a:xfrm>
          <a:prstGeom prst="trapezoid">
            <a:avLst>
              <a:gd fmla="val 24935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2" name="Google Shape;962;p22"/>
          <p:cNvCxnSpPr/>
          <p:nvPr/>
        </p:nvCxnSpPr>
        <p:spPr>
          <a:xfrm>
            <a:off x="3878854" y="4249700"/>
            <a:ext cx="142333" cy="632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3" name="Google Shape;963;p22"/>
          <p:cNvCxnSpPr/>
          <p:nvPr/>
        </p:nvCxnSpPr>
        <p:spPr>
          <a:xfrm flipH="1" rot="10800000">
            <a:off x="2558363" y="4253092"/>
            <a:ext cx="142414" cy="4331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4" name="Google Shape;964;p22"/>
          <p:cNvSpPr/>
          <p:nvPr/>
        </p:nvSpPr>
        <p:spPr>
          <a:xfrm rot="10800000">
            <a:off x="540079" y="4803218"/>
            <a:ext cx="274536" cy="301726"/>
          </a:xfrm>
          <a:prstGeom prst="pie">
            <a:avLst>
              <a:gd fmla="val 8076064" name="adj1"/>
              <a:gd fmla="val 10937479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5" name="Google Shape;965;p22"/>
          <p:cNvCxnSpPr/>
          <p:nvPr/>
        </p:nvCxnSpPr>
        <p:spPr>
          <a:xfrm rot="10800000">
            <a:off x="380560" y="3722991"/>
            <a:ext cx="1285817" cy="122441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6" name="Google Shape;966;p22"/>
          <p:cNvCxnSpPr/>
          <p:nvPr/>
        </p:nvCxnSpPr>
        <p:spPr>
          <a:xfrm flipH="1">
            <a:off x="663416" y="3722992"/>
            <a:ext cx="1286234" cy="123473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7" name="Google Shape;967;p22"/>
          <p:cNvSpPr/>
          <p:nvPr/>
        </p:nvSpPr>
        <p:spPr>
          <a:xfrm rot="10800000">
            <a:off x="960218" y="4287184"/>
            <a:ext cx="407436" cy="389486"/>
          </a:xfrm>
          <a:prstGeom prst="pie">
            <a:avLst>
              <a:gd fmla="val 19018884" name="adj1"/>
              <a:gd fmla="val 13147269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2"/>
          <p:cNvSpPr txBox="1"/>
          <p:nvPr/>
        </p:nvSpPr>
        <p:spPr>
          <a:xfrm>
            <a:off x="968257" y="4055503"/>
            <a:ext cx="314325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69" name="Google Shape;969;p22"/>
          <p:cNvSpPr txBox="1"/>
          <p:nvPr/>
        </p:nvSpPr>
        <p:spPr>
          <a:xfrm>
            <a:off x="797202" y="4698439"/>
            <a:ext cx="314325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-196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70" name="Google Shape;970;p22"/>
          <p:cNvSpPr/>
          <p:nvPr/>
        </p:nvSpPr>
        <p:spPr>
          <a:xfrm rot="10800000">
            <a:off x="370995" y="3722993"/>
            <a:ext cx="1579265" cy="1234730"/>
          </a:xfrm>
          <a:prstGeom prst="trapezoid">
            <a:avLst>
              <a:gd fmla="val 24935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1" name="Google Shape;971;p22"/>
          <p:cNvCxnSpPr/>
          <p:nvPr/>
        </p:nvCxnSpPr>
        <p:spPr>
          <a:xfrm>
            <a:off x="1736456" y="4269238"/>
            <a:ext cx="142333" cy="632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2" name="Google Shape;972;p22"/>
          <p:cNvCxnSpPr/>
          <p:nvPr/>
        </p:nvCxnSpPr>
        <p:spPr>
          <a:xfrm flipH="1" rot="10800000">
            <a:off x="415965" y="4272630"/>
            <a:ext cx="142414" cy="4331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73" name="Google Shape;973;p22"/>
          <p:cNvGrpSpPr/>
          <p:nvPr/>
        </p:nvGrpSpPr>
        <p:grpSpPr>
          <a:xfrm rot="-3435668">
            <a:off x="4905018" y="3757844"/>
            <a:ext cx="1435074" cy="1434447"/>
            <a:chOff x="5107542" y="7185050"/>
            <a:chExt cx="1735881" cy="1605097"/>
          </a:xfrm>
        </p:grpSpPr>
        <p:sp>
          <p:nvSpPr>
            <p:cNvPr id="974" name="Google Shape;974;p22"/>
            <p:cNvSpPr/>
            <p:nvPr/>
          </p:nvSpPr>
          <p:spPr>
            <a:xfrm rot="10800000">
              <a:off x="5276626" y="8434963"/>
              <a:ext cx="274536" cy="301726"/>
            </a:xfrm>
            <a:prstGeom prst="pie">
              <a:avLst>
                <a:gd fmla="val 8076064" name="adj1"/>
                <a:gd fmla="val 10937479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5" name="Google Shape;975;p22"/>
            <p:cNvCxnSpPr/>
            <p:nvPr/>
          </p:nvCxnSpPr>
          <p:spPr>
            <a:xfrm flipH="1" rot="3435668">
              <a:off x="4907414" y="7812458"/>
              <a:ext cx="1669749" cy="325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" name="Google Shape;976;p22"/>
            <p:cNvCxnSpPr/>
            <p:nvPr/>
          </p:nvCxnSpPr>
          <p:spPr>
            <a:xfrm flipH="1">
              <a:off x="5399963" y="7354737"/>
              <a:ext cx="1286234" cy="12347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77" name="Google Shape;977;p22"/>
            <p:cNvSpPr txBox="1"/>
            <p:nvPr/>
          </p:nvSpPr>
          <p:spPr>
            <a:xfrm rot="3435668">
              <a:off x="6478495" y="8240274"/>
              <a:ext cx="290770" cy="335061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-7442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78" name="Google Shape;978;p22"/>
            <p:cNvSpPr txBox="1"/>
            <p:nvPr/>
          </p:nvSpPr>
          <p:spPr>
            <a:xfrm rot="3435668">
              <a:off x="5545526" y="8318964"/>
              <a:ext cx="290770" cy="299438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-6977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79" name="Google Shape;979;p22"/>
            <p:cNvSpPr/>
            <p:nvPr/>
          </p:nvSpPr>
          <p:spPr>
            <a:xfrm rot="10800000">
              <a:off x="5107542" y="7354738"/>
              <a:ext cx="1579265" cy="1234730"/>
            </a:xfrm>
            <a:prstGeom prst="trapezoid">
              <a:avLst>
                <a:gd fmla="val 24935" name="adj"/>
              </a:avLst>
            </a:prstGeom>
            <a:noFill/>
            <a:ln cap="flat" cmpd="sng" w="2857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0" name="Google Shape;980;p22"/>
            <p:cNvCxnSpPr/>
            <p:nvPr/>
          </p:nvCxnSpPr>
          <p:spPr>
            <a:xfrm>
              <a:off x="6473003" y="7900983"/>
              <a:ext cx="142333" cy="6326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1" name="Google Shape;981;p22"/>
            <p:cNvCxnSpPr/>
            <p:nvPr/>
          </p:nvCxnSpPr>
          <p:spPr>
            <a:xfrm flipH="1" rot="10800000">
              <a:off x="5152512" y="7904375"/>
              <a:ext cx="142414" cy="4331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82" name="Google Shape;982;p22"/>
            <p:cNvSpPr/>
            <p:nvPr/>
          </p:nvSpPr>
          <p:spPr>
            <a:xfrm rot="10800000">
              <a:off x="6153621" y="8400661"/>
              <a:ext cx="407436" cy="389486"/>
            </a:xfrm>
            <a:prstGeom prst="pie">
              <a:avLst>
                <a:gd fmla="val 2959918" name="adj1"/>
                <a:gd fmla="val 121478" name="adj2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83" name="Google Shape;983;p22"/>
          <p:cNvCxnSpPr/>
          <p:nvPr/>
        </p:nvCxnSpPr>
        <p:spPr>
          <a:xfrm>
            <a:off x="887568" y="7016063"/>
            <a:ext cx="1182666" cy="123473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4" name="Google Shape;984;p22"/>
          <p:cNvCxnSpPr/>
          <p:nvPr/>
        </p:nvCxnSpPr>
        <p:spPr>
          <a:xfrm flipH="1" rot="10800000">
            <a:off x="485323" y="7016063"/>
            <a:ext cx="1180952" cy="123473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5" name="Google Shape;985;p22"/>
          <p:cNvSpPr/>
          <p:nvPr/>
        </p:nvSpPr>
        <p:spPr>
          <a:xfrm>
            <a:off x="1067671" y="7226571"/>
            <a:ext cx="423250" cy="389486"/>
          </a:xfrm>
          <a:prstGeom prst="pie">
            <a:avLst>
              <a:gd fmla="val 8050856" name="adj1"/>
              <a:gd fmla="val 1351863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2"/>
          <p:cNvSpPr txBox="1"/>
          <p:nvPr/>
        </p:nvSpPr>
        <p:spPr>
          <a:xfrm>
            <a:off x="693783" y="7279198"/>
            <a:ext cx="314325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-4705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87" name="Google Shape;987;p22"/>
          <p:cNvSpPr/>
          <p:nvPr/>
        </p:nvSpPr>
        <p:spPr>
          <a:xfrm>
            <a:off x="297349" y="8031327"/>
            <a:ext cx="423250" cy="389486"/>
          </a:xfrm>
          <a:prstGeom prst="pie">
            <a:avLst>
              <a:gd fmla="val 18876210" name="adj1"/>
              <a:gd fmla="val 126254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2"/>
          <p:cNvSpPr txBox="1"/>
          <p:nvPr/>
        </p:nvSpPr>
        <p:spPr>
          <a:xfrm>
            <a:off x="676176" y="7993474"/>
            <a:ext cx="314325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89" name="Google Shape;989;p22"/>
          <p:cNvSpPr/>
          <p:nvPr/>
        </p:nvSpPr>
        <p:spPr>
          <a:xfrm>
            <a:off x="492306" y="6996383"/>
            <a:ext cx="1579265" cy="1234730"/>
          </a:xfrm>
          <a:prstGeom prst="trapezoid">
            <a:avLst>
              <a:gd fmla="val 32185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0" name="Google Shape;990;p22"/>
          <p:cNvCxnSpPr/>
          <p:nvPr/>
        </p:nvCxnSpPr>
        <p:spPr>
          <a:xfrm rot="10800000">
            <a:off x="616311" y="7613035"/>
            <a:ext cx="134804" cy="2039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1" name="Google Shape;991;p22"/>
          <p:cNvCxnSpPr/>
          <p:nvPr/>
        </p:nvCxnSpPr>
        <p:spPr>
          <a:xfrm flipH="1">
            <a:off x="1794440" y="7594288"/>
            <a:ext cx="125968" cy="2894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2" name="Google Shape;992;p22"/>
          <p:cNvCxnSpPr/>
          <p:nvPr/>
        </p:nvCxnSpPr>
        <p:spPr>
          <a:xfrm>
            <a:off x="3109795" y="7005866"/>
            <a:ext cx="1062084" cy="124812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3" name="Google Shape;993;p22"/>
          <p:cNvCxnSpPr/>
          <p:nvPr/>
        </p:nvCxnSpPr>
        <p:spPr>
          <a:xfrm flipH="1" rot="10800000">
            <a:off x="2614007" y="7005866"/>
            <a:ext cx="1032377" cy="12252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4" name="Google Shape;994;p22"/>
          <p:cNvSpPr/>
          <p:nvPr/>
        </p:nvSpPr>
        <p:spPr>
          <a:xfrm>
            <a:off x="2418559" y="8038575"/>
            <a:ext cx="407436" cy="389486"/>
          </a:xfrm>
          <a:prstGeom prst="pie">
            <a:avLst>
              <a:gd fmla="val 18592392" name="adj1"/>
              <a:gd fmla="val 2157343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2"/>
          <p:cNvSpPr txBox="1"/>
          <p:nvPr/>
        </p:nvSpPr>
        <p:spPr>
          <a:xfrm>
            <a:off x="3730986" y="6733094"/>
            <a:ext cx="314325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-4423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96" name="Google Shape;996;p22"/>
          <p:cNvSpPr txBox="1"/>
          <p:nvPr/>
        </p:nvSpPr>
        <p:spPr>
          <a:xfrm>
            <a:off x="2784117" y="7994756"/>
            <a:ext cx="314325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97" name="Google Shape;997;p22"/>
          <p:cNvSpPr/>
          <p:nvPr/>
        </p:nvSpPr>
        <p:spPr>
          <a:xfrm>
            <a:off x="2592614" y="7005866"/>
            <a:ext cx="1579265" cy="1234730"/>
          </a:xfrm>
          <a:prstGeom prst="trapezoid">
            <a:avLst>
              <a:gd fmla="val 42620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8" name="Google Shape;998;p22"/>
          <p:cNvCxnSpPr/>
          <p:nvPr/>
        </p:nvCxnSpPr>
        <p:spPr>
          <a:xfrm rot="10800000">
            <a:off x="2851417" y="7485474"/>
            <a:ext cx="142333" cy="632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9" name="Google Shape;999;p22"/>
          <p:cNvCxnSpPr/>
          <p:nvPr/>
        </p:nvCxnSpPr>
        <p:spPr>
          <a:xfrm flipH="1">
            <a:off x="3778531" y="7473792"/>
            <a:ext cx="142414" cy="4331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0" name="Google Shape;1000;p22"/>
          <p:cNvSpPr/>
          <p:nvPr/>
        </p:nvSpPr>
        <p:spPr>
          <a:xfrm>
            <a:off x="5440869" y="7160485"/>
            <a:ext cx="274536" cy="301726"/>
          </a:xfrm>
          <a:prstGeom prst="pie">
            <a:avLst>
              <a:gd fmla="val 7815768" name="adj1"/>
              <a:gd fmla="val 13839523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1" name="Google Shape;1001;p22"/>
          <p:cNvCxnSpPr/>
          <p:nvPr/>
        </p:nvCxnSpPr>
        <p:spPr>
          <a:xfrm>
            <a:off x="5310405" y="6998692"/>
            <a:ext cx="1062084" cy="124812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2" name="Google Shape;1002;p22"/>
          <p:cNvCxnSpPr/>
          <p:nvPr/>
        </p:nvCxnSpPr>
        <p:spPr>
          <a:xfrm flipH="1" rot="10800000">
            <a:off x="4814617" y="6998692"/>
            <a:ext cx="1032377" cy="12252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3" name="Google Shape;1003;p22"/>
          <p:cNvSpPr/>
          <p:nvPr/>
        </p:nvSpPr>
        <p:spPr>
          <a:xfrm>
            <a:off x="6139064" y="8020416"/>
            <a:ext cx="407436" cy="389486"/>
          </a:xfrm>
          <a:prstGeom prst="pie">
            <a:avLst>
              <a:gd fmla="val 10736613" name="adj1"/>
              <a:gd fmla="val 1381296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2"/>
          <p:cNvSpPr txBox="1"/>
          <p:nvPr/>
        </p:nvSpPr>
        <p:spPr>
          <a:xfrm>
            <a:off x="4585987" y="7005865"/>
            <a:ext cx="413746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-3823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05" name="Google Shape;1005;p22"/>
          <p:cNvSpPr txBox="1"/>
          <p:nvPr/>
        </p:nvSpPr>
        <p:spPr>
          <a:xfrm>
            <a:off x="5893185" y="7994756"/>
            <a:ext cx="314325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06" name="Google Shape;1006;p22"/>
          <p:cNvSpPr/>
          <p:nvPr/>
        </p:nvSpPr>
        <p:spPr>
          <a:xfrm>
            <a:off x="4793224" y="6998692"/>
            <a:ext cx="1579265" cy="1234730"/>
          </a:xfrm>
          <a:prstGeom prst="trapezoid">
            <a:avLst>
              <a:gd fmla="val 42620" name="adj"/>
            </a:avLst>
          </a:prstGeom>
          <a:noFill/>
          <a:ln cap="flat" cmpd="sng" w="2857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7" name="Google Shape;1007;p22"/>
          <p:cNvCxnSpPr/>
          <p:nvPr/>
        </p:nvCxnSpPr>
        <p:spPr>
          <a:xfrm rot="10800000">
            <a:off x="5052027" y="7478300"/>
            <a:ext cx="142333" cy="6326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8" name="Google Shape;1008;p22"/>
          <p:cNvCxnSpPr/>
          <p:nvPr/>
        </p:nvCxnSpPr>
        <p:spPr>
          <a:xfrm flipH="1">
            <a:off x="5979141" y="7466618"/>
            <a:ext cx="142414" cy="4331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9" name="Google Shape;1009;p22"/>
          <p:cNvSpPr/>
          <p:nvPr/>
        </p:nvSpPr>
        <p:spPr>
          <a:xfrm>
            <a:off x="5470721" y="663122"/>
            <a:ext cx="274536" cy="301726"/>
          </a:xfrm>
          <a:prstGeom prst="pie">
            <a:avLst>
              <a:gd fmla="val 7800644" name="adj1"/>
              <a:gd fmla="val 2979169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2"/>
          <p:cNvSpPr/>
          <p:nvPr/>
        </p:nvSpPr>
        <p:spPr>
          <a:xfrm rot="10800000">
            <a:off x="2682477" y="4783680"/>
            <a:ext cx="274536" cy="301726"/>
          </a:xfrm>
          <a:prstGeom prst="pie">
            <a:avLst>
              <a:gd fmla="val 10783419" name="adj1"/>
              <a:gd fmla="val 7925799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2"/>
          <p:cNvSpPr/>
          <p:nvPr/>
        </p:nvSpPr>
        <p:spPr>
          <a:xfrm>
            <a:off x="3510528" y="6855002"/>
            <a:ext cx="274536" cy="301726"/>
          </a:xfrm>
          <a:prstGeom prst="pie">
            <a:avLst>
              <a:gd fmla="val 10741271" name="adj1"/>
              <a:gd fmla="val 7823696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2" name="Google Shape;1012;p22"/>
          <p:cNvCxnSpPr/>
          <p:nvPr/>
        </p:nvCxnSpPr>
        <p:spPr>
          <a:xfrm>
            <a:off x="4986358" y="7223549"/>
            <a:ext cx="454511" cy="8445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13" name="Google Shape;1013;p22"/>
          <p:cNvSpPr txBox="1"/>
          <p:nvPr/>
        </p:nvSpPr>
        <p:spPr>
          <a:xfrm>
            <a:off x="417071" y="2035320"/>
            <a:ext cx="1555163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14" name="Google Shape;1014;p22"/>
          <p:cNvSpPr txBox="1"/>
          <p:nvPr/>
        </p:nvSpPr>
        <p:spPr>
          <a:xfrm>
            <a:off x="2592266" y="2088901"/>
            <a:ext cx="1555163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15" name="Google Shape;1015;p22"/>
          <p:cNvSpPr txBox="1"/>
          <p:nvPr/>
        </p:nvSpPr>
        <p:spPr>
          <a:xfrm>
            <a:off x="4918098" y="2093897"/>
            <a:ext cx="1555163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16" name="Google Shape;1016;p22"/>
          <p:cNvSpPr txBox="1"/>
          <p:nvPr/>
        </p:nvSpPr>
        <p:spPr>
          <a:xfrm>
            <a:off x="336557" y="5636598"/>
            <a:ext cx="1555163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17" name="Google Shape;1017;p22"/>
          <p:cNvSpPr txBox="1"/>
          <p:nvPr/>
        </p:nvSpPr>
        <p:spPr>
          <a:xfrm>
            <a:off x="2511752" y="5690179"/>
            <a:ext cx="1555163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18" name="Google Shape;1018;p22"/>
          <p:cNvSpPr txBox="1"/>
          <p:nvPr/>
        </p:nvSpPr>
        <p:spPr>
          <a:xfrm>
            <a:off x="4837584" y="5695175"/>
            <a:ext cx="1555163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19" name="Google Shape;1019;p22"/>
          <p:cNvSpPr txBox="1"/>
          <p:nvPr/>
        </p:nvSpPr>
        <p:spPr>
          <a:xfrm>
            <a:off x="257744" y="8648693"/>
            <a:ext cx="1555163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20" name="Google Shape;1020;p22"/>
          <p:cNvSpPr txBox="1"/>
          <p:nvPr/>
        </p:nvSpPr>
        <p:spPr>
          <a:xfrm>
            <a:off x="2432939" y="8702274"/>
            <a:ext cx="1555163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21" name="Google Shape;1021;p22"/>
          <p:cNvSpPr txBox="1"/>
          <p:nvPr/>
        </p:nvSpPr>
        <p:spPr>
          <a:xfrm>
            <a:off x="4758771" y="8707270"/>
            <a:ext cx="1555163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22" name="Google Shape;1022;p2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7" name="Google Shape;1027;p23"/>
          <p:cNvGraphicFramePr/>
          <p:nvPr/>
        </p:nvGraphicFramePr>
        <p:xfrm>
          <a:off x="112593" y="5095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1105475"/>
                <a:gridCol w="1105475"/>
                <a:gridCol w="1105475"/>
                <a:gridCol w="1105475"/>
                <a:gridCol w="1105475"/>
                <a:gridCol w="1105475"/>
              </a:tblGrid>
              <a:tr h="586850">
                <a:tc gridSpan="6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Question 7. The outlines of these shapes have been completely removed! Look at the diagonals and the angles given, then circle the answer to what the shapes could be.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</a:tr>
              <a:tr h="1754100">
                <a:tc gridSpan="6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i)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</a:tr>
              <a:tr h="33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Square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Rectangle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Rhombus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Parallelogram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Trapezium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Kite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54100">
                <a:tc gridSpan="6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ii)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</a:tr>
              <a:tr h="407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Square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Rectangle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Rhombus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Parallelogram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Trapezium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Kite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54100">
                <a:tc gridSpan="6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iii)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</a:tr>
              <a:tr h="257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Square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Rectangle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Rhombus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Parallelogram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Trapezium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Kite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54100">
                <a:tc gridSpan="6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iv)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</a:tr>
              <a:tr h="31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Square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Rectangle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Rhombus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Parallelogram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Trapezium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Kite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pSp>
        <p:nvGrpSpPr>
          <p:cNvPr id="1028" name="Google Shape;1028;p23"/>
          <p:cNvGrpSpPr/>
          <p:nvPr/>
        </p:nvGrpSpPr>
        <p:grpSpPr>
          <a:xfrm>
            <a:off x="1856096" y="1478507"/>
            <a:ext cx="1269241" cy="750433"/>
            <a:chOff x="1856096" y="1173707"/>
            <a:chExt cx="1269241" cy="750433"/>
          </a:xfrm>
        </p:grpSpPr>
        <p:cxnSp>
          <p:nvCxnSpPr>
            <p:cNvPr id="1029" name="Google Shape;1029;p23"/>
            <p:cNvCxnSpPr/>
            <p:nvPr/>
          </p:nvCxnSpPr>
          <p:spPr>
            <a:xfrm flipH="1">
              <a:off x="1856096" y="1173707"/>
              <a:ext cx="1269241" cy="6960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0" name="Google Shape;1030;p23"/>
            <p:cNvCxnSpPr/>
            <p:nvPr/>
          </p:nvCxnSpPr>
          <p:spPr>
            <a:xfrm>
              <a:off x="2149192" y="1173707"/>
              <a:ext cx="450998" cy="75043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31" name="Google Shape;1031;p23"/>
            <p:cNvSpPr/>
            <p:nvPr/>
          </p:nvSpPr>
          <p:spPr>
            <a:xfrm rot="-1750248">
              <a:off x="2362816" y="1487170"/>
              <a:ext cx="64579" cy="77958"/>
            </a:xfrm>
            <a:prstGeom prst="rect">
              <a:avLst/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32" name="Google Shape;1032;p23"/>
          <p:cNvCxnSpPr/>
          <p:nvPr/>
        </p:nvCxnSpPr>
        <p:spPr>
          <a:xfrm>
            <a:off x="2684206" y="4132006"/>
            <a:ext cx="110613" cy="11061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3" name="Google Shape;1033;p23"/>
          <p:cNvCxnSpPr/>
          <p:nvPr/>
        </p:nvCxnSpPr>
        <p:spPr>
          <a:xfrm flipH="1" rot="10800000">
            <a:off x="3276600" y="4117540"/>
            <a:ext cx="152400" cy="11480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34" name="Google Shape;1034;p23"/>
          <p:cNvGrpSpPr/>
          <p:nvPr/>
        </p:nvGrpSpPr>
        <p:grpSpPr>
          <a:xfrm>
            <a:off x="2244120" y="3600022"/>
            <a:ext cx="1563330" cy="909804"/>
            <a:chOff x="2244120" y="3295222"/>
            <a:chExt cx="1563330" cy="909804"/>
          </a:xfrm>
        </p:grpSpPr>
        <p:grpSp>
          <p:nvGrpSpPr>
            <p:cNvPr id="1035" name="Google Shape;1035;p23"/>
            <p:cNvGrpSpPr/>
            <p:nvPr/>
          </p:nvGrpSpPr>
          <p:grpSpPr>
            <a:xfrm>
              <a:off x="2244120" y="3295222"/>
              <a:ext cx="1563330" cy="909804"/>
              <a:chOff x="2244120" y="3295222"/>
              <a:chExt cx="1563330" cy="909804"/>
            </a:xfrm>
          </p:grpSpPr>
          <p:cxnSp>
            <p:nvCxnSpPr>
              <p:cNvPr id="1036" name="Google Shape;1036;p23"/>
              <p:cNvCxnSpPr/>
              <p:nvPr/>
            </p:nvCxnSpPr>
            <p:spPr>
              <a:xfrm rot="10800000">
                <a:off x="2546463" y="3322420"/>
                <a:ext cx="1260987" cy="85540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37" name="Google Shape;1037;p23"/>
              <p:cNvCxnSpPr/>
              <p:nvPr/>
            </p:nvCxnSpPr>
            <p:spPr>
              <a:xfrm flipH="1">
                <a:off x="2244120" y="3295222"/>
                <a:ext cx="1327355" cy="90980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038" name="Google Shape;1038;p23"/>
            <p:cNvSpPr/>
            <p:nvPr/>
          </p:nvSpPr>
          <p:spPr>
            <a:xfrm>
              <a:off x="2877264" y="3518576"/>
              <a:ext cx="326722" cy="294164"/>
            </a:xfrm>
            <a:prstGeom prst="pie">
              <a:avLst>
                <a:gd fmla="val 1978948" name="adj1"/>
                <a:gd fmla="val 8662199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9" name="Google Shape;1039;p23"/>
          <p:cNvGrpSpPr/>
          <p:nvPr/>
        </p:nvGrpSpPr>
        <p:grpSpPr>
          <a:xfrm>
            <a:off x="2244120" y="5742618"/>
            <a:ext cx="796505" cy="730970"/>
            <a:chOff x="2392641" y="3376817"/>
            <a:chExt cx="796505" cy="730970"/>
          </a:xfrm>
        </p:grpSpPr>
        <p:cxnSp>
          <p:nvCxnSpPr>
            <p:cNvPr id="1040" name="Google Shape;1040;p23"/>
            <p:cNvCxnSpPr/>
            <p:nvPr/>
          </p:nvCxnSpPr>
          <p:spPr>
            <a:xfrm rot="10800000">
              <a:off x="2392641" y="3376817"/>
              <a:ext cx="796505" cy="73097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41" name="Google Shape;1041;p23"/>
            <p:cNvCxnSpPr/>
            <p:nvPr/>
          </p:nvCxnSpPr>
          <p:spPr>
            <a:xfrm flipH="1">
              <a:off x="2392641" y="3376817"/>
              <a:ext cx="796505" cy="73097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42" name="Google Shape;1042;p23"/>
          <p:cNvCxnSpPr/>
          <p:nvPr/>
        </p:nvCxnSpPr>
        <p:spPr>
          <a:xfrm flipH="1" rot="10800000">
            <a:off x="2755397" y="6242042"/>
            <a:ext cx="152400" cy="11480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3" name="Google Shape;1043;p23"/>
          <p:cNvCxnSpPr/>
          <p:nvPr/>
        </p:nvCxnSpPr>
        <p:spPr>
          <a:xfrm flipH="1" rot="10800000">
            <a:off x="2395947" y="5880908"/>
            <a:ext cx="152400" cy="11480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4" name="Google Shape;1044;p23"/>
          <p:cNvCxnSpPr/>
          <p:nvPr/>
        </p:nvCxnSpPr>
        <p:spPr>
          <a:xfrm>
            <a:off x="2404301" y="6242042"/>
            <a:ext cx="135859" cy="9392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5" name="Google Shape;1045;p23"/>
          <p:cNvCxnSpPr/>
          <p:nvPr/>
        </p:nvCxnSpPr>
        <p:spPr>
          <a:xfrm>
            <a:off x="2754690" y="5898402"/>
            <a:ext cx="135859" cy="9392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6" name="Google Shape;1046;p23"/>
          <p:cNvSpPr/>
          <p:nvPr/>
        </p:nvSpPr>
        <p:spPr>
          <a:xfrm rot="-2455350">
            <a:off x="2601697" y="6032221"/>
            <a:ext cx="64579" cy="77958"/>
          </a:xfrm>
          <a:prstGeom prst="rect">
            <a:avLst/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7" name="Google Shape;1047;p23"/>
          <p:cNvCxnSpPr/>
          <p:nvPr/>
        </p:nvCxnSpPr>
        <p:spPr>
          <a:xfrm flipH="1" rot="10800000">
            <a:off x="2289586" y="7975847"/>
            <a:ext cx="1828800" cy="75857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8" name="Google Shape;1048;p23"/>
          <p:cNvCxnSpPr/>
          <p:nvPr/>
        </p:nvCxnSpPr>
        <p:spPr>
          <a:xfrm>
            <a:off x="2638265" y="7975847"/>
            <a:ext cx="1155560" cy="75857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9" name="Google Shape;1049;p23"/>
          <p:cNvSpPr/>
          <p:nvPr/>
        </p:nvSpPr>
        <p:spPr>
          <a:xfrm>
            <a:off x="3009798" y="8217023"/>
            <a:ext cx="388375" cy="276225"/>
          </a:xfrm>
          <a:prstGeom prst="pie">
            <a:avLst>
              <a:gd fmla="val 1958974" name="adj1"/>
              <a:gd fmla="val 9341717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3"/>
          <p:cNvSpPr/>
          <p:nvPr/>
        </p:nvSpPr>
        <p:spPr>
          <a:xfrm rot="10800000">
            <a:off x="3021857" y="8217023"/>
            <a:ext cx="388375" cy="276225"/>
          </a:xfrm>
          <a:prstGeom prst="pie">
            <a:avLst>
              <a:gd fmla="val 1958974" name="adj1"/>
              <a:gd fmla="val 9341717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3"/>
          <p:cNvSpPr txBox="1"/>
          <p:nvPr/>
        </p:nvSpPr>
        <p:spPr>
          <a:xfrm>
            <a:off x="3055194" y="7940024"/>
            <a:ext cx="446138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274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52" name="Google Shape;1052;p23"/>
          <p:cNvSpPr txBox="1"/>
          <p:nvPr/>
        </p:nvSpPr>
        <p:spPr>
          <a:xfrm>
            <a:off x="2973219" y="8480285"/>
            <a:ext cx="446138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274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53" name="Google Shape;1053;p23"/>
          <p:cNvSpPr txBox="1"/>
          <p:nvPr/>
        </p:nvSpPr>
        <p:spPr>
          <a:xfrm>
            <a:off x="2812640" y="4144738"/>
            <a:ext cx="446138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270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54" name="Google Shape;1054;p23"/>
          <p:cNvSpPr/>
          <p:nvPr/>
        </p:nvSpPr>
        <p:spPr>
          <a:xfrm>
            <a:off x="3429000" y="9075744"/>
            <a:ext cx="1130968" cy="527403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3"/>
          <p:cNvSpPr/>
          <p:nvPr/>
        </p:nvSpPr>
        <p:spPr>
          <a:xfrm>
            <a:off x="112593" y="7000741"/>
            <a:ext cx="1130968" cy="527403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3"/>
          <p:cNvSpPr/>
          <p:nvPr/>
        </p:nvSpPr>
        <p:spPr>
          <a:xfrm>
            <a:off x="4466686" y="4860430"/>
            <a:ext cx="1130968" cy="527403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3"/>
          <p:cNvSpPr/>
          <p:nvPr/>
        </p:nvSpPr>
        <p:spPr>
          <a:xfrm>
            <a:off x="5614439" y="2750893"/>
            <a:ext cx="1130968" cy="527403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3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3" name="Google Shape;1063;p24"/>
          <p:cNvGraphicFramePr/>
          <p:nvPr/>
        </p:nvGraphicFramePr>
        <p:xfrm>
          <a:off x="136436" y="1535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{56EE2112-516D-4EEA-ABA6-8A44E5E00D37}</a:tableStyleId>
              </a:tblPr>
              <a:tblGrid>
                <a:gridCol w="6552475"/>
              </a:tblGrid>
              <a:tr h="397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</a:rPr>
                        <a:t>Skills Check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</a:tr>
              <a:tr h="178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8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8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8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8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4" name="Google Shape;1064;p24"/>
          <p:cNvSpPr txBox="1"/>
          <p:nvPr/>
        </p:nvSpPr>
        <p:spPr>
          <a:xfrm>
            <a:off x="4269213" y="1302801"/>
            <a:ext cx="87682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666" l="-5556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65" name="Google Shape;1065;p24"/>
          <p:cNvSpPr txBox="1"/>
          <p:nvPr/>
        </p:nvSpPr>
        <p:spPr>
          <a:xfrm>
            <a:off x="5479056" y="1302801"/>
            <a:ext cx="876822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66" l="-6250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66" name="Google Shape;1066;p24"/>
          <p:cNvSpPr txBox="1"/>
          <p:nvPr/>
        </p:nvSpPr>
        <p:spPr>
          <a:xfrm>
            <a:off x="4269213" y="1793404"/>
            <a:ext cx="876822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-5556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67" name="Google Shape;1067;p24"/>
          <p:cNvSpPr txBox="1"/>
          <p:nvPr/>
        </p:nvSpPr>
        <p:spPr>
          <a:xfrm>
            <a:off x="5479055" y="1793404"/>
            <a:ext cx="1052187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-5233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68" name="Google Shape;1068;p24"/>
          <p:cNvSpPr/>
          <p:nvPr/>
        </p:nvSpPr>
        <p:spPr>
          <a:xfrm>
            <a:off x="5391373" y="1222656"/>
            <a:ext cx="1052188" cy="4906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4"/>
          <p:cNvSpPr/>
          <p:nvPr/>
        </p:nvSpPr>
        <p:spPr>
          <a:xfrm>
            <a:off x="1924081" y="9087382"/>
            <a:ext cx="423250" cy="389486"/>
          </a:xfrm>
          <a:prstGeom prst="pie">
            <a:avLst>
              <a:gd fmla="val 10984117" name="adj1"/>
              <a:gd fmla="val 1346078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4"/>
          <p:cNvSpPr/>
          <p:nvPr/>
        </p:nvSpPr>
        <p:spPr>
          <a:xfrm>
            <a:off x="315882" y="9083072"/>
            <a:ext cx="423250" cy="389486"/>
          </a:xfrm>
          <a:prstGeom prst="pie">
            <a:avLst>
              <a:gd fmla="val 18734652" name="adj1"/>
              <a:gd fmla="val 6626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4"/>
          <p:cNvSpPr/>
          <p:nvPr/>
        </p:nvSpPr>
        <p:spPr>
          <a:xfrm>
            <a:off x="559640" y="6351139"/>
            <a:ext cx="1527673" cy="899160"/>
          </a:xfrm>
          <a:custGeom>
            <a:rect b="b" l="l" r="r" t="t"/>
            <a:pathLst>
              <a:path extrusionOk="0" h="1737359" w="1749784">
                <a:moveTo>
                  <a:pt x="0" y="868680"/>
                </a:moveTo>
                <a:lnTo>
                  <a:pt x="471032" y="0"/>
                </a:lnTo>
                <a:lnTo>
                  <a:pt x="1749784" y="861060"/>
                </a:lnTo>
                <a:lnTo>
                  <a:pt x="471032" y="1737359"/>
                </a:lnTo>
                <a:lnTo>
                  <a:pt x="0" y="86868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2" name="Google Shape;1072;p24"/>
          <p:cNvCxnSpPr>
            <a:stCxn id="1071" idx="1"/>
            <a:endCxn id="1071" idx="3"/>
          </p:cNvCxnSpPr>
          <p:nvPr/>
        </p:nvCxnSpPr>
        <p:spPr>
          <a:xfrm>
            <a:off x="970881" y="6351139"/>
            <a:ext cx="0" cy="89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3" name="Google Shape;1073;p24"/>
          <p:cNvCxnSpPr>
            <a:stCxn id="1071" idx="0"/>
            <a:endCxn id="1071" idx="2"/>
          </p:cNvCxnSpPr>
          <p:nvPr/>
        </p:nvCxnSpPr>
        <p:spPr>
          <a:xfrm flipH="1" rot="10800000">
            <a:off x="559640" y="6796819"/>
            <a:ext cx="1527600" cy="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4" name="Google Shape;1074;p24"/>
          <p:cNvSpPr txBox="1"/>
          <p:nvPr/>
        </p:nvSpPr>
        <p:spPr>
          <a:xfrm>
            <a:off x="1457013" y="6756834"/>
            <a:ext cx="264776" cy="26161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-232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75" name="Google Shape;1075;p24"/>
          <p:cNvSpPr txBox="1"/>
          <p:nvPr/>
        </p:nvSpPr>
        <p:spPr>
          <a:xfrm>
            <a:off x="1003232" y="6887639"/>
            <a:ext cx="264776" cy="26161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-3488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76" name="Google Shape;1076;p24"/>
          <p:cNvSpPr/>
          <p:nvPr/>
        </p:nvSpPr>
        <p:spPr>
          <a:xfrm>
            <a:off x="821039" y="7079331"/>
            <a:ext cx="299683" cy="314002"/>
          </a:xfrm>
          <a:prstGeom prst="pie">
            <a:avLst>
              <a:gd fmla="val 16334201" name="adj1"/>
              <a:gd fmla="val 201792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077" name="Google Shape;1077;p24"/>
          <p:cNvSpPr/>
          <p:nvPr/>
        </p:nvSpPr>
        <p:spPr>
          <a:xfrm>
            <a:off x="1863964" y="6572286"/>
            <a:ext cx="367918" cy="454164"/>
          </a:xfrm>
          <a:prstGeom prst="pie">
            <a:avLst>
              <a:gd fmla="val 9577354" name="adj1"/>
              <a:gd fmla="val 1078604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8" name="Google Shape;1078;p24"/>
          <p:cNvGrpSpPr/>
          <p:nvPr/>
        </p:nvGrpSpPr>
        <p:grpSpPr>
          <a:xfrm rot="3658641">
            <a:off x="53815" y="4083863"/>
            <a:ext cx="2277168" cy="2073677"/>
            <a:chOff x="767727" y="681101"/>
            <a:chExt cx="2277168" cy="2073677"/>
          </a:xfrm>
        </p:grpSpPr>
        <p:grpSp>
          <p:nvGrpSpPr>
            <p:cNvPr id="1079" name="Google Shape;1079;p24"/>
            <p:cNvGrpSpPr/>
            <p:nvPr/>
          </p:nvGrpSpPr>
          <p:grpSpPr>
            <a:xfrm rot="-171950">
              <a:off x="815537" y="734407"/>
              <a:ext cx="2181549" cy="1967066"/>
              <a:chOff x="889710" y="877976"/>
              <a:chExt cx="1888373" cy="1594500"/>
            </a:xfrm>
          </p:grpSpPr>
          <p:sp>
            <p:nvSpPr>
              <p:cNvPr id="1080" name="Google Shape;1080;p24"/>
              <p:cNvSpPr/>
              <p:nvPr/>
            </p:nvSpPr>
            <p:spPr>
              <a:xfrm rot="3787812">
                <a:off x="1402822" y="835198"/>
                <a:ext cx="862149" cy="1680103"/>
              </a:xfrm>
              <a:prstGeom prst="diamond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81" name="Google Shape;1081;p24"/>
              <p:cNvCxnSpPr>
                <a:stCxn id="1080" idx="1"/>
                <a:endCxn id="1080" idx="3"/>
              </p:cNvCxnSpPr>
              <p:nvPr/>
            </p:nvCxnSpPr>
            <p:spPr>
              <a:xfrm flipH="1" rot="-3385302">
                <a:off x="1599319" y="1299626"/>
                <a:ext cx="469194" cy="7513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82" name="Google Shape;1082;p24"/>
              <p:cNvCxnSpPr>
                <a:stCxn id="1080" idx="0"/>
                <a:endCxn id="1080" idx="2"/>
              </p:cNvCxnSpPr>
              <p:nvPr/>
            </p:nvCxnSpPr>
            <p:spPr>
              <a:xfrm rot="7416343">
                <a:off x="1127316" y="1260482"/>
                <a:ext cx="1413073" cy="82948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083" name="Google Shape;1083;p24"/>
            <p:cNvCxnSpPr/>
            <p:nvPr/>
          </p:nvCxnSpPr>
          <p:spPr>
            <a:xfrm>
              <a:off x="1309688" y="1647825"/>
              <a:ext cx="190500" cy="666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4" name="Google Shape;1084;p24"/>
            <p:cNvCxnSpPr/>
            <p:nvPr/>
          </p:nvCxnSpPr>
          <p:spPr>
            <a:xfrm flipH="1">
              <a:off x="2140469" y="1160416"/>
              <a:ext cx="26193" cy="149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5" name="Google Shape;1085;p24"/>
            <p:cNvCxnSpPr/>
            <p:nvPr/>
          </p:nvCxnSpPr>
          <p:spPr>
            <a:xfrm>
              <a:off x="2333068" y="1750245"/>
              <a:ext cx="190500" cy="666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6" name="Google Shape;1086;p24"/>
            <p:cNvCxnSpPr/>
            <p:nvPr/>
          </p:nvCxnSpPr>
          <p:spPr>
            <a:xfrm flipH="1">
              <a:off x="1702319" y="2126564"/>
              <a:ext cx="26193" cy="149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087" name="Google Shape;1087;p24"/>
          <p:cNvSpPr txBox="1"/>
          <p:nvPr/>
        </p:nvSpPr>
        <p:spPr>
          <a:xfrm>
            <a:off x="1459017" y="5389822"/>
            <a:ext cx="183321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-10666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88" name="Google Shape;1088;p24"/>
          <p:cNvSpPr/>
          <p:nvPr/>
        </p:nvSpPr>
        <p:spPr>
          <a:xfrm>
            <a:off x="653577" y="5402236"/>
            <a:ext cx="543763" cy="317501"/>
          </a:xfrm>
          <a:prstGeom prst="pie">
            <a:avLst>
              <a:gd fmla="val 18085752" name="adj1"/>
              <a:gd fmla="val 30283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4"/>
          <p:cNvSpPr txBox="1"/>
          <p:nvPr/>
        </p:nvSpPr>
        <p:spPr>
          <a:xfrm>
            <a:off x="1082058" y="5216515"/>
            <a:ext cx="196407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-437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90" name="Google Shape;1090;p24"/>
          <p:cNvSpPr/>
          <p:nvPr/>
        </p:nvSpPr>
        <p:spPr>
          <a:xfrm>
            <a:off x="1834016" y="5467274"/>
            <a:ext cx="406834" cy="315216"/>
          </a:xfrm>
          <a:prstGeom prst="pie">
            <a:avLst>
              <a:gd fmla="val 10897650" name="adj1"/>
              <a:gd fmla="val 12574488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1" name="Google Shape;1091;p24"/>
          <p:cNvGrpSpPr/>
          <p:nvPr/>
        </p:nvGrpSpPr>
        <p:grpSpPr>
          <a:xfrm>
            <a:off x="269006" y="2898142"/>
            <a:ext cx="1902790" cy="946166"/>
            <a:chOff x="918786" y="1034271"/>
            <a:chExt cx="1902790" cy="946166"/>
          </a:xfrm>
        </p:grpSpPr>
        <p:grpSp>
          <p:nvGrpSpPr>
            <p:cNvPr id="1092" name="Google Shape;1092;p24"/>
            <p:cNvGrpSpPr/>
            <p:nvPr/>
          </p:nvGrpSpPr>
          <p:grpSpPr>
            <a:xfrm>
              <a:off x="992776" y="1139891"/>
              <a:ext cx="1828800" cy="758578"/>
              <a:chOff x="992776" y="1139891"/>
              <a:chExt cx="1828800" cy="758578"/>
            </a:xfrm>
          </p:grpSpPr>
          <p:sp>
            <p:nvSpPr>
              <p:cNvPr id="1093" name="Google Shape;1093;p24"/>
              <p:cNvSpPr/>
              <p:nvPr/>
            </p:nvSpPr>
            <p:spPr>
              <a:xfrm>
                <a:off x="992776" y="1139891"/>
                <a:ext cx="1828800" cy="758578"/>
              </a:xfrm>
              <a:prstGeom prst="parallelogram">
                <a:avLst>
                  <a:gd fmla="val 43328" name="adj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94" name="Google Shape;1094;p24"/>
              <p:cNvCxnSpPr/>
              <p:nvPr/>
            </p:nvCxnSpPr>
            <p:spPr>
              <a:xfrm flipH="1" rot="10800000">
                <a:off x="992776" y="1139891"/>
                <a:ext cx="182880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95" name="Google Shape;1095;p24"/>
              <p:cNvCxnSpPr/>
              <p:nvPr/>
            </p:nvCxnSpPr>
            <p:spPr>
              <a:xfrm>
                <a:off x="1341455" y="1139891"/>
                <a:ext cx="1155560" cy="75857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096" name="Google Shape;1096;p24"/>
            <p:cNvSpPr/>
            <p:nvPr/>
          </p:nvSpPr>
          <p:spPr>
            <a:xfrm>
              <a:off x="1232534" y="1034271"/>
              <a:ext cx="196216" cy="201597"/>
            </a:xfrm>
            <a:prstGeom prst="pie">
              <a:avLst>
                <a:gd fmla="val 1924054" name="adj1"/>
                <a:gd fmla="val 673322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24"/>
            <p:cNvSpPr txBox="1"/>
            <p:nvPr/>
          </p:nvSpPr>
          <p:spPr>
            <a:xfrm>
              <a:off x="1232534" y="1177637"/>
              <a:ext cx="319087" cy="276999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098" name="Google Shape;1098;p24"/>
            <p:cNvSpPr/>
            <p:nvPr/>
          </p:nvSpPr>
          <p:spPr>
            <a:xfrm>
              <a:off x="918786" y="1778840"/>
              <a:ext cx="196216" cy="201597"/>
            </a:xfrm>
            <a:prstGeom prst="pie">
              <a:avLst>
                <a:gd fmla="val 16968508" name="adj1"/>
                <a:gd fmla="val 20424335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24"/>
            <p:cNvSpPr txBox="1"/>
            <p:nvPr/>
          </p:nvSpPr>
          <p:spPr>
            <a:xfrm>
              <a:off x="1022368" y="1574048"/>
              <a:ext cx="319087" cy="276999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-1730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00" name="Google Shape;1100;p24"/>
            <p:cNvSpPr/>
            <p:nvPr/>
          </p:nvSpPr>
          <p:spPr>
            <a:xfrm>
              <a:off x="1821127" y="1418381"/>
              <a:ext cx="196216" cy="201597"/>
            </a:xfrm>
            <a:prstGeom prst="pie">
              <a:avLst>
                <a:gd fmla="val 20212450" name="adj1"/>
                <a:gd fmla="val 193256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24"/>
            <p:cNvSpPr txBox="1"/>
            <p:nvPr/>
          </p:nvSpPr>
          <p:spPr>
            <a:xfrm>
              <a:off x="1993701" y="1380679"/>
              <a:ext cx="319087" cy="276999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0" l="0" r="-1509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102" name="Google Shape;1102;p24"/>
          <p:cNvGrpSpPr/>
          <p:nvPr/>
        </p:nvGrpSpPr>
        <p:grpSpPr>
          <a:xfrm>
            <a:off x="247909" y="971410"/>
            <a:ext cx="1954915" cy="1076696"/>
            <a:chOff x="976429" y="616358"/>
            <a:chExt cx="2237034" cy="1330247"/>
          </a:xfrm>
        </p:grpSpPr>
        <p:sp>
          <p:nvSpPr>
            <p:cNvPr id="1103" name="Google Shape;1103;p24"/>
            <p:cNvSpPr/>
            <p:nvPr/>
          </p:nvSpPr>
          <p:spPr>
            <a:xfrm>
              <a:off x="976429" y="616358"/>
              <a:ext cx="476834" cy="387077"/>
            </a:xfrm>
            <a:prstGeom prst="pie">
              <a:avLst>
                <a:gd fmla="val 1795625" name="adj1"/>
                <a:gd fmla="val 5447194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04" name="Google Shape;1104;p24"/>
            <p:cNvGrpSpPr/>
            <p:nvPr/>
          </p:nvGrpSpPr>
          <p:grpSpPr>
            <a:xfrm>
              <a:off x="1214846" y="809896"/>
              <a:ext cx="1998617" cy="1136709"/>
              <a:chOff x="1214846" y="809897"/>
              <a:chExt cx="1998617" cy="1136709"/>
            </a:xfrm>
          </p:grpSpPr>
          <p:grpSp>
            <p:nvGrpSpPr>
              <p:cNvPr id="1105" name="Google Shape;1105;p24"/>
              <p:cNvGrpSpPr/>
              <p:nvPr/>
            </p:nvGrpSpPr>
            <p:grpSpPr>
              <a:xfrm>
                <a:off x="1214846" y="809897"/>
                <a:ext cx="1998617" cy="1136709"/>
                <a:chOff x="1214846" y="809897"/>
                <a:chExt cx="1998617" cy="1136709"/>
              </a:xfrm>
            </p:grpSpPr>
            <p:sp>
              <p:nvSpPr>
                <p:cNvPr id="1106" name="Google Shape;1106;p24"/>
                <p:cNvSpPr/>
                <p:nvPr/>
              </p:nvSpPr>
              <p:spPr>
                <a:xfrm>
                  <a:off x="1214846" y="809897"/>
                  <a:ext cx="1998617" cy="1136709"/>
                </a:xfrm>
                <a:prstGeom prst="rect">
                  <a:avLst/>
                </a:prstGeom>
                <a:noFill/>
                <a:ln cap="flat" cmpd="sng" w="12700">
                  <a:solidFill>
                    <a:srgbClr val="26415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107" name="Google Shape;1107;p24"/>
                <p:cNvCxnSpPr/>
                <p:nvPr/>
              </p:nvCxnSpPr>
              <p:spPr>
                <a:xfrm>
                  <a:off x="1214846" y="809897"/>
                  <a:ext cx="1998617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08" name="Google Shape;1108;p24"/>
                <p:cNvCxnSpPr/>
                <p:nvPr/>
              </p:nvCxnSpPr>
              <p:spPr>
                <a:xfrm flipH="1" rot="10800000">
                  <a:off x="1214846" y="809897"/>
                  <a:ext cx="1998617" cy="11367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109" name="Google Shape;1109;p24"/>
              <p:cNvSpPr txBox="1"/>
              <p:nvPr/>
            </p:nvSpPr>
            <p:spPr>
              <a:xfrm>
                <a:off x="1214846" y="1003435"/>
                <a:ext cx="328613" cy="276999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1975737" y="1184712"/>
                <a:ext cx="476834" cy="387077"/>
              </a:xfrm>
              <a:prstGeom prst="pie">
                <a:avLst>
                  <a:gd fmla="val 1795625" name="adj1"/>
                  <a:gd fmla="val 9101989" name="adj2"/>
                </a:avLst>
              </a:prstGeom>
              <a:noFill/>
              <a:ln cap="flat" cmpd="sng" w="9525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1" name="Google Shape;1111;p24"/>
              <p:cNvSpPr txBox="1"/>
              <p:nvPr/>
            </p:nvSpPr>
            <p:spPr>
              <a:xfrm>
                <a:off x="1975737" y="1571789"/>
                <a:ext cx="328614" cy="34223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b="0" l="0" r="-59574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  <p:sp>
        <p:nvSpPr>
          <p:cNvPr id="1112" name="Google Shape;1112;p24"/>
          <p:cNvSpPr txBox="1"/>
          <p:nvPr/>
        </p:nvSpPr>
        <p:spPr>
          <a:xfrm>
            <a:off x="4247795" y="3013354"/>
            <a:ext cx="876822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24589" l="-6250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3" name="Google Shape;1113;p24"/>
          <p:cNvSpPr txBox="1"/>
          <p:nvPr/>
        </p:nvSpPr>
        <p:spPr>
          <a:xfrm>
            <a:off x="5457637" y="3013354"/>
            <a:ext cx="945003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24589" l="-5161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4" name="Google Shape;1114;p24"/>
          <p:cNvSpPr txBox="1"/>
          <p:nvPr/>
        </p:nvSpPr>
        <p:spPr>
          <a:xfrm>
            <a:off x="4247795" y="3503957"/>
            <a:ext cx="876822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26666" l="-6250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5" name="Google Shape;1115;p24"/>
          <p:cNvSpPr txBox="1"/>
          <p:nvPr/>
        </p:nvSpPr>
        <p:spPr>
          <a:xfrm>
            <a:off x="5457637" y="3503957"/>
            <a:ext cx="1052187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-26666" l="-4624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6" name="Google Shape;1116;p24"/>
          <p:cNvSpPr/>
          <p:nvPr/>
        </p:nvSpPr>
        <p:spPr>
          <a:xfrm>
            <a:off x="5350453" y="3437919"/>
            <a:ext cx="1052188" cy="4906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4"/>
          <p:cNvSpPr txBox="1"/>
          <p:nvPr/>
        </p:nvSpPr>
        <p:spPr>
          <a:xfrm>
            <a:off x="4318190" y="4755591"/>
            <a:ext cx="876822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-24589" l="-5556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8" name="Google Shape;1118;p24"/>
          <p:cNvSpPr txBox="1"/>
          <p:nvPr/>
        </p:nvSpPr>
        <p:spPr>
          <a:xfrm>
            <a:off x="5528032" y="4755591"/>
            <a:ext cx="945003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24589" l="-5806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9" name="Google Shape;1119;p24"/>
          <p:cNvSpPr txBox="1"/>
          <p:nvPr/>
        </p:nvSpPr>
        <p:spPr>
          <a:xfrm>
            <a:off x="4318190" y="5246194"/>
            <a:ext cx="876822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26666" l="-5556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0" name="Google Shape;1120;p24"/>
          <p:cNvSpPr txBox="1"/>
          <p:nvPr/>
        </p:nvSpPr>
        <p:spPr>
          <a:xfrm>
            <a:off x="5528032" y="5246194"/>
            <a:ext cx="1052187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-26666" l="-5233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1" name="Google Shape;1121;p24"/>
          <p:cNvSpPr/>
          <p:nvPr/>
        </p:nvSpPr>
        <p:spPr>
          <a:xfrm>
            <a:off x="4181530" y="4725912"/>
            <a:ext cx="1052188" cy="4906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4"/>
          <p:cNvSpPr txBox="1"/>
          <p:nvPr/>
        </p:nvSpPr>
        <p:spPr>
          <a:xfrm>
            <a:off x="4236914" y="6424753"/>
            <a:ext cx="876822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-24591" l="-5556" r="0" t="-98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3" name="Google Shape;1123;p24"/>
          <p:cNvSpPr txBox="1"/>
          <p:nvPr/>
        </p:nvSpPr>
        <p:spPr>
          <a:xfrm>
            <a:off x="5446756" y="6424753"/>
            <a:ext cx="945003" cy="369332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-24591" l="-5128" r="0" t="-98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4" name="Google Shape;1124;p24"/>
          <p:cNvSpPr txBox="1"/>
          <p:nvPr/>
        </p:nvSpPr>
        <p:spPr>
          <a:xfrm>
            <a:off x="4236914" y="6915356"/>
            <a:ext cx="876822" cy="369332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-24589" l="-5556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5" name="Google Shape;1125;p24"/>
          <p:cNvSpPr txBox="1"/>
          <p:nvPr/>
        </p:nvSpPr>
        <p:spPr>
          <a:xfrm>
            <a:off x="5446756" y="6915356"/>
            <a:ext cx="1052187" cy="369332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-24589" l="-4624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6" name="Google Shape;1126;p24"/>
          <p:cNvSpPr/>
          <p:nvPr/>
        </p:nvSpPr>
        <p:spPr>
          <a:xfrm>
            <a:off x="5361025" y="6363268"/>
            <a:ext cx="1052188" cy="4906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4"/>
          <p:cNvSpPr txBox="1"/>
          <p:nvPr/>
        </p:nvSpPr>
        <p:spPr>
          <a:xfrm>
            <a:off x="4190083" y="8229734"/>
            <a:ext cx="876822" cy="369332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-24589" l="-5556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8" name="Google Shape;1128;p24"/>
          <p:cNvSpPr txBox="1"/>
          <p:nvPr/>
        </p:nvSpPr>
        <p:spPr>
          <a:xfrm>
            <a:off x="5399925" y="8229734"/>
            <a:ext cx="945003" cy="369332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-24589" l="-5806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9" name="Google Shape;1129;p24"/>
          <p:cNvSpPr txBox="1"/>
          <p:nvPr/>
        </p:nvSpPr>
        <p:spPr>
          <a:xfrm>
            <a:off x="4190083" y="8720337"/>
            <a:ext cx="876822" cy="369332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-26666" l="-5556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30" name="Google Shape;1130;p24"/>
          <p:cNvSpPr txBox="1"/>
          <p:nvPr/>
        </p:nvSpPr>
        <p:spPr>
          <a:xfrm>
            <a:off x="5399925" y="8720337"/>
            <a:ext cx="1052187" cy="369332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-26666" l="-5233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31" name="Google Shape;1131;p24"/>
          <p:cNvSpPr/>
          <p:nvPr/>
        </p:nvSpPr>
        <p:spPr>
          <a:xfrm>
            <a:off x="4072429" y="8675558"/>
            <a:ext cx="1052188" cy="4906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24"/>
          <p:cNvSpPr/>
          <p:nvPr/>
        </p:nvSpPr>
        <p:spPr>
          <a:xfrm>
            <a:off x="528546" y="8078799"/>
            <a:ext cx="1605916" cy="1200150"/>
          </a:xfrm>
          <a:custGeom>
            <a:rect b="b" l="l" r="r" t="t"/>
            <a:pathLst>
              <a:path extrusionOk="0" h="1200150" w="1605916">
                <a:moveTo>
                  <a:pt x="0" y="1200150"/>
                </a:moveTo>
                <a:lnTo>
                  <a:pt x="378380" y="0"/>
                </a:lnTo>
                <a:lnTo>
                  <a:pt x="1008461" y="0"/>
                </a:lnTo>
                <a:lnTo>
                  <a:pt x="1605916" y="1200150"/>
                </a:lnTo>
                <a:lnTo>
                  <a:pt x="0" y="120015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3" name="Google Shape;1133;p24"/>
          <p:cNvCxnSpPr>
            <a:stCxn id="1132" idx="1"/>
          </p:cNvCxnSpPr>
          <p:nvPr/>
        </p:nvCxnSpPr>
        <p:spPr>
          <a:xfrm>
            <a:off x="906926" y="8078799"/>
            <a:ext cx="1227600" cy="120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4" name="Google Shape;1134;p24"/>
          <p:cNvCxnSpPr>
            <a:endCxn id="1132" idx="2"/>
          </p:cNvCxnSpPr>
          <p:nvPr/>
        </p:nvCxnSpPr>
        <p:spPr>
          <a:xfrm flipH="1" rot="10800000">
            <a:off x="528546" y="8078949"/>
            <a:ext cx="1008600" cy="120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5" name="Google Shape;1135;p24"/>
          <p:cNvSpPr/>
          <p:nvPr/>
        </p:nvSpPr>
        <p:spPr>
          <a:xfrm>
            <a:off x="1041400" y="8221696"/>
            <a:ext cx="423250" cy="389486"/>
          </a:xfrm>
          <a:prstGeom prst="pie">
            <a:avLst>
              <a:gd fmla="val 7674437" name="adj1"/>
              <a:gd fmla="val 1343854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24"/>
          <p:cNvSpPr txBox="1"/>
          <p:nvPr/>
        </p:nvSpPr>
        <p:spPr>
          <a:xfrm>
            <a:off x="748788" y="8412798"/>
            <a:ext cx="314325" cy="276999"/>
          </a:xfrm>
          <a:prstGeom prst="rect">
            <a:avLst/>
          </a:prstGeom>
          <a:blipFill rotWithShape="1">
            <a:blip r:embed="rId32">
              <a:alphaModFix/>
            </a:blip>
            <a:stretch>
              <a:fillRect b="0" l="0" r="-196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37" name="Google Shape;1137;p24"/>
          <p:cNvSpPr txBox="1"/>
          <p:nvPr/>
        </p:nvSpPr>
        <p:spPr>
          <a:xfrm>
            <a:off x="1560136" y="9006128"/>
            <a:ext cx="314325" cy="276999"/>
          </a:xfrm>
          <a:prstGeom prst="rect">
            <a:avLst/>
          </a:prstGeom>
          <a:blipFill rotWithShape="1">
            <a:blip r:embed="rId33">
              <a:alphaModFix/>
            </a:blip>
            <a:stretch>
              <a:fillRect b="0" l="0" r="-196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38" name="Google Shape;1138;p24"/>
          <p:cNvSpPr txBox="1"/>
          <p:nvPr/>
        </p:nvSpPr>
        <p:spPr>
          <a:xfrm>
            <a:off x="711970" y="9000816"/>
            <a:ext cx="314325" cy="276999"/>
          </a:xfrm>
          <a:prstGeom prst="rect">
            <a:avLst/>
          </a:prstGeom>
          <a:blipFill rotWithShape="1">
            <a:blip r:embed="rId3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39" name="Google Shape;1139;p24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