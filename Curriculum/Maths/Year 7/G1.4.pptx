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9906000" cx="6858000"/>
  <p:notesSz cx="6858000" cy="9945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0875D8-4224-4AFF-9E44-5EFF1BB09EAF}">
  <a:tblStyle styleId="{570875D8-4224-4AFF-9E44-5EFF1BB09E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7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7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7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7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7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8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8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82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8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8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8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8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24.png"/><Relationship Id="rId7" Type="http://schemas.openxmlformats.org/officeDocument/2006/relationships/image" Target="../media/image10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Relationship Id="rId8" Type="http://schemas.openxmlformats.org/officeDocument/2006/relationships/image" Target="../media/image40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43.png"/><Relationship Id="rId22" Type="http://schemas.openxmlformats.org/officeDocument/2006/relationships/image" Target="../media/image45.png"/><Relationship Id="rId21" Type="http://schemas.openxmlformats.org/officeDocument/2006/relationships/image" Target="../media/image53.png"/><Relationship Id="rId24" Type="http://schemas.openxmlformats.org/officeDocument/2006/relationships/image" Target="../media/image59.png"/><Relationship Id="rId23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26" Type="http://schemas.openxmlformats.org/officeDocument/2006/relationships/image" Target="../media/image69.png"/><Relationship Id="rId25" Type="http://schemas.openxmlformats.org/officeDocument/2006/relationships/image" Target="../media/image80.png"/><Relationship Id="rId28" Type="http://schemas.openxmlformats.org/officeDocument/2006/relationships/image" Target="../media/image58.png"/><Relationship Id="rId27" Type="http://schemas.openxmlformats.org/officeDocument/2006/relationships/image" Target="../media/image50.png"/><Relationship Id="rId5" Type="http://schemas.openxmlformats.org/officeDocument/2006/relationships/image" Target="../media/image32.png"/><Relationship Id="rId6" Type="http://schemas.openxmlformats.org/officeDocument/2006/relationships/image" Target="../media/image39.png"/><Relationship Id="rId7" Type="http://schemas.openxmlformats.org/officeDocument/2006/relationships/image" Target="../media/image37.png"/><Relationship Id="rId8" Type="http://schemas.openxmlformats.org/officeDocument/2006/relationships/image" Target="../media/image30.png"/><Relationship Id="rId11" Type="http://schemas.openxmlformats.org/officeDocument/2006/relationships/image" Target="../media/image36.png"/><Relationship Id="rId10" Type="http://schemas.openxmlformats.org/officeDocument/2006/relationships/image" Target="../media/image38.png"/><Relationship Id="rId13" Type="http://schemas.openxmlformats.org/officeDocument/2006/relationships/image" Target="../media/image25.png"/><Relationship Id="rId12" Type="http://schemas.openxmlformats.org/officeDocument/2006/relationships/image" Target="../media/image22.png"/><Relationship Id="rId15" Type="http://schemas.openxmlformats.org/officeDocument/2006/relationships/image" Target="../media/image35.png"/><Relationship Id="rId14" Type="http://schemas.openxmlformats.org/officeDocument/2006/relationships/image" Target="../media/image33.png"/><Relationship Id="rId17" Type="http://schemas.openxmlformats.org/officeDocument/2006/relationships/image" Target="../media/image41.png"/><Relationship Id="rId16" Type="http://schemas.openxmlformats.org/officeDocument/2006/relationships/image" Target="../media/image62.png"/><Relationship Id="rId19" Type="http://schemas.openxmlformats.org/officeDocument/2006/relationships/image" Target="../media/image42.png"/><Relationship Id="rId18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83.png"/><Relationship Id="rId22" Type="http://schemas.openxmlformats.org/officeDocument/2006/relationships/image" Target="../media/image75.png"/><Relationship Id="rId21" Type="http://schemas.openxmlformats.org/officeDocument/2006/relationships/image" Target="../media/image68.png"/><Relationship Id="rId24" Type="http://schemas.openxmlformats.org/officeDocument/2006/relationships/image" Target="../media/image71.png"/><Relationship Id="rId23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Relationship Id="rId9" Type="http://schemas.openxmlformats.org/officeDocument/2006/relationships/image" Target="../media/image54.png"/><Relationship Id="rId26" Type="http://schemas.openxmlformats.org/officeDocument/2006/relationships/image" Target="../media/image76.png"/><Relationship Id="rId25" Type="http://schemas.openxmlformats.org/officeDocument/2006/relationships/image" Target="../media/image73.png"/><Relationship Id="rId28" Type="http://schemas.openxmlformats.org/officeDocument/2006/relationships/image" Target="../media/image74.png"/><Relationship Id="rId27" Type="http://schemas.openxmlformats.org/officeDocument/2006/relationships/image" Target="../media/image91.png"/><Relationship Id="rId5" Type="http://schemas.openxmlformats.org/officeDocument/2006/relationships/image" Target="../media/image61.png"/><Relationship Id="rId6" Type="http://schemas.openxmlformats.org/officeDocument/2006/relationships/image" Target="../media/image52.png"/><Relationship Id="rId29" Type="http://schemas.openxmlformats.org/officeDocument/2006/relationships/image" Target="../media/image102.png"/><Relationship Id="rId7" Type="http://schemas.openxmlformats.org/officeDocument/2006/relationships/image" Target="../media/image56.png"/><Relationship Id="rId8" Type="http://schemas.openxmlformats.org/officeDocument/2006/relationships/image" Target="../media/image64.png"/><Relationship Id="rId30" Type="http://schemas.openxmlformats.org/officeDocument/2006/relationships/image" Target="../media/image77.png"/><Relationship Id="rId11" Type="http://schemas.openxmlformats.org/officeDocument/2006/relationships/image" Target="../media/image60.png"/><Relationship Id="rId10" Type="http://schemas.openxmlformats.org/officeDocument/2006/relationships/image" Target="../media/image51.png"/><Relationship Id="rId13" Type="http://schemas.openxmlformats.org/officeDocument/2006/relationships/image" Target="../media/image49.png"/><Relationship Id="rId12" Type="http://schemas.openxmlformats.org/officeDocument/2006/relationships/image" Target="../media/image67.png"/><Relationship Id="rId15" Type="http://schemas.openxmlformats.org/officeDocument/2006/relationships/image" Target="../media/image55.png"/><Relationship Id="rId14" Type="http://schemas.openxmlformats.org/officeDocument/2006/relationships/image" Target="../media/image66.png"/><Relationship Id="rId17" Type="http://schemas.openxmlformats.org/officeDocument/2006/relationships/image" Target="../media/image70.png"/><Relationship Id="rId16" Type="http://schemas.openxmlformats.org/officeDocument/2006/relationships/image" Target="../media/image57.png"/><Relationship Id="rId19" Type="http://schemas.openxmlformats.org/officeDocument/2006/relationships/image" Target="../media/image65.png"/><Relationship Id="rId18" Type="http://schemas.openxmlformats.org/officeDocument/2006/relationships/image" Target="../media/image63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8.png"/><Relationship Id="rId22" Type="http://schemas.openxmlformats.org/officeDocument/2006/relationships/image" Target="../media/image95.png"/><Relationship Id="rId21" Type="http://schemas.openxmlformats.org/officeDocument/2006/relationships/image" Target="../media/image104.png"/><Relationship Id="rId24" Type="http://schemas.openxmlformats.org/officeDocument/2006/relationships/image" Target="../media/image124.png"/><Relationship Id="rId23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9.png"/><Relationship Id="rId4" Type="http://schemas.openxmlformats.org/officeDocument/2006/relationships/image" Target="../media/image82.png"/><Relationship Id="rId9" Type="http://schemas.openxmlformats.org/officeDocument/2006/relationships/image" Target="../media/image84.png"/><Relationship Id="rId26" Type="http://schemas.openxmlformats.org/officeDocument/2006/relationships/image" Target="../media/image101.png"/><Relationship Id="rId25" Type="http://schemas.openxmlformats.org/officeDocument/2006/relationships/image" Target="../media/image100.png"/><Relationship Id="rId5" Type="http://schemas.openxmlformats.org/officeDocument/2006/relationships/image" Target="../media/image81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97.png"/><Relationship Id="rId11" Type="http://schemas.openxmlformats.org/officeDocument/2006/relationships/image" Target="../media/image87.png"/><Relationship Id="rId10" Type="http://schemas.openxmlformats.org/officeDocument/2006/relationships/image" Target="../media/image103.png"/><Relationship Id="rId13" Type="http://schemas.openxmlformats.org/officeDocument/2006/relationships/image" Target="../media/image88.png"/><Relationship Id="rId12" Type="http://schemas.openxmlformats.org/officeDocument/2006/relationships/image" Target="../media/image89.png"/><Relationship Id="rId15" Type="http://schemas.openxmlformats.org/officeDocument/2006/relationships/image" Target="../media/image98.png"/><Relationship Id="rId14" Type="http://schemas.openxmlformats.org/officeDocument/2006/relationships/image" Target="../media/image93.png"/><Relationship Id="rId17" Type="http://schemas.openxmlformats.org/officeDocument/2006/relationships/image" Target="../media/image96.png"/><Relationship Id="rId16" Type="http://schemas.openxmlformats.org/officeDocument/2006/relationships/image" Target="../media/image90.png"/><Relationship Id="rId19" Type="http://schemas.openxmlformats.org/officeDocument/2006/relationships/image" Target="../media/image92.png"/><Relationship Id="rId18" Type="http://schemas.openxmlformats.org/officeDocument/2006/relationships/image" Target="../media/image9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2.png"/><Relationship Id="rId4" Type="http://schemas.openxmlformats.org/officeDocument/2006/relationships/image" Target="../media/image122.png"/><Relationship Id="rId9" Type="http://schemas.openxmlformats.org/officeDocument/2006/relationships/image" Target="../media/image115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99.png"/><Relationship Id="rId8" Type="http://schemas.openxmlformats.org/officeDocument/2006/relationships/image" Target="../media/image109.png"/><Relationship Id="rId11" Type="http://schemas.openxmlformats.org/officeDocument/2006/relationships/image" Target="../media/image111.png"/><Relationship Id="rId10" Type="http://schemas.openxmlformats.org/officeDocument/2006/relationships/image" Target="../media/image120.png"/><Relationship Id="rId13" Type="http://schemas.openxmlformats.org/officeDocument/2006/relationships/image" Target="../media/image113.png"/><Relationship Id="rId12" Type="http://schemas.openxmlformats.org/officeDocument/2006/relationships/image" Target="../media/image110.png"/><Relationship Id="rId15" Type="http://schemas.openxmlformats.org/officeDocument/2006/relationships/image" Target="../media/image117.png"/><Relationship Id="rId14" Type="http://schemas.openxmlformats.org/officeDocument/2006/relationships/image" Target="../media/image107.png"/><Relationship Id="rId17" Type="http://schemas.openxmlformats.org/officeDocument/2006/relationships/image" Target="../media/image114.png"/><Relationship Id="rId16" Type="http://schemas.openxmlformats.org/officeDocument/2006/relationships/image" Target="../media/image116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7.png"/><Relationship Id="rId22" Type="http://schemas.openxmlformats.org/officeDocument/2006/relationships/image" Target="../media/image145.png"/><Relationship Id="rId21" Type="http://schemas.openxmlformats.org/officeDocument/2006/relationships/image" Target="../media/image148.png"/><Relationship Id="rId24" Type="http://schemas.openxmlformats.org/officeDocument/2006/relationships/image" Target="../media/image152.png"/><Relationship Id="rId23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8.png"/><Relationship Id="rId4" Type="http://schemas.openxmlformats.org/officeDocument/2006/relationships/image" Target="../media/image125.png"/><Relationship Id="rId9" Type="http://schemas.openxmlformats.org/officeDocument/2006/relationships/image" Target="../media/image123.png"/><Relationship Id="rId26" Type="http://schemas.openxmlformats.org/officeDocument/2006/relationships/image" Target="../media/image141.png"/><Relationship Id="rId25" Type="http://schemas.openxmlformats.org/officeDocument/2006/relationships/image" Target="../media/image146.png"/><Relationship Id="rId28" Type="http://schemas.openxmlformats.org/officeDocument/2006/relationships/image" Target="../media/image158.png"/><Relationship Id="rId27" Type="http://schemas.openxmlformats.org/officeDocument/2006/relationships/image" Target="../media/image143.png"/><Relationship Id="rId5" Type="http://schemas.openxmlformats.org/officeDocument/2006/relationships/image" Target="../media/image136.png"/><Relationship Id="rId6" Type="http://schemas.openxmlformats.org/officeDocument/2006/relationships/image" Target="../media/image111.png"/><Relationship Id="rId29" Type="http://schemas.openxmlformats.org/officeDocument/2006/relationships/image" Target="../media/image156.png"/><Relationship Id="rId7" Type="http://schemas.openxmlformats.org/officeDocument/2006/relationships/image" Target="../media/image135.png"/><Relationship Id="rId8" Type="http://schemas.openxmlformats.org/officeDocument/2006/relationships/image" Target="../media/image121.png"/><Relationship Id="rId11" Type="http://schemas.openxmlformats.org/officeDocument/2006/relationships/image" Target="../media/image129.png"/><Relationship Id="rId10" Type="http://schemas.openxmlformats.org/officeDocument/2006/relationships/image" Target="../media/image127.png"/><Relationship Id="rId13" Type="http://schemas.openxmlformats.org/officeDocument/2006/relationships/image" Target="../media/image149.png"/><Relationship Id="rId12" Type="http://schemas.openxmlformats.org/officeDocument/2006/relationships/image" Target="../media/image133.png"/><Relationship Id="rId15" Type="http://schemas.openxmlformats.org/officeDocument/2006/relationships/image" Target="../media/image142.png"/><Relationship Id="rId14" Type="http://schemas.openxmlformats.org/officeDocument/2006/relationships/image" Target="../media/image134.png"/><Relationship Id="rId17" Type="http://schemas.openxmlformats.org/officeDocument/2006/relationships/image" Target="../media/image140.png"/><Relationship Id="rId16" Type="http://schemas.openxmlformats.org/officeDocument/2006/relationships/image" Target="../media/image137.png"/><Relationship Id="rId19" Type="http://schemas.openxmlformats.org/officeDocument/2006/relationships/image" Target="../media/image139.png"/><Relationship Id="rId18" Type="http://schemas.openxmlformats.org/officeDocument/2006/relationships/image" Target="../media/image1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4.png"/><Relationship Id="rId4" Type="http://schemas.openxmlformats.org/officeDocument/2006/relationships/image" Target="../media/image163.png"/><Relationship Id="rId9" Type="http://schemas.openxmlformats.org/officeDocument/2006/relationships/image" Target="../media/image154.png"/><Relationship Id="rId5" Type="http://schemas.openxmlformats.org/officeDocument/2006/relationships/image" Target="../media/image155.png"/><Relationship Id="rId6" Type="http://schemas.openxmlformats.org/officeDocument/2006/relationships/image" Target="../media/image150.png"/><Relationship Id="rId7" Type="http://schemas.openxmlformats.org/officeDocument/2006/relationships/image" Target="../media/image164.png"/><Relationship Id="rId8" Type="http://schemas.openxmlformats.org/officeDocument/2006/relationships/image" Target="../media/image172.png"/><Relationship Id="rId10" Type="http://schemas.openxmlformats.org/officeDocument/2006/relationships/image" Target="../media/image168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0.png"/><Relationship Id="rId22" Type="http://schemas.openxmlformats.org/officeDocument/2006/relationships/image" Target="../media/image180.png"/><Relationship Id="rId21" Type="http://schemas.openxmlformats.org/officeDocument/2006/relationships/image" Target="../media/image198.png"/><Relationship Id="rId24" Type="http://schemas.openxmlformats.org/officeDocument/2006/relationships/image" Target="../media/image171.png"/><Relationship Id="rId23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0.png"/><Relationship Id="rId4" Type="http://schemas.openxmlformats.org/officeDocument/2006/relationships/image" Target="../media/image151.png"/><Relationship Id="rId9" Type="http://schemas.openxmlformats.org/officeDocument/2006/relationships/image" Target="../media/image162.png"/><Relationship Id="rId26" Type="http://schemas.openxmlformats.org/officeDocument/2006/relationships/image" Target="../media/image184.png"/><Relationship Id="rId25" Type="http://schemas.openxmlformats.org/officeDocument/2006/relationships/image" Target="../media/image185.png"/><Relationship Id="rId27" Type="http://schemas.openxmlformats.org/officeDocument/2006/relationships/image" Target="../media/image195.png"/><Relationship Id="rId5" Type="http://schemas.openxmlformats.org/officeDocument/2006/relationships/image" Target="../media/image169.png"/><Relationship Id="rId6" Type="http://schemas.openxmlformats.org/officeDocument/2006/relationships/image" Target="../media/image157.png"/><Relationship Id="rId7" Type="http://schemas.openxmlformats.org/officeDocument/2006/relationships/image" Target="../media/image166.png"/><Relationship Id="rId8" Type="http://schemas.openxmlformats.org/officeDocument/2006/relationships/image" Target="../media/image160.png"/><Relationship Id="rId11" Type="http://schemas.openxmlformats.org/officeDocument/2006/relationships/image" Target="../media/image165.png"/><Relationship Id="rId10" Type="http://schemas.openxmlformats.org/officeDocument/2006/relationships/image" Target="../media/image161.png"/><Relationship Id="rId13" Type="http://schemas.openxmlformats.org/officeDocument/2006/relationships/image" Target="../media/image167.png"/><Relationship Id="rId12" Type="http://schemas.openxmlformats.org/officeDocument/2006/relationships/image" Target="../media/image159.png"/><Relationship Id="rId15" Type="http://schemas.openxmlformats.org/officeDocument/2006/relationships/image" Target="../media/image179.png"/><Relationship Id="rId14" Type="http://schemas.openxmlformats.org/officeDocument/2006/relationships/image" Target="../media/image187.png"/><Relationship Id="rId17" Type="http://schemas.openxmlformats.org/officeDocument/2006/relationships/image" Target="../media/image175.png"/><Relationship Id="rId16" Type="http://schemas.openxmlformats.org/officeDocument/2006/relationships/image" Target="../media/image173.png"/><Relationship Id="rId19" Type="http://schemas.openxmlformats.org/officeDocument/2006/relationships/image" Target="../media/image174.png"/><Relationship Id="rId18" Type="http://schemas.openxmlformats.org/officeDocument/2006/relationships/image" Target="../media/image181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6.png"/><Relationship Id="rId22" Type="http://schemas.openxmlformats.org/officeDocument/2006/relationships/image" Target="../media/image199.png"/><Relationship Id="rId21" Type="http://schemas.openxmlformats.org/officeDocument/2006/relationships/image" Target="../media/image204.png"/><Relationship Id="rId23" Type="http://schemas.openxmlformats.org/officeDocument/2006/relationships/image" Target="../media/image2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2.png"/><Relationship Id="rId4" Type="http://schemas.openxmlformats.org/officeDocument/2006/relationships/image" Target="../media/image202.png"/><Relationship Id="rId9" Type="http://schemas.openxmlformats.org/officeDocument/2006/relationships/image" Target="../media/image191.png"/><Relationship Id="rId5" Type="http://schemas.openxmlformats.org/officeDocument/2006/relationships/image" Target="../media/image183.png"/><Relationship Id="rId6" Type="http://schemas.openxmlformats.org/officeDocument/2006/relationships/image" Target="../media/image178.png"/><Relationship Id="rId7" Type="http://schemas.openxmlformats.org/officeDocument/2006/relationships/image" Target="../media/image177.png"/><Relationship Id="rId8" Type="http://schemas.openxmlformats.org/officeDocument/2006/relationships/image" Target="../media/image186.png"/><Relationship Id="rId11" Type="http://schemas.openxmlformats.org/officeDocument/2006/relationships/image" Target="../media/image188.png"/><Relationship Id="rId10" Type="http://schemas.openxmlformats.org/officeDocument/2006/relationships/image" Target="../media/image190.png"/><Relationship Id="rId13" Type="http://schemas.openxmlformats.org/officeDocument/2006/relationships/image" Target="../media/image194.png"/><Relationship Id="rId12" Type="http://schemas.openxmlformats.org/officeDocument/2006/relationships/image" Target="../media/image192.png"/><Relationship Id="rId15" Type="http://schemas.openxmlformats.org/officeDocument/2006/relationships/image" Target="../media/image197.png"/><Relationship Id="rId14" Type="http://schemas.openxmlformats.org/officeDocument/2006/relationships/image" Target="../media/image189.png"/><Relationship Id="rId17" Type="http://schemas.openxmlformats.org/officeDocument/2006/relationships/image" Target="../media/image218.png"/><Relationship Id="rId16" Type="http://schemas.openxmlformats.org/officeDocument/2006/relationships/image" Target="../media/image201.png"/><Relationship Id="rId19" Type="http://schemas.openxmlformats.org/officeDocument/2006/relationships/image" Target="../media/image207.png"/><Relationship Id="rId18" Type="http://schemas.openxmlformats.org/officeDocument/2006/relationships/image" Target="../media/image193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1.png"/><Relationship Id="rId22" Type="http://schemas.openxmlformats.org/officeDocument/2006/relationships/image" Target="../media/image223.png"/><Relationship Id="rId21" Type="http://schemas.openxmlformats.org/officeDocument/2006/relationships/image" Target="../media/image224.png"/><Relationship Id="rId23" Type="http://schemas.openxmlformats.org/officeDocument/2006/relationships/image" Target="../media/image2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0.png"/><Relationship Id="rId4" Type="http://schemas.openxmlformats.org/officeDocument/2006/relationships/image" Target="../media/image233.png"/><Relationship Id="rId9" Type="http://schemas.openxmlformats.org/officeDocument/2006/relationships/image" Target="../media/image209.png"/><Relationship Id="rId5" Type="http://schemas.openxmlformats.org/officeDocument/2006/relationships/image" Target="../media/image208.png"/><Relationship Id="rId6" Type="http://schemas.openxmlformats.org/officeDocument/2006/relationships/image" Target="../media/image205.png"/><Relationship Id="rId7" Type="http://schemas.openxmlformats.org/officeDocument/2006/relationships/image" Target="../media/image213.png"/><Relationship Id="rId8" Type="http://schemas.openxmlformats.org/officeDocument/2006/relationships/image" Target="../media/image206.png"/><Relationship Id="rId11" Type="http://schemas.openxmlformats.org/officeDocument/2006/relationships/image" Target="../media/image203.png"/><Relationship Id="rId10" Type="http://schemas.openxmlformats.org/officeDocument/2006/relationships/image" Target="../media/image210.png"/><Relationship Id="rId13" Type="http://schemas.openxmlformats.org/officeDocument/2006/relationships/image" Target="../media/image211.png"/><Relationship Id="rId12" Type="http://schemas.openxmlformats.org/officeDocument/2006/relationships/image" Target="../media/image222.png"/><Relationship Id="rId15" Type="http://schemas.openxmlformats.org/officeDocument/2006/relationships/image" Target="../media/image231.png"/><Relationship Id="rId14" Type="http://schemas.openxmlformats.org/officeDocument/2006/relationships/image" Target="../media/image217.png"/><Relationship Id="rId17" Type="http://schemas.openxmlformats.org/officeDocument/2006/relationships/image" Target="../media/image214.png"/><Relationship Id="rId16" Type="http://schemas.openxmlformats.org/officeDocument/2006/relationships/image" Target="../media/image212.png"/><Relationship Id="rId19" Type="http://schemas.openxmlformats.org/officeDocument/2006/relationships/image" Target="../media/image225.png"/><Relationship Id="rId18" Type="http://schemas.openxmlformats.org/officeDocument/2006/relationships/image" Target="../media/image2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6.png"/><Relationship Id="rId4" Type="http://schemas.openxmlformats.org/officeDocument/2006/relationships/image" Target="../media/image219.png"/><Relationship Id="rId9" Type="http://schemas.openxmlformats.org/officeDocument/2006/relationships/image" Target="../media/image227.png"/><Relationship Id="rId5" Type="http://schemas.openxmlformats.org/officeDocument/2006/relationships/image" Target="../media/image242.png"/><Relationship Id="rId6" Type="http://schemas.openxmlformats.org/officeDocument/2006/relationships/image" Target="../media/image234.png"/><Relationship Id="rId7" Type="http://schemas.openxmlformats.org/officeDocument/2006/relationships/image" Target="../media/image228.png"/><Relationship Id="rId8" Type="http://schemas.openxmlformats.org/officeDocument/2006/relationships/image" Target="../media/image229.png"/><Relationship Id="rId11" Type="http://schemas.openxmlformats.org/officeDocument/2006/relationships/image" Target="../media/image226.png"/><Relationship Id="rId10" Type="http://schemas.openxmlformats.org/officeDocument/2006/relationships/image" Target="../media/image243.png"/><Relationship Id="rId12" Type="http://schemas.openxmlformats.org/officeDocument/2006/relationships/image" Target="../media/image2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9.png"/><Relationship Id="rId4" Type="http://schemas.openxmlformats.org/officeDocument/2006/relationships/image" Target="../media/image236.png"/><Relationship Id="rId5" Type="http://schemas.openxmlformats.org/officeDocument/2006/relationships/image" Target="../media/image256.png"/><Relationship Id="rId6" Type="http://schemas.openxmlformats.org/officeDocument/2006/relationships/image" Target="../media/image237.png"/><Relationship Id="rId7" Type="http://schemas.openxmlformats.org/officeDocument/2006/relationships/image" Target="../media/image230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1.png"/><Relationship Id="rId22" Type="http://schemas.openxmlformats.org/officeDocument/2006/relationships/image" Target="../media/image255.png"/><Relationship Id="rId21" Type="http://schemas.openxmlformats.org/officeDocument/2006/relationships/image" Target="../media/image280.png"/><Relationship Id="rId24" Type="http://schemas.openxmlformats.org/officeDocument/2006/relationships/image" Target="../media/image270.png"/><Relationship Id="rId23" Type="http://schemas.openxmlformats.org/officeDocument/2006/relationships/image" Target="../media/image2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2.png"/><Relationship Id="rId4" Type="http://schemas.openxmlformats.org/officeDocument/2006/relationships/image" Target="../media/image245.png"/><Relationship Id="rId9" Type="http://schemas.openxmlformats.org/officeDocument/2006/relationships/image" Target="../media/image244.png"/><Relationship Id="rId26" Type="http://schemas.openxmlformats.org/officeDocument/2006/relationships/image" Target="../media/image265.png"/><Relationship Id="rId25" Type="http://schemas.openxmlformats.org/officeDocument/2006/relationships/image" Target="../media/image258.png"/><Relationship Id="rId28" Type="http://schemas.openxmlformats.org/officeDocument/2006/relationships/image" Target="../media/image268.png"/><Relationship Id="rId27" Type="http://schemas.openxmlformats.org/officeDocument/2006/relationships/image" Target="../media/image276.png"/><Relationship Id="rId5" Type="http://schemas.openxmlformats.org/officeDocument/2006/relationships/image" Target="../media/image249.png"/><Relationship Id="rId6" Type="http://schemas.openxmlformats.org/officeDocument/2006/relationships/image" Target="../media/image248.png"/><Relationship Id="rId29" Type="http://schemas.openxmlformats.org/officeDocument/2006/relationships/image" Target="../media/image292.png"/><Relationship Id="rId7" Type="http://schemas.openxmlformats.org/officeDocument/2006/relationships/image" Target="../media/image251.png"/><Relationship Id="rId8" Type="http://schemas.openxmlformats.org/officeDocument/2006/relationships/image" Target="../media/image264.png"/><Relationship Id="rId30" Type="http://schemas.openxmlformats.org/officeDocument/2006/relationships/image" Target="../media/image261.png"/><Relationship Id="rId11" Type="http://schemas.openxmlformats.org/officeDocument/2006/relationships/image" Target="../media/image254.png"/><Relationship Id="rId10" Type="http://schemas.openxmlformats.org/officeDocument/2006/relationships/image" Target="../media/image263.png"/><Relationship Id="rId13" Type="http://schemas.openxmlformats.org/officeDocument/2006/relationships/image" Target="../media/image247.png"/><Relationship Id="rId12" Type="http://schemas.openxmlformats.org/officeDocument/2006/relationships/image" Target="../media/image257.png"/><Relationship Id="rId15" Type="http://schemas.openxmlformats.org/officeDocument/2006/relationships/image" Target="../media/image266.png"/><Relationship Id="rId14" Type="http://schemas.openxmlformats.org/officeDocument/2006/relationships/image" Target="../media/image260.png"/><Relationship Id="rId17" Type="http://schemas.openxmlformats.org/officeDocument/2006/relationships/image" Target="../media/image253.png"/><Relationship Id="rId16" Type="http://schemas.openxmlformats.org/officeDocument/2006/relationships/image" Target="../media/image262.png"/><Relationship Id="rId19" Type="http://schemas.openxmlformats.org/officeDocument/2006/relationships/image" Target="../media/image259.png"/><Relationship Id="rId18" Type="http://schemas.openxmlformats.org/officeDocument/2006/relationships/image" Target="../media/image277.pn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2.png"/><Relationship Id="rId22" Type="http://schemas.openxmlformats.org/officeDocument/2006/relationships/image" Target="../media/image290.png"/><Relationship Id="rId21" Type="http://schemas.openxmlformats.org/officeDocument/2006/relationships/image" Target="../media/image282.png"/><Relationship Id="rId24" Type="http://schemas.openxmlformats.org/officeDocument/2006/relationships/image" Target="../media/image312.png"/><Relationship Id="rId23" Type="http://schemas.openxmlformats.org/officeDocument/2006/relationships/image" Target="../media/image29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9.png"/><Relationship Id="rId4" Type="http://schemas.openxmlformats.org/officeDocument/2006/relationships/image" Target="../media/image273.png"/><Relationship Id="rId9" Type="http://schemas.openxmlformats.org/officeDocument/2006/relationships/image" Target="../media/image287.png"/><Relationship Id="rId26" Type="http://schemas.openxmlformats.org/officeDocument/2006/relationships/image" Target="../media/image301.png"/><Relationship Id="rId25" Type="http://schemas.openxmlformats.org/officeDocument/2006/relationships/image" Target="../media/image303.png"/><Relationship Id="rId28" Type="http://schemas.openxmlformats.org/officeDocument/2006/relationships/image" Target="../media/image331.png"/><Relationship Id="rId27" Type="http://schemas.openxmlformats.org/officeDocument/2006/relationships/image" Target="../media/image325.png"/><Relationship Id="rId5" Type="http://schemas.openxmlformats.org/officeDocument/2006/relationships/image" Target="../media/image274.png"/><Relationship Id="rId6" Type="http://schemas.openxmlformats.org/officeDocument/2006/relationships/image" Target="../media/image279.png"/><Relationship Id="rId29" Type="http://schemas.openxmlformats.org/officeDocument/2006/relationships/image" Target="../media/image307.png"/><Relationship Id="rId7" Type="http://schemas.openxmlformats.org/officeDocument/2006/relationships/image" Target="../media/image300.png"/><Relationship Id="rId8" Type="http://schemas.openxmlformats.org/officeDocument/2006/relationships/image" Target="../media/image278.png"/><Relationship Id="rId31" Type="http://schemas.openxmlformats.org/officeDocument/2006/relationships/image" Target="../media/image296.png"/><Relationship Id="rId30" Type="http://schemas.openxmlformats.org/officeDocument/2006/relationships/image" Target="../media/image309.png"/><Relationship Id="rId11" Type="http://schemas.openxmlformats.org/officeDocument/2006/relationships/image" Target="../media/image275.png"/><Relationship Id="rId10" Type="http://schemas.openxmlformats.org/officeDocument/2006/relationships/image" Target="../media/image295.png"/><Relationship Id="rId32" Type="http://schemas.openxmlformats.org/officeDocument/2006/relationships/image" Target="../media/image306.png"/><Relationship Id="rId13" Type="http://schemas.openxmlformats.org/officeDocument/2006/relationships/image" Target="../media/image272.png"/><Relationship Id="rId12" Type="http://schemas.openxmlformats.org/officeDocument/2006/relationships/image" Target="../media/image293.png"/><Relationship Id="rId15" Type="http://schemas.openxmlformats.org/officeDocument/2006/relationships/image" Target="../media/image284.png"/><Relationship Id="rId14" Type="http://schemas.openxmlformats.org/officeDocument/2006/relationships/image" Target="../media/image281.png"/><Relationship Id="rId17" Type="http://schemas.openxmlformats.org/officeDocument/2006/relationships/image" Target="../media/image285.png"/><Relationship Id="rId16" Type="http://schemas.openxmlformats.org/officeDocument/2006/relationships/image" Target="../media/image283.png"/><Relationship Id="rId19" Type="http://schemas.openxmlformats.org/officeDocument/2006/relationships/image" Target="../media/image294.png"/><Relationship Id="rId18" Type="http://schemas.openxmlformats.org/officeDocument/2006/relationships/image" Target="../media/image28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8.png"/><Relationship Id="rId4" Type="http://schemas.openxmlformats.org/officeDocument/2006/relationships/image" Target="../media/image308.png"/><Relationship Id="rId9" Type="http://schemas.openxmlformats.org/officeDocument/2006/relationships/image" Target="../media/image315.png"/><Relationship Id="rId5" Type="http://schemas.openxmlformats.org/officeDocument/2006/relationships/image" Target="../media/image326.png"/><Relationship Id="rId6" Type="http://schemas.openxmlformats.org/officeDocument/2006/relationships/image" Target="../media/image305.png"/><Relationship Id="rId7" Type="http://schemas.openxmlformats.org/officeDocument/2006/relationships/image" Target="../media/image314.png"/><Relationship Id="rId8" Type="http://schemas.openxmlformats.org/officeDocument/2006/relationships/image" Target="../media/image321.png"/><Relationship Id="rId11" Type="http://schemas.openxmlformats.org/officeDocument/2006/relationships/image" Target="../media/image313.png"/><Relationship Id="rId10" Type="http://schemas.openxmlformats.org/officeDocument/2006/relationships/image" Target="../media/image317.png"/><Relationship Id="rId13" Type="http://schemas.openxmlformats.org/officeDocument/2006/relationships/image" Target="../media/image311.png"/><Relationship Id="rId12" Type="http://schemas.openxmlformats.org/officeDocument/2006/relationships/image" Target="../media/image316.png"/><Relationship Id="rId15" Type="http://schemas.openxmlformats.org/officeDocument/2006/relationships/image" Target="../media/image324.png"/><Relationship Id="rId14" Type="http://schemas.openxmlformats.org/officeDocument/2006/relationships/image" Target="../media/image310.png"/><Relationship Id="rId17" Type="http://schemas.openxmlformats.org/officeDocument/2006/relationships/image" Target="../media/image329.png"/><Relationship Id="rId16" Type="http://schemas.openxmlformats.org/officeDocument/2006/relationships/image" Target="../media/image341.png"/><Relationship Id="rId18" Type="http://schemas.openxmlformats.org/officeDocument/2006/relationships/image" Target="../media/image3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0.png"/><Relationship Id="rId4" Type="http://schemas.openxmlformats.org/officeDocument/2006/relationships/image" Target="../media/image318.png"/><Relationship Id="rId9" Type="http://schemas.openxmlformats.org/officeDocument/2006/relationships/image" Target="../media/image322.png"/><Relationship Id="rId5" Type="http://schemas.openxmlformats.org/officeDocument/2006/relationships/image" Target="../media/image338.png"/><Relationship Id="rId6" Type="http://schemas.openxmlformats.org/officeDocument/2006/relationships/image" Target="../media/image330.png"/><Relationship Id="rId7" Type="http://schemas.openxmlformats.org/officeDocument/2006/relationships/image" Target="../media/image334.png"/><Relationship Id="rId8" Type="http://schemas.openxmlformats.org/officeDocument/2006/relationships/image" Target="../media/image328.png"/><Relationship Id="rId11" Type="http://schemas.openxmlformats.org/officeDocument/2006/relationships/image" Target="../media/image323.png"/><Relationship Id="rId10" Type="http://schemas.openxmlformats.org/officeDocument/2006/relationships/image" Target="../media/image335.png"/><Relationship Id="rId13" Type="http://schemas.openxmlformats.org/officeDocument/2006/relationships/image" Target="../media/image336.png"/><Relationship Id="rId12" Type="http://schemas.openxmlformats.org/officeDocument/2006/relationships/image" Target="../media/image327.png"/><Relationship Id="rId14" Type="http://schemas.openxmlformats.org/officeDocument/2006/relationships/image" Target="../media/image3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2.png"/><Relationship Id="rId4" Type="http://schemas.openxmlformats.org/officeDocument/2006/relationships/image" Target="../media/image333.png"/><Relationship Id="rId5" Type="http://schemas.openxmlformats.org/officeDocument/2006/relationships/image" Target="../media/image340.png"/><Relationship Id="rId6" Type="http://schemas.openxmlformats.org/officeDocument/2006/relationships/image" Target="../media/image3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G1.4 - Angles on a straight line, around a point, vertically opposite </a:t>
            </a:r>
            <a:endParaRPr i="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8012" y="4078381"/>
            <a:ext cx="3107950" cy="25892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Identifying angles at a vertex on a straight line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76370" y="309496"/>
            <a:ext cx="6716974" cy="149554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5059" y="773170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68813" y="1048159"/>
            <a:ext cx="54190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 angles on a straight line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 angles around a point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 vertically opposite angles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42969" y="356923"/>
            <a:ext cx="6534707" cy="2856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solve simple angle problems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634066" y="737234"/>
            <a:ext cx="851515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Vertex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Opposite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Sum</a:t>
            </a:r>
            <a:endParaRPr/>
          </a:p>
        </p:txBody>
      </p:sp>
      <p:graphicFrame>
        <p:nvGraphicFramePr>
          <p:cNvPr id="95" name="Google Shape;95;p13"/>
          <p:cNvGraphicFramePr/>
          <p:nvPr/>
        </p:nvGraphicFramePr>
        <p:xfrm>
          <a:off x="85059" y="43798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1065575"/>
                <a:gridCol w="1811025"/>
                <a:gridCol w="1868600"/>
                <a:gridCol w="18686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70"/>
                        <a:buFont typeface="Calibri"/>
                        <a:buNone/>
                      </a:pPr>
                      <a:r>
                        <a:rPr b="0" lang="en-GB" sz="1170">
                          <a:solidFill>
                            <a:schemeClr val="dk1"/>
                          </a:solidFill>
                        </a:rPr>
                        <a:t>Do the following angles at a vertex form a straight line?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2752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Find any angles at a vertex.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Decide if they form a straight line.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6" name="Google Shape;96;p13"/>
          <p:cNvCxnSpPr/>
          <p:nvPr/>
        </p:nvCxnSpPr>
        <p:spPr>
          <a:xfrm flipH="1" rot="10800000">
            <a:off x="931051" y="3780407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/>
          <p:nvPr/>
        </p:nvSpPr>
        <p:spPr>
          <a:xfrm>
            <a:off x="76370" y="1849812"/>
            <a:ext cx="6699219" cy="218606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3"/>
          <p:cNvCxnSpPr/>
          <p:nvPr/>
        </p:nvCxnSpPr>
        <p:spPr>
          <a:xfrm>
            <a:off x="85247" y="2919609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3"/>
          <p:cNvCxnSpPr>
            <a:stCxn id="97" idx="2"/>
            <a:endCxn id="97" idx="0"/>
          </p:cNvCxnSpPr>
          <p:nvPr/>
        </p:nvCxnSpPr>
        <p:spPr>
          <a:xfrm rot="10800000">
            <a:off x="3425980" y="1849781"/>
            <a:ext cx="0" cy="218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 txBox="1"/>
          <p:nvPr/>
        </p:nvSpPr>
        <p:spPr>
          <a:xfrm>
            <a:off x="94125" y="1849811"/>
            <a:ext cx="309183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point at which two or more lines or sides meet.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643909" y="290733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3019964" y="2722668"/>
            <a:ext cx="785984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3425980" y="1807312"/>
            <a:ext cx="3367364" cy="123110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8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04" name="Google Shape;104;p13"/>
          <p:cNvPicPr preferRelativeResize="0"/>
          <p:nvPr/>
        </p:nvPicPr>
        <p:blipFill rotWithShape="1">
          <a:blip r:embed="rId4">
            <a:alphaModFix/>
          </a:blip>
          <a:srcRect b="0" l="6362" r="0" t="0"/>
          <a:stretch/>
        </p:blipFill>
        <p:spPr>
          <a:xfrm>
            <a:off x="1314450" y="5264135"/>
            <a:ext cx="1061429" cy="405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 rotWithShape="1">
          <a:blip r:embed="rId5">
            <a:alphaModFix/>
          </a:blip>
          <a:srcRect b="0" l="0" r="0" t="3916"/>
          <a:stretch/>
        </p:blipFill>
        <p:spPr>
          <a:xfrm>
            <a:off x="1256215" y="5983405"/>
            <a:ext cx="304593" cy="934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6682" y="6422822"/>
            <a:ext cx="1504910" cy="315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/>
          <p:cNvPicPr preferRelativeResize="0"/>
          <p:nvPr/>
        </p:nvPicPr>
        <p:blipFill rotWithShape="1">
          <a:blip r:embed="rId7">
            <a:alphaModFix/>
          </a:blip>
          <a:srcRect b="70846" l="30062" r="51080" t="2906"/>
          <a:stretch/>
        </p:blipFill>
        <p:spPr>
          <a:xfrm>
            <a:off x="3046682" y="5346939"/>
            <a:ext cx="1293250" cy="761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 rotWithShape="1">
          <a:blip r:embed="rId7">
            <a:alphaModFix/>
          </a:blip>
          <a:srcRect b="34673" l="75980" r="1216" t="36153"/>
          <a:stretch/>
        </p:blipFill>
        <p:spPr>
          <a:xfrm>
            <a:off x="5184495" y="5302142"/>
            <a:ext cx="1032168" cy="558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 rotWithShape="1">
          <a:blip r:embed="rId7">
            <a:alphaModFix/>
          </a:blip>
          <a:srcRect b="43793" l="0" r="77027" t="29074"/>
          <a:stretch/>
        </p:blipFill>
        <p:spPr>
          <a:xfrm>
            <a:off x="4887370" y="6364014"/>
            <a:ext cx="1032168" cy="515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94125" y="7654789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Do the following angles at a vertex form a straight line?</a:t>
            </a:r>
            <a:endParaRPr/>
          </a:p>
        </p:txBody>
      </p:sp>
      <p:grpSp>
        <p:nvGrpSpPr>
          <p:cNvPr id="111" name="Google Shape;111;p13"/>
          <p:cNvGrpSpPr/>
          <p:nvPr/>
        </p:nvGrpSpPr>
        <p:grpSpPr>
          <a:xfrm>
            <a:off x="357638" y="7965318"/>
            <a:ext cx="1365284" cy="683394"/>
            <a:chOff x="357638" y="7796463"/>
            <a:chExt cx="1411014" cy="755252"/>
          </a:xfrm>
        </p:grpSpPr>
        <p:pic>
          <p:nvPicPr>
            <p:cNvPr id="112" name="Google Shape;112;p13"/>
            <p:cNvPicPr preferRelativeResize="0"/>
            <p:nvPr/>
          </p:nvPicPr>
          <p:blipFill rotWithShape="1">
            <a:blip r:embed="rId7">
              <a:alphaModFix/>
            </a:blip>
            <a:srcRect b="50000" l="24902" r="64795" t="1379"/>
            <a:stretch/>
          </p:blipFill>
          <p:spPr>
            <a:xfrm rot="-5400000">
              <a:off x="709859" y="7492923"/>
              <a:ext cx="706571" cy="14110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3"/>
            <p:cNvSpPr/>
            <p:nvPr/>
          </p:nvSpPr>
          <p:spPr>
            <a:xfrm>
              <a:off x="423512" y="7796463"/>
              <a:ext cx="361431" cy="36974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4" name="Google Shape;114;p13"/>
          <p:cNvPicPr preferRelativeResize="0"/>
          <p:nvPr/>
        </p:nvPicPr>
        <p:blipFill rotWithShape="1">
          <a:blip r:embed="rId7">
            <a:alphaModFix/>
          </a:blip>
          <a:srcRect b="80405" l="62059" r="9191" t="-2"/>
          <a:stretch/>
        </p:blipFill>
        <p:spPr>
          <a:xfrm rot="10800000">
            <a:off x="2401727" y="8142549"/>
            <a:ext cx="2017190" cy="581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 rotWithShape="1">
          <a:blip r:embed="rId7">
            <a:alphaModFix/>
          </a:blip>
          <a:srcRect b="4805" l="18896" r="56013" t="79951"/>
          <a:stretch/>
        </p:blipFill>
        <p:spPr>
          <a:xfrm>
            <a:off x="4715829" y="8142549"/>
            <a:ext cx="1720794" cy="44239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/>
          <p:nvPr/>
        </p:nvSpPr>
        <p:spPr>
          <a:xfrm>
            <a:off x="2512520" y="8967787"/>
            <a:ext cx="1878337" cy="6393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343495" y="8967787"/>
            <a:ext cx="1878337" cy="6393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4637057" y="8967787"/>
            <a:ext cx="1878337" cy="6393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84827" y="3017518"/>
            <a:ext cx="908536" cy="90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9843" y="2959089"/>
            <a:ext cx="784654" cy="9732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/>
          <p:nvPr/>
        </p:nvSpPr>
        <p:spPr>
          <a:xfrm>
            <a:off x="97759" y="2975178"/>
            <a:ext cx="788164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82293" y="2995032"/>
            <a:ext cx="1041628" cy="966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36878" y="3130372"/>
            <a:ext cx="766475" cy="90551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238474" y="7917785"/>
            <a:ext cx="47323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                                              b)                                                       c)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92425" y="7296126"/>
            <a:ext cx="1025803" cy="369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2146434" y="5669281"/>
            <a:ext cx="398968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                                  Yes                     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                        No                             Yes   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556849" y="9145468"/>
            <a:ext cx="59576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                                   No                                          Yes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>
            <p:ph idx="12" type="sldNum"/>
          </p:nvPr>
        </p:nvSpPr>
        <p:spPr>
          <a:xfrm>
            <a:off x="5298008" y="-10956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20366" l="20009" r="53813" t="53432"/>
          <a:stretch/>
        </p:blipFill>
        <p:spPr>
          <a:xfrm>
            <a:off x="2512520" y="2992440"/>
            <a:ext cx="1795293" cy="7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/>
          <p:nvPr/>
        </p:nvSpPr>
        <p:spPr>
          <a:xfrm>
            <a:off x="2512520" y="1830224"/>
            <a:ext cx="1878337" cy="6393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343495" y="1830224"/>
            <a:ext cx="1878337" cy="6393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4637057" y="1830224"/>
            <a:ext cx="1878337" cy="6393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3">
            <a:alphaModFix/>
          </a:blip>
          <a:srcRect b="69938" l="30126" r="52189" t="3197"/>
          <a:stretch/>
        </p:blipFill>
        <p:spPr>
          <a:xfrm rot="3390469">
            <a:off x="29295" y="393250"/>
            <a:ext cx="1502603" cy="965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/>
          <p:cNvPicPr preferRelativeResize="0"/>
          <p:nvPr/>
        </p:nvPicPr>
        <p:blipFill rotWithShape="1">
          <a:blip r:embed="rId3">
            <a:alphaModFix/>
          </a:blip>
          <a:srcRect b="5996" l="59097" r="23301" t="51186"/>
          <a:stretch/>
        </p:blipFill>
        <p:spPr>
          <a:xfrm rot="5400000">
            <a:off x="2672400" y="327048"/>
            <a:ext cx="1207169" cy="1242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/>
          <p:cNvPicPr preferRelativeResize="0"/>
          <p:nvPr/>
        </p:nvPicPr>
        <p:blipFill rotWithShape="1">
          <a:blip r:embed="rId3">
            <a:alphaModFix/>
          </a:blip>
          <a:srcRect b="0" l="81476" r="1172" t="67417"/>
          <a:stretch/>
        </p:blipFill>
        <p:spPr>
          <a:xfrm>
            <a:off x="4873913" y="475570"/>
            <a:ext cx="1190004" cy="945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/>
          <p:cNvPicPr preferRelativeResize="0"/>
          <p:nvPr/>
        </p:nvPicPr>
        <p:blipFill rotWithShape="1">
          <a:blip r:embed="rId3">
            <a:alphaModFix/>
          </a:blip>
          <a:srcRect b="74041" l="0" r="78173" t="0"/>
          <a:stretch/>
        </p:blipFill>
        <p:spPr>
          <a:xfrm>
            <a:off x="81996" y="2834172"/>
            <a:ext cx="2139836" cy="1076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3">
            <a:alphaModFix/>
          </a:blip>
          <a:srcRect b="0" l="0" r="84289" t="53819"/>
          <a:stretch/>
        </p:blipFill>
        <p:spPr>
          <a:xfrm>
            <a:off x="5121538" y="2834172"/>
            <a:ext cx="1077457" cy="134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/>
          <p:nvPr/>
        </p:nvSpPr>
        <p:spPr>
          <a:xfrm>
            <a:off x="2512520" y="4057909"/>
            <a:ext cx="1878337" cy="6393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343495" y="4057909"/>
            <a:ext cx="1878337" cy="6393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4637057" y="4057909"/>
            <a:ext cx="1878337" cy="6393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152" y="5208746"/>
            <a:ext cx="6116999" cy="4587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234926" y="4857843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2. Using the diagrams, decide if the statements are true or false.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3790629" y="5748294"/>
            <a:ext cx="976617" cy="6463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6605" l="0" r="0" t="-9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3858796" y="7363733"/>
            <a:ext cx="976617" cy="6463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6605" l="0" r="0" t="-9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3822245" y="8986709"/>
            <a:ext cx="976617" cy="64633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660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3753851" y="6552246"/>
            <a:ext cx="1122011" cy="64633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6605" l="0" r="0" t="-9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3753851" y="8189458"/>
            <a:ext cx="1122011" cy="64633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660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238474" y="140028"/>
            <a:ext cx="4717382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                                              e)                                                       f)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                                              h)                                                       i)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556849" y="1985688"/>
            <a:ext cx="5957656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                                   No                                          No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                                     Yes                                      Yes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5113885" y="5856161"/>
            <a:ext cx="824902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>
            <a:off x="78012" y="4953000"/>
            <a:ext cx="2434508" cy="29870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Angles at a vertex on a straight line</a:t>
            </a:r>
            <a:endParaRPr/>
          </a:p>
        </p:txBody>
      </p:sp>
      <p:graphicFrame>
        <p:nvGraphicFramePr>
          <p:cNvPr id="161" name="Google Shape;161;p15"/>
          <p:cNvGraphicFramePr/>
          <p:nvPr/>
        </p:nvGraphicFramePr>
        <p:xfrm>
          <a:off x="87588" y="56686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1065575"/>
                <a:gridCol w="1811025"/>
                <a:gridCol w="1868600"/>
                <a:gridCol w="1868600"/>
              </a:tblGrid>
              <a:tr h="23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70"/>
                        <a:buFont typeface="Calibri"/>
                        <a:buNone/>
                      </a:pPr>
                      <a:r>
                        <a:rPr b="0" lang="en-GB" sz="1170">
                          <a:solidFill>
                            <a:schemeClr val="dk1"/>
                          </a:solidFill>
                        </a:rPr>
                        <a:t>Find the missing angles.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3128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Find the angles at a vertex on a straight line.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 from 180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 to find the missing angle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2" name="Google Shape;162;p15"/>
          <p:cNvSpPr txBox="1"/>
          <p:nvPr/>
        </p:nvSpPr>
        <p:spPr>
          <a:xfrm>
            <a:off x="51278" y="5246062"/>
            <a:ext cx="6650101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667" l="0" r="0" t="-13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63" name="Google Shape;16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0040" y="6687597"/>
            <a:ext cx="1632034" cy="654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3979" y="6687600"/>
            <a:ext cx="1606633" cy="73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4400" y="6611816"/>
            <a:ext cx="1711572" cy="7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3507" y="177197"/>
            <a:ext cx="6160836" cy="462062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 txBox="1"/>
          <p:nvPr/>
        </p:nvSpPr>
        <p:spPr>
          <a:xfrm>
            <a:off x="3723254" y="685397"/>
            <a:ext cx="976617" cy="64633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660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3791421" y="2300836"/>
            <a:ext cx="976617" cy="64633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660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3759172" y="3943023"/>
            <a:ext cx="976617" cy="64633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6605" l="0" r="0" t="-9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3686476" y="1489349"/>
            <a:ext cx="1122011" cy="646331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660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3686476" y="3126561"/>
            <a:ext cx="1122011" cy="646331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6605" l="0" r="0" t="-9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5125572" y="896035"/>
            <a:ext cx="824902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1694165" y="8069564"/>
            <a:ext cx="4562255" cy="646331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4151" l="-1203" r="0" t="-56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4" name="Google Shape;174;p1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1169770" y="316386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3. Find the missing angles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5726028" y="673499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16"/>
          <p:cNvGraphicFramePr/>
          <p:nvPr/>
        </p:nvGraphicFramePr>
        <p:xfrm>
          <a:off x="165393" y="6954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161400"/>
                <a:gridCol w="2161400"/>
                <a:gridCol w="2161400"/>
              </a:tblGrid>
              <a:tr h="213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13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13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 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132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j)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k)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l)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82" name="Google Shape;1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0825" y="760624"/>
            <a:ext cx="1787488" cy="928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6868" y="820014"/>
            <a:ext cx="1787488" cy="939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6"/>
          <p:cNvGrpSpPr/>
          <p:nvPr/>
        </p:nvGrpSpPr>
        <p:grpSpPr>
          <a:xfrm>
            <a:off x="421517" y="769060"/>
            <a:ext cx="1880729" cy="920357"/>
            <a:chOff x="185701" y="3477130"/>
            <a:chExt cx="1880729" cy="920357"/>
          </a:xfrm>
        </p:grpSpPr>
        <p:pic>
          <p:nvPicPr>
            <p:cNvPr id="185" name="Google Shape;18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5701" y="3477130"/>
              <a:ext cx="1880729" cy="920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16"/>
            <p:cNvSpPr txBox="1"/>
            <p:nvPr/>
          </p:nvSpPr>
          <p:spPr>
            <a:xfrm>
              <a:off x="621970" y="3889105"/>
              <a:ext cx="344966" cy="2616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7" name="Google Shape;187;p16"/>
            <p:cNvSpPr txBox="1"/>
            <p:nvPr/>
          </p:nvSpPr>
          <p:spPr>
            <a:xfrm>
              <a:off x="1381225" y="4021768"/>
              <a:ext cx="426720" cy="26161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88" name="Google Shape;188;p16"/>
          <p:cNvGrpSpPr/>
          <p:nvPr/>
        </p:nvGrpSpPr>
        <p:grpSpPr>
          <a:xfrm>
            <a:off x="422707" y="2908282"/>
            <a:ext cx="1880729" cy="920357"/>
            <a:chOff x="158199" y="5261232"/>
            <a:chExt cx="1880729" cy="920357"/>
          </a:xfrm>
        </p:grpSpPr>
        <p:pic>
          <p:nvPicPr>
            <p:cNvPr id="189" name="Google Shape;18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8199" y="5261232"/>
              <a:ext cx="1880729" cy="920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6"/>
            <p:cNvSpPr txBox="1"/>
            <p:nvPr/>
          </p:nvSpPr>
          <p:spPr>
            <a:xfrm>
              <a:off x="614061" y="5673207"/>
              <a:ext cx="276687" cy="26161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1" name="Google Shape;191;p16"/>
            <p:cNvSpPr txBox="1"/>
            <p:nvPr/>
          </p:nvSpPr>
          <p:spPr>
            <a:xfrm>
              <a:off x="1322274" y="5731660"/>
              <a:ext cx="490840" cy="30777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192" name="Google Shape;19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4696" y="5092689"/>
            <a:ext cx="1741461" cy="736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45972" y="4986521"/>
            <a:ext cx="1756495" cy="738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66683" y="2834543"/>
            <a:ext cx="1767631" cy="950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34886" y="2875610"/>
            <a:ext cx="1867581" cy="742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0825" y="5013290"/>
            <a:ext cx="1880729" cy="92035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6"/>
          <p:cNvSpPr txBox="1"/>
          <p:nvPr/>
        </p:nvSpPr>
        <p:spPr>
          <a:xfrm>
            <a:off x="3766090" y="5469925"/>
            <a:ext cx="490840" cy="30777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1409642" y="2466460"/>
            <a:ext cx="813527" cy="26573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1409642" y="459716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3567835" y="459716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5726028" y="459716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1409642" y="673499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3567835" y="673499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605742" y="7148669"/>
            <a:ext cx="1781716" cy="920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944665" y="7188216"/>
            <a:ext cx="1598639" cy="81673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6"/>
          <p:cNvSpPr/>
          <p:nvPr/>
        </p:nvSpPr>
        <p:spPr>
          <a:xfrm>
            <a:off x="1454982" y="9030105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3613175" y="9030105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5771368" y="9030105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220" y="7241376"/>
            <a:ext cx="1880729" cy="92035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6"/>
          <p:cNvSpPr/>
          <p:nvPr/>
        </p:nvSpPr>
        <p:spPr>
          <a:xfrm>
            <a:off x="157188" y="160562"/>
            <a:ext cx="1025803" cy="369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3585634" y="2455771"/>
            <a:ext cx="813527" cy="26573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5724219" y="2455770"/>
            <a:ext cx="813527" cy="26573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1398794" y="4611232"/>
            <a:ext cx="813527" cy="26573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3574786" y="4600543"/>
            <a:ext cx="813527" cy="26573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5713371" y="4600542"/>
            <a:ext cx="813527" cy="26573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1409642" y="6746098"/>
            <a:ext cx="813527" cy="26573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3585634" y="6735409"/>
            <a:ext cx="813527" cy="26573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5724219" y="6735408"/>
            <a:ext cx="813527" cy="26573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1456433" y="9031617"/>
            <a:ext cx="813527" cy="26573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3632425" y="9020928"/>
            <a:ext cx="813527" cy="26573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5771010" y="9020927"/>
            <a:ext cx="813527" cy="26573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2" name="Google Shape;222;p1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" name="Google Shape;227;p17"/>
          <p:cNvGraphicFramePr/>
          <p:nvPr/>
        </p:nvGraphicFramePr>
        <p:xfrm>
          <a:off x="130626" y="290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1065575"/>
                <a:gridCol w="1811025"/>
                <a:gridCol w="1868600"/>
                <a:gridCol w="18686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70"/>
                        <a:buFont typeface="Calibri"/>
                        <a:buNone/>
                      </a:pPr>
                      <a:r>
                        <a:rPr b="0" lang="en-GB" sz="1170">
                          <a:solidFill>
                            <a:schemeClr val="dk1"/>
                          </a:solidFill>
                        </a:rPr>
                        <a:t>Find the missing angles.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1848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Find the angles at a vertex on a straight line.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Subtract from 180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 to find the missing angle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28" name="Google Shape;2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126" y="1178612"/>
            <a:ext cx="1635211" cy="654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2486" y="1178612"/>
            <a:ext cx="1635212" cy="662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7847" y="1080810"/>
            <a:ext cx="698536" cy="132721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17"/>
          <p:cNvGraphicFramePr/>
          <p:nvPr/>
        </p:nvGraphicFramePr>
        <p:xfrm>
          <a:off x="130626" y="30941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161400"/>
                <a:gridCol w="2161400"/>
                <a:gridCol w="2161400"/>
              </a:tblGrid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 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8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j)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k)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l)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2" name="Google Shape;232;p17"/>
          <p:cNvSpPr/>
          <p:nvPr/>
        </p:nvSpPr>
        <p:spPr>
          <a:xfrm>
            <a:off x="1751323" y="2816706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4. Find the missing angles</a:t>
            </a:r>
            <a:endParaRPr/>
          </a:p>
        </p:txBody>
      </p:sp>
      <p:pic>
        <p:nvPicPr>
          <p:cNvPr id="233" name="Google Shape;2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639" y="3142757"/>
            <a:ext cx="1814066" cy="999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60351" y="3247875"/>
            <a:ext cx="1737298" cy="894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3416" y="3236794"/>
            <a:ext cx="1756302" cy="905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7"/>
          <p:cNvPicPr preferRelativeResize="0"/>
          <p:nvPr/>
        </p:nvPicPr>
        <p:blipFill rotWithShape="1">
          <a:blip r:embed="rId9">
            <a:alphaModFix/>
          </a:blip>
          <a:srcRect b="4593" l="0" r="0" t="0"/>
          <a:stretch/>
        </p:blipFill>
        <p:spPr>
          <a:xfrm>
            <a:off x="371422" y="4699104"/>
            <a:ext cx="1884677" cy="864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01135" y="4680877"/>
            <a:ext cx="1696052" cy="77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7"/>
          <p:cNvPicPr preferRelativeResize="0"/>
          <p:nvPr/>
        </p:nvPicPr>
        <p:blipFill rotWithShape="1">
          <a:blip r:embed="rId11">
            <a:alphaModFix/>
          </a:blip>
          <a:srcRect b="0" l="6147" r="1678" t="0"/>
          <a:stretch/>
        </p:blipFill>
        <p:spPr>
          <a:xfrm>
            <a:off x="4694465" y="4727850"/>
            <a:ext cx="1882337" cy="88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9966" y="6290397"/>
            <a:ext cx="1796367" cy="999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48043" y="6241521"/>
            <a:ext cx="1796368" cy="1001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49597" y="6303925"/>
            <a:ext cx="1825349" cy="1001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71422" y="7863591"/>
            <a:ext cx="1802840" cy="8021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17"/>
          <p:cNvGrpSpPr/>
          <p:nvPr/>
        </p:nvGrpSpPr>
        <p:grpSpPr>
          <a:xfrm>
            <a:off x="2556907" y="7863592"/>
            <a:ext cx="1837759" cy="950230"/>
            <a:chOff x="2570156" y="6823142"/>
            <a:chExt cx="2971953" cy="1566897"/>
          </a:xfrm>
        </p:grpSpPr>
        <p:pic>
          <p:nvPicPr>
            <p:cNvPr id="244" name="Google Shape;244;p1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570156" y="6865961"/>
              <a:ext cx="2971953" cy="15240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17"/>
            <p:cNvSpPr/>
            <p:nvPr/>
          </p:nvSpPr>
          <p:spPr>
            <a:xfrm>
              <a:off x="2570156" y="6823142"/>
              <a:ext cx="1183964" cy="1466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7"/>
          <p:cNvGrpSpPr/>
          <p:nvPr/>
        </p:nvGrpSpPr>
        <p:grpSpPr>
          <a:xfrm>
            <a:off x="4631472" y="7900002"/>
            <a:ext cx="1953302" cy="924263"/>
            <a:chOff x="3429000" y="6527960"/>
            <a:chExt cx="2931160" cy="1567252"/>
          </a:xfrm>
        </p:grpSpPr>
        <p:pic>
          <p:nvPicPr>
            <p:cNvPr id="247" name="Google Shape;247;p1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429000" y="6571134"/>
              <a:ext cx="2914800" cy="15240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17"/>
            <p:cNvSpPr/>
            <p:nvPr/>
          </p:nvSpPr>
          <p:spPr>
            <a:xfrm>
              <a:off x="4841240" y="6527960"/>
              <a:ext cx="1518920" cy="10846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7"/>
          <p:cNvSpPr/>
          <p:nvPr/>
        </p:nvSpPr>
        <p:spPr>
          <a:xfrm>
            <a:off x="1390855" y="4314131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3549048" y="4314131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5707241" y="4314131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1434048" y="590147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3592241" y="590147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5750434" y="590147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1440009" y="746350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3598202" y="745080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5756395" y="745080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1399997" y="926024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3558190" y="926024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5716383" y="926024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116112" y="2831695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1382198" y="4324959"/>
            <a:ext cx="813527" cy="26573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3558190" y="4314270"/>
            <a:ext cx="813527" cy="26573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5696775" y="4314269"/>
            <a:ext cx="813527" cy="26573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1434048" y="5922857"/>
            <a:ext cx="813527" cy="26573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3610040" y="5912168"/>
            <a:ext cx="813527" cy="26573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5748625" y="5912167"/>
            <a:ext cx="813527" cy="26573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1453723" y="7461496"/>
            <a:ext cx="813527" cy="26573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3594155" y="7450807"/>
            <a:ext cx="813527" cy="26573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5768300" y="7450806"/>
            <a:ext cx="813527" cy="26573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1382198" y="9269846"/>
            <a:ext cx="813527" cy="26573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3558190" y="9259157"/>
            <a:ext cx="813527" cy="26573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>
            <a:off x="5696775" y="9259156"/>
            <a:ext cx="813527" cy="26573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1287126" y="1909377"/>
            <a:ext cx="5454762" cy="923330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-9212" l="-894" r="-16872" t="-32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5" name="Google Shape;275;p17"/>
          <p:cNvSpPr txBox="1"/>
          <p:nvPr>
            <p:ph idx="12" type="sldNum"/>
          </p:nvPr>
        </p:nvSpPr>
        <p:spPr>
          <a:xfrm>
            <a:off x="5307151" y="-9699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" name="Google Shape;280;p18"/>
          <p:cNvGraphicFramePr/>
          <p:nvPr/>
        </p:nvGraphicFramePr>
        <p:xfrm>
          <a:off x="146606" y="8270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161400"/>
                <a:gridCol w="2161400"/>
                <a:gridCol w="2161400"/>
              </a:tblGrid>
              <a:tr h="289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89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89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81" name="Google Shape;281;p18"/>
          <p:cNvSpPr/>
          <p:nvPr/>
        </p:nvSpPr>
        <p:spPr>
          <a:xfrm>
            <a:off x="1390855" y="335326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3549048" y="335326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5707241" y="335326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0" y="556534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5. Find the missing angles</a:t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1322795" y="627362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3480988" y="627362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5639181" y="627362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1370920" y="917894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3529113" y="917894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5687306" y="917894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18"/>
          <p:cNvPicPr preferRelativeResize="0"/>
          <p:nvPr/>
        </p:nvPicPr>
        <p:blipFill rotWithShape="1">
          <a:blip r:embed="rId3">
            <a:alphaModFix/>
          </a:blip>
          <a:srcRect b="2248" l="2151" r="76537" t="75246"/>
          <a:stretch/>
        </p:blipFill>
        <p:spPr>
          <a:xfrm>
            <a:off x="2621243" y="4085460"/>
            <a:ext cx="1534898" cy="121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8"/>
          <p:cNvPicPr preferRelativeResize="0"/>
          <p:nvPr/>
        </p:nvPicPr>
        <p:blipFill rotWithShape="1">
          <a:blip r:embed="rId3">
            <a:alphaModFix/>
          </a:blip>
          <a:srcRect b="67663" l="64501" r="27013" t="2806"/>
          <a:stretch/>
        </p:blipFill>
        <p:spPr>
          <a:xfrm>
            <a:off x="434909" y="6788346"/>
            <a:ext cx="697595" cy="1819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8"/>
          <p:cNvPicPr preferRelativeResize="0"/>
          <p:nvPr/>
        </p:nvPicPr>
        <p:blipFill rotWithShape="1">
          <a:blip r:embed="rId3">
            <a:alphaModFix/>
          </a:blip>
          <a:srcRect b="44383" l="55513" r="28334" t="35124"/>
          <a:stretch/>
        </p:blipFill>
        <p:spPr>
          <a:xfrm>
            <a:off x="2692613" y="6845396"/>
            <a:ext cx="1243263" cy="118250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8"/>
          <p:cNvSpPr/>
          <p:nvPr/>
        </p:nvSpPr>
        <p:spPr>
          <a:xfrm>
            <a:off x="1361509" y="878646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3519655" y="8800131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18"/>
          <p:cNvPicPr preferRelativeResize="0"/>
          <p:nvPr/>
        </p:nvPicPr>
        <p:blipFill rotWithShape="1">
          <a:blip r:embed="rId3">
            <a:alphaModFix/>
          </a:blip>
          <a:srcRect b="37560" l="36310" r="52290" t="35049"/>
          <a:stretch/>
        </p:blipFill>
        <p:spPr>
          <a:xfrm>
            <a:off x="4801337" y="3912586"/>
            <a:ext cx="885969" cy="1595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8"/>
          <p:cNvPicPr preferRelativeResize="0"/>
          <p:nvPr/>
        </p:nvPicPr>
        <p:blipFill rotWithShape="1">
          <a:blip r:embed="rId4">
            <a:alphaModFix/>
          </a:blip>
          <a:srcRect b="80034" l="76181" r="3389" t="2962"/>
          <a:stretch/>
        </p:blipFill>
        <p:spPr>
          <a:xfrm>
            <a:off x="4644892" y="6828326"/>
            <a:ext cx="1401052" cy="869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288" y="1036833"/>
            <a:ext cx="1632034" cy="74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0364" y="1073565"/>
            <a:ext cx="1803493" cy="723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5726" y="4085460"/>
            <a:ext cx="1834138" cy="74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7627" y="1036833"/>
            <a:ext cx="1968601" cy="113670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8"/>
          <p:cNvSpPr/>
          <p:nvPr/>
        </p:nvSpPr>
        <p:spPr>
          <a:xfrm>
            <a:off x="5703673" y="8800442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650894" y="8722044"/>
            <a:ext cx="813527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4" name="Google Shape;304;p18"/>
          <p:cNvSpPr txBox="1"/>
          <p:nvPr/>
        </p:nvSpPr>
        <p:spPr>
          <a:xfrm>
            <a:off x="650894" y="9116619"/>
            <a:ext cx="813527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66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2846017" y="8722044"/>
            <a:ext cx="81352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2846017" y="9116619"/>
            <a:ext cx="813527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66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5004210" y="8747287"/>
            <a:ext cx="813527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5004210" y="9141862"/>
            <a:ext cx="813527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666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9" name="Google Shape;309;p18"/>
          <p:cNvSpPr/>
          <p:nvPr/>
        </p:nvSpPr>
        <p:spPr>
          <a:xfrm>
            <a:off x="1404697" y="3363310"/>
            <a:ext cx="813527" cy="26573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0" name="Google Shape;310;p18"/>
          <p:cNvSpPr/>
          <p:nvPr/>
        </p:nvSpPr>
        <p:spPr>
          <a:xfrm>
            <a:off x="3580689" y="3352621"/>
            <a:ext cx="813527" cy="26573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1" name="Google Shape;311;p18"/>
          <p:cNvSpPr/>
          <p:nvPr/>
        </p:nvSpPr>
        <p:spPr>
          <a:xfrm>
            <a:off x="5719274" y="3352620"/>
            <a:ext cx="813527" cy="26573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1087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1304996" y="6258466"/>
            <a:ext cx="813527" cy="26573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3480988" y="6247777"/>
            <a:ext cx="813527" cy="26573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5619573" y="6247776"/>
            <a:ext cx="813527" cy="26573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5" name="Google Shape;315;p18"/>
          <p:cNvSpPr/>
          <p:nvPr/>
        </p:nvSpPr>
        <p:spPr>
          <a:xfrm>
            <a:off x="1357557" y="8792851"/>
            <a:ext cx="813527" cy="26573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6" name="Google Shape;316;p18"/>
          <p:cNvSpPr/>
          <p:nvPr/>
        </p:nvSpPr>
        <p:spPr>
          <a:xfrm>
            <a:off x="3533549" y="8782162"/>
            <a:ext cx="813527" cy="26573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5672134" y="8782161"/>
            <a:ext cx="813527" cy="26573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8" name="Google Shape;318;p18"/>
          <p:cNvSpPr/>
          <p:nvPr/>
        </p:nvSpPr>
        <p:spPr>
          <a:xfrm>
            <a:off x="1381230" y="9186548"/>
            <a:ext cx="813527" cy="26573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3557222" y="9175859"/>
            <a:ext cx="813527" cy="26573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5695807" y="9175858"/>
            <a:ext cx="813527" cy="26573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1304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1" name="Google Shape;321;p18"/>
          <p:cNvSpPr txBox="1"/>
          <p:nvPr>
            <p:ph idx="12" type="sldNum"/>
          </p:nvPr>
        </p:nvSpPr>
        <p:spPr>
          <a:xfrm>
            <a:off x="5087729" y="37415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/>
          <p:nvPr/>
        </p:nvSpPr>
        <p:spPr>
          <a:xfrm>
            <a:off x="5375480" y="8537088"/>
            <a:ext cx="226055" cy="25391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3246086" y="8329791"/>
            <a:ext cx="226055" cy="25391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1025598" y="8439760"/>
            <a:ext cx="266113" cy="292326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0" y="84094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6. Is AB a straight line? Give a reason for your answer.</a:t>
            </a:r>
            <a:endParaRPr/>
          </a:p>
        </p:txBody>
      </p:sp>
      <p:pic>
        <p:nvPicPr>
          <p:cNvPr id="330" name="Google Shape;330;p19"/>
          <p:cNvPicPr preferRelativeResize="0"/>
          <p:nvPr/>
        </p:nvPicPr>
        <p:blipFill rotWithShape="1">
          <a:blip r:embed="rId3">
            <a:alphaModFix/>
          </a:blip>
          <a:srcRect b="2641" l="27326" r="51933" t="83459"/>
          <a:stretch/>
        </p:blipFill>
        <p:spPr>
          <a:xfrm>
            <a:off x="329334" y="2394381"/>
            <a:ext cx="2052600" cy="1026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19"/>
          <p:cNvGrpSpPr/>
          <p:nvPr/>
        </p:nvGrpSpPr>
        <p:grpSpPr>
          <a:xfrm>
            <a:off x="425269" y="361093"/>
            <a:ext cx="1860731" cy="1433124"/>
            <a:chOff x="1248229" y="870794"/>
            <a:chExt cx="4723002" cy="3933385"/>
          </a:xfrm>
        </p:grpSpPr>
        <p:pic>
          <p:nvPicPr>
            <p:cNvPr id="332" name="Google Shape;332;p19"/>
            <p:cNvPicPr preferRelativeResize="0"/>
            <p:nvPr/>
          </p:nvPicPr>
          <p:blipFill rotWithShape="1">
            <a:blip r:embed="rId3">
              <a:alphaModFix/>
            </a:blip>
            <a:srcRect b="37376" l="1537" r="77370" t="39079"/>
            <a:stretch/>
          </p:blipFill>
          <p:spPr>
            <a:xfrm>
              <a:off x="1248229" y="870794"/>
              <a:ext cx="4723002" cy="3933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19"/>
            <p:cNvSpPr/>
            <p:nvPr/>
          </p:nvSpPr>
          <p:spPr>
            <a:xfrm>
              <a:off x="1248229" y="870857"/>
              <a:ext cx="1204685" cy="72571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9"/>
          <p:cNvSpPr/>
          <p:nvPr/>
        </p:nvSpPr>
        <p:spPr>
          <a:xfrm>
            <a:off x="137160" y="1932716"/>
            <a:ext cx="5828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7. Which 3 of the following angles would form a straight line? 78°, 88°, 37° and 65°.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>
            <a:off x="2467429" y="404634"/>
            <a:ext cx="3498722" cy="14773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389" r="0" t="-1633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2467429" y="2310514"/>
            <a:ext cx="3498722" cy="14773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78, 37 and 65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7" name="Google Shape;337;p19"/>
          <p:cNvGraphicFramePr/>
          <p:nvPr/>
        </p:nvGraphicFramePr>
        <p:xfrm>
          <a:off x="103064" y="79189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161400"/>
                <a:gridCol w="2161400"/>
                <a:gridCol w="2161400"/>
              </a:tblGrid>
              <a:tr h="174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38" name="Google Shape;338;p19"/>
          <p:cNvCxnSpPr/>
          <p:nvPr/>
        </p:nvCxnSpPr>
        <p:spPr>
          <a:xfrm>
            <a:off x="897505" y="6188044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339" name="Google Shape;339;p19"/>
          <p:cNvGraphicFramePr/>
          <p:nvPr/>
        </p:nvGraphicFramePr>
        <p:xfrm>
          <a:off x="99246" y="47436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1670375"/>
                <a:gridCol w="1670375"/>
                <a:gridCol w="1670375"/>
                <a:gridCol w="1670375"/>
              </a:tblGrid>
              <a:tr h="3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Angles around a point - 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Calculate the missing angle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3379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/>
                        <a:t>Find the angles at a vertex around a point.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/>
                        <a:t>Subtract the sum of the existing angles from the total. </a:t>
                      </a:r>
                      <a:endParaRPr sz="11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40" name="Google Shape;340;p19"/>
          <p:cNvCxnSpPr/>
          <p:nvPr/>
        </p:nvCxnSpPr>
        <p:spPr>
          <a:xfrm>
            <a:off x="2584433" y="6266666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1" name="Google Shape;341;p19"/>
          <p:cNvSpPr txBox="1"/>
          <p:nvPr/>
        </p:nvSpPr>
        <p:spPr>
          <a:xfrm>
            <a:off x="1092275" y="7618219"/>
            <a:ext cx="37549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8.  Calculate the missing angle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7587" y="5121295"/>
            <a:ext cx="1509738" cy="988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97097" y="5079710"/>
            <a:ext cx="1156597" cy="107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29538" y="5165728"/>
            <a:ext cx="1569856" cy="11202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" name="Google Shape;345;p19"/>
          <p:cNvGrpSpPr/>
          <p:nvPr/>
        </p:nvGrpSpPr>
        <p:grpSpPr>
          <a:xfrm>
            <a:off x="462462" y="7996826"/>
            <a:ext cx="1322070" cy="814945"/>
            <a:chOff x="491490" y="6236970"/>
            <a:chExt cx="1322070" cy="814945"/>
          </a:xfrm>
        </p:grpSpPr>
        <p:sp>
          <p:nvSpPr>
            <p:cNvPr id="346" name="Google Shape;346;p19"/>
            <p:cNvSpPr txBox="1"/>
            <p:nvPr/>
          </p:nvSpPr>
          <p:spPr>
            <a:xfrm>
              <a:off x="1342856" y="6797999"/>
              <a:ext cx="448586" cy="25391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347" name="Google Shape;347;p19"/>
            <p:cNvCxnSpPr/>
            <p:nvPr/>
          </p:nvCxnSpPr>
          <p:spPr>
            <a:xfrm flipH="1">
              <a:off x="1178909" y="6236970"/>
              <a:ext cx="634651" cy="60142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8" name="Google Shape;348;p19"/>
            <p:cNvSpPr/>
            <p:nvPr/>
          </p:nvSpPr>
          <p:spPr>
            <a:xfrm>
              <a:off x="889418" y="6431436"/>
              <a:ext cx="306366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349" name="Google Shape;349;p19"/>
            <p:cNvCxnSpPr/>
            <p:nvPr/>
          </p:nvCxnSpPr>
          <p:spPr>
            <a:xfrm rot="10800000">
              <a:off x="491490" y="6838399"/>
              <a:ext cx="68742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50" name="Google Shape;350;p19"/>
          <p:cNvGrpSpPr/>
          <p:nvPr/>
        </p:nvGrpSpPr>
        <p:grpSpPr>
          <a:xfrm>
            <a:off x="2570481" y="8072886"/>
            <a:ext cx="1717690" cy="741618"/>
            <a:chOff x="380337" y="6448669"/>
            <a:chExt cx="1717690" cy="741618"/>
          </a:xfrm>
        </p:grpSpPr>
        <p:sp>
          <p:nvSpPr>
            <p:cNvPr id="351" name="Google Shape;351;p19"/>
            <p:cNvSpPr txBox="1"/>
            <p:nvPr/>
          </p:nvSpPr>
          <p:spPr>
            <a:xfrm>
              <a:off x="1243148" y="6936371"/>
              <a:ext cx="448586" cy="253916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352" name="Google Shape;352;p19"/>
            <p:cNvCxnSpPr/>
            <p:nvPr/>
          </p:nvCxnSpPr>
          <p:spPr>
            <a:xfrm flipH="1">
              <a:off x="1178910" y="6564909"/>
              <a:ext cx="919117" cy="27349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3" name="Google Shape;353;p19"/>
            <p:cNvSpPr/>
            <p:nvPr/>
          </p:nvSpPr>
          <p:spPr>
            <a:xfrm>
              <a:off x="964243" y="6448669"/>
              <a:ext cx="306366" cy="27699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354" name="Google Shape;354;p19"/>
            <p:cNvCxnSpPr/>
            <p:nvPr/>
          </p:nvCxnSpPr>
          <p:spPr>
            <a:xfrm rot="10800000">
              <a:off x="380337" y="6838399"/>
              <a:ext cx="798573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55" name="Google Shape;355;p19"/>
          <p:cNvGrpSpPr/>
          <p:nvPr/>
        </p:nvGrpSpPr>
        <p:grpSpPr>
          <a:xfrm>
            <a:off x="4627881" y="7966229"/>
            <a:ext cx="1225379" cy="888074"/>
            <a:chOff x="300004" y="6124289"/>
            <a:chExt cx="1225379" cy="888074"/>
          </a:xfrm>
        </p:grpSpPr>
        <p:sp>
          <p:nvSpPr>
            <p:cNvPr id="356" name="Google Shape;356;p19"/>
            <p:cNvSpPr txBox="1"/>
            <p:nvPr/>
          </p:nvSpPr>
          <p:spPr>
            <a:xfrm>
              <a:off x="539815" y="6551597"/>
              <a:ext cx="448586" cy="253916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357" name="Google Shape;357;p19"/>
            <p:cNvCxnSpPr/>
            <p:nvPr/>
          </p:nvCxnSpPr>
          <p:spPr>
            <a:xfrm>
              <a:off x="797892" y="6124289"/>
              <a:ext cx="381018" cy="71411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8" name="Google Shape;358;p19"/>
            <p:cNvSpPr/>
            <p:nvPr/>
          </p:nvSpPr>
          <p:spPr>
            <a:xfrm>
              <a:off x="1219017" y="6735364"/>
              <a:ext cx="306366" cy="27699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359" name="Google Shape;359;p19"/>
            <p:cNvCxnSpPr/>
            <p:nvPr/>
          </p:nvCxnSpPr>
          <p:spPr>
            <a:xfrm rot="10800000">
              <a:off x="300004" y="6838399"/>
              <a:ext cx="87890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60" name="Google Shape;360;p19"/>
          <p:cNvSpPr/>
          <p:nvPr/>
        </p:nvSpPr>
        <p:spPr>
          <a:xfrm>
            <a:off x="1361827" y="932073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3520020" y="932073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5678213" y="9320730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1911119" y="4464407"/>
            <a:ext cx="1375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5172314" y="4464407"/>
            <a:ext cx="16124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>
            <a:off x="3514695" y="4464407"/>
            <a:ext cx="15815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11 - We do…</a:t>
            </a:r>
            <a:endParaRPr/>
          </a:p>
        </p:txBody>
      </p:sp>
      <p:sp>
        <p:nvSpPr>
          <p:cNvPr id="366" name="Google Shape;366;p19"/>
          <p:cNvSpPr/>
          <p:nvPr/>
        </p:nvSpPr>
        <p:spPr>
          <a:xfrm>
            <a:off x="78012" y="3995848"/>
            <a:ext cx="2389417" cy="2652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Angles at a vertex around a point</a:t>
            </a:r>
            <a:endParaRPr/>
          </a:p>
        </p:txBody>
      </p:sp>
      <p:sp>
        <p:nvSpPr>
          <p:cNvPr id="367" name="Google Shape;367;p19"/>
          <p:cNvSpPr txBox="1"/>
          <p:nvPr/>
        </p:nvSpPr>
        <p:spPr>
          <a:xfrm>
            <a:off x="51278" y="4242762"/>
            <a:ext cx="6650101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7778" l="0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8" name="Google Shape;368;p19"/>
          <p:cNvSpPr/>
          <p:nvPr/>
        </p:nvSpPr>
        <p:spPr>
          <a:xfrm>
            <a:off x="103058" y="7490451"/>
            <a:ext cx="1025803" cy="369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69" name="Google Shape;369;p19"/>
          <p:cNvSpPr txBox="1"/>
          <p:nvPr/>
        </p:nvSpPr>
        <p:spPr>
          <a:xfrm>
            <a:off x="1827586" y="6491015"/>
            <a:ext cx="4914301" cy="646331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4151" l="-1117" r="0" t="-56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1350557" y="9330004"/>
            <a:ext cx="813527" cy="26573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3526549" y="9319315"/>
            <a:ext cx="813527" cy="26573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2" name="Google Shape;372;p19"/>
          <p:cNvSpPr/>
          <p:nvPr/>
        </p:nvSpPr>
        <p:spPr>
          <a:xfrm>
            <a:off x="5665134" y="9319314"/>
            <a:ext cx="813527" cy="26573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3" name="Google Shape;373;p19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0"/>
          <p:cNvSpPr/>
          <p:nvPr/>
        </p:nvSpPr>
        <p:spPr>
          <a:xfrm>
            <a:off x="5749636" y="1010146"/>
            <a:ext cx="226055" cy="25391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3276817" y="806396"/>
            <a:ext cx="226055" cy="25391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1217537" y="962258"/>
            <a:ext cx="226055" cy="25391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1" name="Google Shape;381;p20"/>
          <p:cNvGraphicFramePr/>
          <p:nvPr/>
        </p:nvGraphicFramePr>
        <p:xfrm>
          <a:off x="178690" y="340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161400"/>
                <a:gridCol w="2161400"/>
                <a:gridCol w="2161400"/>
              </a:tblGrid>
              <a:tr h="211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33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21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j)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k)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l)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59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m)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n)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o)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82" name="Google Shape;382;p20"/>
          <p:cNvSpPr/>
          <p:nvPr/>
        </p:nvSpPr>
        <p:spPr>
          <a:xfrm>
            <a:off x="1390855" y="209155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3549048" y="209155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5707241" y="209155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0" y="84094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8 continued</a:t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1361297" y="445364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3519490" y="445364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5677683" y="445364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1407480" y="9174025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3565626" y="918769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5749644" y="9188005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20"/>
          <p:cNvGrpSpPr/>
          <p:nvPr/>
        </p:nvGrpSpPr>
        <p:grpSpPr>
          <a:xfrm>
            <a:off x="660103" y="488769"/>
            <a:ext cx="1029655" cy="873243"/>
            <a:chOff x="491490" y="6221121"/>
            <a:chExt cx="1029655" cy="873243"/>
          </a:xfrm>
        </p:grpSpPr>
        <p:sp>
          <p:nvSpPr>
            <p:cNvPr id="393" name="Google Shape;393;p20"/>
            <p:cNvSpPr txBox="1"/>
            <p:nvPr/>
          </p:nvSpPr>
          <p:spPr>
            <a:xfrm>
              <a:off x="636875" y="6466654"/>
              <a:ext cx="448586" cy="25391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394" name="Google Shape;394;p20"/>
            <p:cNvCxnSpPr/>
            <p:nvPr/>
          </p:nvCxnSpPr>
          <p:spPr>
            <a:xfrm flipH="1">
              <a:off x="1178910" y="6221121"/>
              <a:ext cx="198960" cy="61727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95" name="Google Shape;395;p20"/>
            <p:cNvSpPr/>
            <p:nvPr/>
          </p:nvSpPr>
          <p:spPr>
            <a:xfrm>
              <a:off x="1214779" y="6817365"/>
              <a:ext cx="306366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396" name="Google Shape;396;p20"/>
            <p:cNvCxnSpPr/>
            <p:nvPr/>
          </p:nvCxnSpPr>
          <p:spPr>
            <a:xfrm rot="10800000">
              <a:off x="491490" y="6838399"/>
              <a:ext cx="68742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97" name="Google Shape;397;p20"/>
          <p:cNvGrpSpPr/>
          <p:nvPr/>
        </p:nvGrpSpPr>
        <p:grpSpPr>
          <a:xfrm>
            <a:off x="2563351" y="542010"/>
            <a:ext cx="1766122" cy="664038"/>
            <a:chOff x="340184" y="6461054"/>
            <a:chExt cx="1766122" cy="664038"/>
          </a:xfrm>
        </p:grpSpPr>
        <p:sp>
          <p:nvSpPr>
            <p:cNvPr id="398" name="Google Shape;398;p20"/>
            <p:cNvSpPr txBox="1"/>
            <p:nvPr/>
          </p:nvSpPr>
          <p:spPr>
            <a:xfrm>
              <a:off x="1339955" y="6871176"/>
              <a:ext cx="448586" cy="25391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399" name="Google Shape;399;p20"/>
            <p:cNvCxnSpPr/>
            <p:nvPr/>
          </p:nvCxnSpPr>
          <p:spPr>
            <a:xfrm flipH="1">
              <a:off x="1178911" y="6622276"/>
              <a:ext cx="927395" cy="21612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0" name="Google Shape;400;p20"/>
            <p:cNvSpPr/>
            <p:nvPr/>
          </p:nvSpPr>
          <p:spPr>
            <a:xfrm>
              <a:off x="1080133" y="6461054"/>
              <a:ext cx="306366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401" name="Google Shape;401;p20"/>
            <p:cNvCxnSpPr/>
            <p:nvPr/>
          </p:nvCxnSpPr>
          <p:spPr>
            <a:xfrm rot="10800000">
              <a:off x="340184" y="6838399"/>
              <a:ext cx="83872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02" name="Google Shape;402;p20"/>
          <p:cNvGrpSpPr/>
          <p:nvPr/>
        </p:nvGrpSpPr>
        <p:grpSpPr>
          <a:xfrm>
            <a:off x="5037398" y="505263"/>
            <a:ext cx="1273851" cy="1012712"/>
            <a:chOff x="339396" y="6194093"/>
            <a:chExt cx="1273851" cy="1012712"/>
          </a:xfrm>
        </p:grpSpPr>
        <p:sp>
          <p:nvSpPr>
            <p:cNvPr id="403" name="Google Shape;403;p20"/>
            <p:cNvSpPr txBox="1"/>
            <p:nvPr/>
          </p:nvSpPr>
          <p:spPr>
            <a:xfrm>
              <a:off x="1164661" y="6952889"/>
              <a:ext cx="448586" cy="25391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404" name="Google Shape;404;p20"/>
            <p:cNvCxnSpPr/>
            <p:nvPr/>
          </p:nvCxnSpPr>
          <p:spPr>
            <a:xfrm>
              <a:off x="845086" y="6194093"/>
              <a:ext cx="333825" cy="64430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5" name="Google Shape;405;p20"/>
            <p:cNvSpPr/>
            <p:nvPr/>
          </p:nvSpPr>
          <p:spPr>
            <a:xfrm>
              <a:off x="786192" y="6533930"/>
              <a:ext cx="319576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406" name="Google Shape;406;p20"/>
            <p:cNvCxnSpPr/>
            <p:nvPr/>
          </p:nvCxnSpPr>
          <p:spPr>
            <a:xfrm rot="10800000">
              <a:off x="339396" y="6838399"/>
              <a:ext cx="83951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07" name="Google Shape;407;p20"/>
          <p:cNvGrpSpPr/>
          <p:nvPr/>
        </p:nvGrpSpPr>
        <p:grpSpPr>
          <a:xfrm>
            <a:off x="5037398" y="2483173"/>
            <a:ext cx="837026" cy="797756"/>
            <a:chOff x="556847" y="155872"/>
            <a:chExt cx="837026" cy="797756"/>
          </a:xfrm>
        </p:grpSpPr>
        <p:sp>
          <p:nvSpPr>
            <p:cNvPr id="408" name="Google Shape;408;p20"/>
            <p:cNvSpPr txBox="1"/>
            <p:nvPr/>
          </p:nvSpPr>
          <p:spPr>
            <a:xfrm>
              <a:off x="560243" y="406364"/>
              <a:ext cx="340603" cy="253916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556847" y="155872"/>
              <a:ext cx="837026" cy="797756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955439" y="474893"/>
              <a:ext cx="306366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411" name="Google Shape;411;p20"/>
            <p:cNvCxnSpPr>
              <a:stCxn id="409" idx="1"/>
            </p:cNvCxnSpPr>
            <p:nvPr/>
          </p:nvCxnSpPr>
          <p:spPr>
            <a:xfrm>
              <a:off x="679427" y="272701"/>
              <a:ext cx="297900" cy="33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2" name="Google Shape;412;p20"/>
            <p:cNvCxnSpPr/>
            <p:nvPr/>
          </p:nvCxnSpPr>
          <p:spPr>
            <a:xfrm flipH="1">
              <a:off x="561767" y="605209"/>
              <a:ext cx="415568" cy="2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13" name="Google Shape;413;p20"/>
          <p:cNvSpPr/>
          <p:nvPr/>
        </p:nvSpPr>
        <p:spPr>
          <a:xfrm>
            <a:off x="1409422" y="657219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3567615" y="657219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5725808" y="657219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6" name="Google Shape;416;p20"/>
          <p:cNvGrpSpPr/>
          <p:nvPr/>
        </p:nvGrpSpPr>
        <p:grpSpPr>
          <a:xfrm>
            <a:off x="740207" y="2577540"/>
            <a:ext cx="837026" cy="797756"/>
            <a:chOff x="556847" y="155872"/>
            <a:chExt cx="837026" cy="797756"/>
          </a:xfrm>
        </p:grpSpPr>
        <p:sp>
          <p:nvSpPr>
            <p:cNvPr id="417" name="Google Shape;417;p20"/>
            <p:cNvSpPr/>
            <p:nvPr/>
          </p:nvSpPr>
          <p:spPr>
            <a:xfrm>
              <a:off x="556847" y="155872"/>
              <a:ext cx="837026" cy="797756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668994" y="273923"/>
              <a:ext cx="306366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419" name="Google Shape;419;p20"/>
            <p:cNvCxnSpPr>
              <a:stCxn id="417" idx="0"/>
            </p:cNvCxnSpPr>
            <p:nvPr/>
          </p:nvCxnSpPr>
          <p:spPr>
            <a:xfrm>
              <a:off x="975360" y="155872"/>
              <a:ext cx="2100" cy="449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" name="Google Shape;420;p20"/>
            <p:cNvCxnSpPr/>
            <p:nvPr/>
          </p:nvCxnSpPr>
          <p:spPr>
            <a:xfrm flipH="1">
              <a:off x="561767" y="605209"/>
              <a:ext cx="415568" cy="2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1" name="Google Shape;421;p20"/>
            <p:cNvSpPr txBox="1"/>
            <p:nvPr/>
          </p:nvSpPr>
          <p:spPr>
            <a:xfrm>
              <a:off x="805058" y="627931"/>
              <a:ext cx="340603" cy="253916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1964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22" name="Google Shape;422;p20"/>
          <p:cNvGrpSpPr/>
          <p:nvPr/>
        </p:nvGrpSpPr>
        <p:grpSpPr>
          <a:xfrm>
            <a:off x="2781780" y="2577540"/>
            <a:ext cx="837026" cy="797756"/>
            <a:chOff x="556847" y="155872"/>
            <a:chExt cx="837026" cy="797756"/>
          </a:xfrm>
        </p:grpSpPr>
        <p:sp>
          <p:nvSpPr>
            <p:cNvPr id="423" name="Google Shape;423;p20"/>
            <p:cNvSpPr/>
            <p:nvPr/>
          </p:nvSpPr>
          <p:spPr>
            <a:xfrm>
              <a:off x="556847" y="155872"/>
              <a:ext cx="837026" cy="797756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668994" y="273923"/>
              <a:ext cx="306366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425" name="Google Shape;425;p20"/>
            <p:cNvCxnSpPr>
              <a:stCxn id="423" idx="7"/>
            </p:cNvCxnSpPr>
            <p:nvPr/>
          </p:nvCxnSpPr>
          <p:spPr>
            <a:xfrm flipH="1">
              <a:off x="977293" y="272701"/>
              <a:ext cx="294000" cy="33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" name="Google Shape;426;p20"/>
            <p:cNvCxnSpPr/>
            <p:nvPr/>
          </p:nvCxnSpPr>
          <p:spPr>
            <a:xfrm flipH="1">
              <a:off x="561767" y="605209"/>
              <a:ext cx="415568" cy="2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7" name="Google Shape;427;p20"/>
            <p:cNvSpPr txBox="1"/>
            <p:nvPr/>
          </p:nvSpPr>
          <p:spPr>
            <a:xfrm>
              <a:off x="805058" y="627931"/>
              <a:ext cx="340603" cy="253916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-1964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428" name="Google Shape;428;p20"/>
          <p:cNvPicPr preferRelativeResize="0"/>
          <p:nvPr/>
        </p:nvPicPr>
        <p:blipFill rotWithShape="1">
          <a:blip r:embed="rId13">
            <a:alphaModFix/>
          </a:blip>
          <a:srcRect b="34276" l="42532" r="35284" t="36043"/>
          <a:stretch/>
        </p:blipFill>
        <p:spPr>
          <a:xfrm>
            <a:off x="426277" y="4872020"/>
            <a:ext cx="1286893" cy="1092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17131" y="4846788"/>
            <a:ext cx="1403422" cy="1136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0"/>
          <p:cNvPicPr preferRelativeResize="0"/>
          <p:nvPr/>
        </p:nvPicPr>
        <p:blipFill rotWithShape="1">
          <a:blip r:embed="rId15">
            <a:alphaModFix/>
          </a:blip>
          <a:srcRect b="0" l="0" r="18455" t="0"/>
          <a:stretch/>
        </p:blipFill>
        <p:spPr>
          <a:xfrm>
            <a:off x="4756175" y="4846788"/>
            <a:ext cx="1403422" cy="1199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0"/>
          <p:cNvPicPr preferRelativeResize="0"/>
          <p:nvPr/>
        </p:nvPicPr>
        <p:blipFill rotWithShape="1">
          <a:blip r:embed="rId13">
            <a:alphaModFix/>
          </a:blip>
          <a:srcRect b="-116" l="77858" r="2846" t="70912"/>
          <a:stretch/>
        </p:blipFill>
        <p:spPr>
          <a:xfrm>
            <a:off x="505521" y="7055478"/>
            <a:ext cx="1313200" cy="1260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840449" y="7094856"/>
            <a:ext cx="1405277" cy="1122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0"/>
          <p:cNvPicPr preferRelativeResize="0"/>
          <p:nvPr/>
        </p:nvPicPr>
        <p:blipFill rotWithShape="1">
          <a:blip r:embed="rId17">
            <a:alphaModFix/>
          </a:blip>
          <a:srcRect b="0" l="11514" r="4622" t="0"/>
          <a:stretch/>
        </p:blipFill>
        <p:spPr>
          <a:xfrm>
            <a:off x="2675496" y="7055478"/>
            <a:ext cx="1286692" cy="112230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0"/>
          <p:cNvSpPr/>
          <p:nvPr/>
        </p:nvSpPr>
        <p:spPr>
          <a:xfrm>
            <a:off x="1380767" y="2110331"/>
            <a:ext cx="813527" cy="26573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5" name="Google Shape;435;p20"/>
          <p:cNvSpPr/>
          <p:nvPr/>
        </p:nvSpPr>
        <p:spPr>
          <a:xfrm>
            <a:off x="1426107" y="919373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3584300" y="919373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5742493" y="919373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3556759" y="2099642"/>
            <a:ext cx="813527" cy="26573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9" name="Google Shape;439;p20"/>
          <p:cNvSpPr/>
          <p:nvPr/>
        </p:nvSpPr>
        <p:spPr>
          <a:xfrm>
            <a:off x="5695344" y="2099641"/>
            <a:ext cx="813527" cy="26573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0" name="Google Shape;440;p20"/>
          <p:cNvSpPr/>
          <p:nvPr/>
        </p:nvSpPr>
        <p:spPr>
          <a:xfrm>
            <a:off x="1369919" y="4457232"/>
            <a:ext cx="813527" cy="26573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1" name="Google Shape;441;p20"/>
          <p:cNvSpPr/>
          <p:nvPr/>
        </p:nvSpPr>
        <p:spPr>
          <a:xfrm>
            <a:off x="3545911" y="4446543"/>
            <a:ext cx="813527" cy="26573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2" name="Google Shape;442;p20"/>
          <p:cNvSpPr/>
          <p:nvPr/>
        </p:nvSpPr>
        <p:spPr>
          <a:xfrm>
            <a:off x="5684496" y="4446542"/>
            <a:ext cx="813527" cy="26573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3" name="Google Shape;443;p20"/>
          <p:cNvSpPr/>
          <p:nvPr/>
        </p:nvSpPr>
        <p:spPr>
          <a:xfrm>
            <a:off x="1380767" y="6592098"/>
            <a:ext cx="813527" cy="26573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4" name="Google Shape;444;p20"/>
          <p:cNvSpPr/>
          <p:nvPr/>
        </p:nvSpPr>
        <p:spPr>
          <a:xfrm>
            <a:off x="3556759" y="6581409"/>
            <a:ext cx="813527" cy="26573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5" name="Google Shape;445;p20"/>
          <p:cNvSpPr/>
          <p:nvPr/>
        </p:nvSpPr>
        <p:spPr>
          <a:xfrm>
            <a:off x="5695344" y="6581408"/>
            <a:ext cx="813527" cy="26573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6" name="Google Shape;446;p20"/>
          <p:cNvSpPr/>
          <p:nvPr/>
        </p:nvSpPr>
        <p:spPr>
          <a:xfrm>
            <a:off x="1427558" y="9195249"/>
            <a:ext cx="813527" cy="26573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7" name="Google Shape;447;p20"/>
          <p:cNvSpPr/>
          <p:nvPr/>
        </p:nvSpPr>
        <p:spPr>
          <a:xfrm>
            <a:off x="3603550" y="9184560"/>
            <a:ext cx="813527" cy="26573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8" name="Google Shape;448;p20"/>
          <p:cNvSpPr/>
          <p:nvPr/>
        </p:nvSpPr>
        <p:spPr>
          <a:xfrm>
            <a:off x="5742135" y="9184559"/>
            <a:ext cx="813527" cy="26573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49" name="Google Shape;449;p20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4" name="Google Shape;454;p21"/>
          <p:cNvGraphicFramePr/>
          <p:nvPr/>
        </p:nvGraphicFramePr>
        <p:xfrm>
          <a:off x="178690" y="340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6384475"/>
              </a:tblGrid>
              <a:tr h="152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68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55" name="Google Shape;455;p21"/>
          <p:cNvSpPr/>
          <p:nvPr/>
        </p:nvSpPr>
        <p:spPr>
          <a:xfrm>
            <a:off x="0" y="84094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9. Find the missing angles.</a:t>
            </a:r>
            <a:endParaRPr/>
          </a:p>
        </p:txBody>
      </p:sp>
      <p:pic>
        <p:nvPicPr>
          <p:cNvPr id="456" name="Google Shape;4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703" y="393666"/>
            <a:ext cx="2033665" cy="1202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906" y="3750093"/>
            <a:ext cx="2036533" cy="1202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511" y="2006990"/>
            <a:ext cx="2233867" cy="1331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1"/>
          <p:cNvSpPr/>
          <p:nvPr/>
        </p:nvSpPr>
        <p:spPr>
          <a:xfrm>
            <a:off x="178690" y="5201881"/>
            <a:ext cx="5828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10. Three angles measure 97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145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118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Do they fit exactly around a point? Give a reason for your answer.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191753" y="6771243"/>
            <a:ext cx="5828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11. Five angles measure 78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95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113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162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187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Which of them can be put together to fit exactly around a point?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191753" y="5683821"/>
            <a:ext cx="6371418" cy="92333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Yes, because 97 + 145 + 118 = 360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1"/>
          <p:cNvSpPr txBox="1"/>
          <p:nvPr/>
        </p:nvSpPr>
        <p:spPr>
          <a:xfrm>
            <a:off x="178690" y="7232908"/>
            <a:ext cx="637141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95, 187 and 78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590" y="8585335"/>
            <a:ext cx="1789810" cy="123949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1"/>
          <p:cNvSpPr/>
          <p:nvPr/>
        </p:nvSpPr>
        <p:spPr>
          <a:xfrm>
            <a:off x="140590" y="8354502"/>
            <a:ext cx="58289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12. Find the values of the missing angles.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Hint: Use angles on a straight line and angles around a point!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1930400" y="8871298"/>
            <a:ext cx="46197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 txBox="1"/>
          <p:nvPr/>
        </p:nvSpPr>
        <p:spPr>
          <a:xfrm>
            <a:off x="3429000" y="545432"/>
            <a:ext cx="1144031" cy="64633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7" name="Google Shape;467;p21"/>
          <p:cNvSpPr txBox="1"/>
          <p:nvPr/>
        </p:nvSpPr>
        <p:spPr>
          <a:xfrm>
            <a:off x="3429000" y="2098897"/>
            <a:ext cx="1140633" cy="64633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8" name="Google Shape;468;p21"/>
          <p:cNvSpPr txBox="1"/>
          <p:nvPr/>
        </p:nvSpPr>
        <p:spPr>
          <a:xfrm>
            <a:off x="3496773" y="3720855"/>
            <a:ext cx="1144031" cy="92333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9" name="Google Shape;469;p21"/>
          <p:cNvSpPr txBox="1"/>
          <p:nvPr/>
        </p:nvSpPr>
        <p:spPr>
          <a:xfrm>
            <a:off x="2148122" y="8977229"/>
            <a:ext cx="1140633" cy="64633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0" name="Google Shape;470;p21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5" name="Google Shape;475;p22"/>
          <p:cNvGraphicFramePr/>
          <p:nvPr/>
        </p:nvGraphicFramePr>
        <p:xfrm>
          <a:off x="130884" y="38600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3285675"/>
                <a:gridCol w="3285675"/>
              </a:tblGrid>
              <a:tr h="14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4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4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4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476" name="Google Shape;476;p22"/>
          <p:cNvCxnSpPr/>
          <p:nvPr/>
        </p:nvCxnSpPr>
        <p:spPr>
          <a:xfrm>
            <a:off x="881842" y="2251044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77" name="Google Shape;477;p22"/>
          <p:cNvGraphicFramePr/>
          <p:nvPr/>
        </p:nvGraphicFramePr>
        <p:xfrm>
          <a:off x="83583" y="8066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1288025"/>
                <a:gridCol w="1513850"/>
                <a:gridCol w="1803400"/>
                <a:gridCol w="2076275"/>
              </a:tblGrid>
              <a:tr h="3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Measure the size of the reflex angle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3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78" name="Google Shape;478;p22"/>
          <p:cNvSpPr/>
          <p:nvPr/>
        </p:nvSpPr>
        <p:spPr>
          <a:xfrm>
            <a:off x="62349" y="58848"/>
            <a:ext cx="2389417" cy="2652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Measuring a reflex angle</a:t>
            </a:r>
            <a:endParaRPr/>
          </a:p>
        </p:txBody>
      </p:sp>
      <p:sp>
        <p:nvSpPr>
          <p:cNvPr id="479" name="Google Shape;479;p22"/>
          <p:cNvSpPr txBox="1"/>
          <p:nvPr/>
        </p:nvSpPr>
        <p:spPr>
          <a:xfrm>
            <a:off x="35615" y="305762"/>
            <a:ext cx="6650101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217" l="-9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480" name="Google Shape;480;p22"/>
          <p:cNvPicPr preferRelativeResize="0"/>
          <p:nvPr/>
        </p:nvPicPr>
        <p:blipFill rotWithShape="1">
          <a:blip r:embed="rId4">
            <a:alphaModFix/>
          </a:blip>
          <a:srcRect b="0" l="13570" r="13232" t="16554"/>
          <a:stretch/>
        </p:blipFill>
        <p:spPr>
          <a:xfrm>
            <a:off x="1441750" y="1185672"/>
            <a:ext cx="1380793" cy="96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908" y="5361789"/>
            <a:ext cx="1603387" cy="1311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4709" y="1155818"/>
            <a:ext cx="1929491" cy="60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9029" y="4002210"/>
            <a:ext cx="1447873" cy="117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19360" y="5345202"/>
            <a:ext cx="1767758" cy="1311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85031" y="6770576"/>
            <a:ext cx="1507769" cy="1268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7862" y="6860372"/>
            <a:ext cx="2648238" cy="783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94714" y="8355849"/>
            <a:ext cx="2620386" cy="100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37163" y="3887859"/>
            <a:ext cx="1951562" cy="1283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905017" y="1134610"/>
            <a:ext cx="1727870" cy="1250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7908" y="8306410"/>
            <a:ext cx="1828891" cy="105360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2"/>
          <p:cNvSpPr/>
          <p:nvPr/>
        </p:nvSpPr>
        <p:spPr>
          <a:xfrm>
            <a:off x="1718391" y="3524042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13. Measure the reflex angles</a:t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87249" y="3542528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93" name="Google Shape;493;p22"/>
          <p:cNvSpPr txBox="1"/>
          <p:nvPr/>
        </p:nvSpPr>
        <p:spPr>
          <a:xfrm>
            <a:off x="1956787" y="1357358"/>
            <a:ext cx="402777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4" name="Google Shape;494;p22"/>
          <p:cNvSpPr txBox="1"/>
          <p:nvPr/>
        </p:nvSpPr>
        <p:spPr>
          <a:xfrm>
            <a:off x="3735774" y="1793509"/>
            <a:ext cx="402777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5" name="Google Shape;495;p22"/>
          <p:cNvSpPr txBox="1"/>
          <p:nvPr/>
        </p:nvSpPr>
        <p:spPr>
          <a:xfrm>
            <a:off x="5587118" y="1457802"/>
            <a:ext cx="402777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6" name="Google Shape;496;p22"/>
          <p:cNvSpPr txBox="1"/>
          <p:nvPr/>
        </p:nvSpPr>
        <p:spPr>
          <a:xfrm>
            <a:off x="1271576" y="4327635"/>
            <a:ext cx="402777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4711555" y="4535569"/>
            <a:ext cx="402777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8" name="Google Shape;498;p22"/>
          <p:cNvSpPr txBox="1"/>
          <p:nvPr/>
        </p:nvSpPr>
        <p:spPr>
          <a:xfrm>
            <a:off x="1283581" y="6106421"/>
            <a:ext cx="402777" cy="27699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9" name="Google Shape;499;p22"/>
          <p:cNvSpPr txBox="1"/>
          <p:nvPr/>
        </p:nvSpPr>
        <p:spPr>
          <a:xfrm>
            <a:off x="4501850" y="5946269"/>
            <a:ext cx="402777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0" name="Google Shape;500;p22"/>
          <p:cNvSpPr txBox="1"/>
          <p:nvPr/>
        </p:nvSpPr>
        <p:spPr>
          <a:xfrm>
            <a:off x="1447269" y="6989552"/>
            <a:ext cx="402777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1" name="Google Shape;501;p22"/>
          <p:cNvSpPr txBox="1"/>
          <p:nvPr/>
        </p:nvSpPr>
        <p:spPr>
          <a:xfrm>
            <a:off x="4736138" y="7113849"/>
            <a:ext cx="402777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2" name="Google Shape;502;p22"/>
          <p:cNvSpPr txBox="1"/>
          <p:nvPr/>
        </p:nvSpPr>
        <p:spPr>
          <a:xfrm>
            <a:off x="1195826" y="8556211"/>
            <a:ext cx="402777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3" name="Google Shape;503;p22"/>
          <p:cNvSpPr txBox="1"/>
          <p:nvPr/>
        </p:nvSpPr>
        <p:spPr>
          <a:xfrm>
            <a:off x="4870689" y="8497832"/>
            <a:ext cx="402777" cy="27699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4" name="Google Shape;504;p22"/>
          <p:cNvSpPr txBox="1"/>
          <p:nvPr/>
        </p:nvSpPr>
        <p:spPr>
          <a:xfrm>
            <a:off x="1583792" y="2635990"/>
            <a:ext cx="4706739" cy="954107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5" name="Google Shape;505;p22"/>
          <p:cNvSpPr txBox="1"/>
          <p:nvPr/>
        </p:nvSpPr>
        <p:spPr>
          <a:xfrm>
            <a:off x="1711181" y="4651873"/>
            <a:ext cx="4706739" cy="6124754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6" name="Google Shape;506;p22"/>
          <p:cNvSpPr txBox="1"/>
          <p:nvPr/>
        </p:nvSpPr>
        <p:spPr>
          <a:xfrm>
            <a:off x="1425791" y="555983"/>
            <a:ext cx="1375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507" name="Google Shape;507;p22"/>
          <p:cNvSpPr txBox="1"/>
          <p:nvPr/>
        </p:nvSpPr>
        <p:spPr>
          <a:xfrm>
            <a:off x="4954979" y="538669"/>
            <a:ext cx="16124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508" name="Google Shape;508;p22"/>
          <p:cNvSpPr txBox="1"/>
          <p:nvPr/>
        </p:nvSpPr>
        <p:spPr>
          <a:xfrm>
            <a:off x="3021048" y="556147"/>
            <a:ext cx="15815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14 - We do…</a:t>
            </a:r>
            <a:endParaRPr/>
          </a:p>
        </p:txBody>
      </p:sp>
      <p:sp>
        <p:nvSpPr>
          <p:cNvPr id="509" name="Google Shape;509;p2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" name="Google Shape;514;p23"/>
          <p:cNvGraphicFramePr/>
          <p:nvPr/>
        </p:nvGraphicFramePr>
        <p:xfrm>
          <a:off x="143316" y="3937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3285675"/>
                <a:gridCol w="3285675"/>
              </a:tblGrid>
              <a:tr h="14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j)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4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k)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l)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4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m)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n)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515" name="Google Shape;5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2514" y="627754"/>
            <a:ext cx="1996786" cy="983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650" y="3566982"/>
            <a:ext cx="2885679" cy="909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8462" y="2016656"/>
            <a:ext cx="2426938" cy="1177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052" y="679473"/>
            <a:ext cx="2562205" cy="80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052" y="1850512"/>
            <a:ext cx="1398648" cy="1291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3"/>
          <p:cNvPicPr preferRelativeResize="0"/>
          <p:nvPr/>
        </p:nvPicPr>
        <p:blipFill rotWithShape="1">
          <a:blip r:embed="rId8">
            <a:alphaModFix/>
          </a:blip>
          <a:srcRect b="10646" l="0" r="0" t="0"/>
          <a:stretch/>
        </p:blipFill>
        <p:spPr>
          <a:xfrm>
            <a:off x="3662698" y="3283399"/>
            <a:ext cx="1790674" cy="1314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1" name="Google Shape;521;p23"/>
          <p:cNvCxnSpPr/>
          <p:nvPr/>
        </p:nvCxnSpPr>
        <p:spPr>
          <a:xfrm>
            <a:off x="884803" y="7041871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22" name="Google Shape;522;p23"/>
          <p:cNvGraphicFramePr/>
          <p:nvPr/>
        </p:nvGraphicFramePr>
        <p:xfrm>
          <a:off x="86544" y="55974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1288025"/>
                <a:gridCol w="1797850"/>
                <a:gridCol w="1797850"/>
                <a:gridCol w="1797850"/>
              </a:tblGrid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68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23" name="Google Shape;523;p23"/>
          <p:cNvSpPr/>
          <p:nvPr/>
        </p:nvSpPr>
        <p:spPr>
          <a:xfrm>
            <a:off x="65310" y="4849675"/>
            <a:ext cx="2389417" cy="2652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Drawing a reflex angle</a:t>
            </a:r>
            <a:endParaRPr/>
          </a:p>
        </p:txBody>
      </p:sp>
      <p:sp>
        <p:nvSpPr>
          <p:cNvPr id="524" name="Google Shape;524;p23"/>
          <p:cNvSpPr txBox="1"/>
          <p:nvPr/>
        </p:nvSpPr>
        <p:spPr>
          <a:xfrm>
            <a:off x="38576" y="5096589"/>
            <a:ext cx="6650101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777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525" name="Google Shape;525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98417" y="8058043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53372" y="8027227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26792" y="8058043"/>
            <a:ext cx="1212912" cy="228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3"/>
          <p:cNvSpPr txBox="1"/>
          <p:nvPr/>
        </p:nvSpPr>
        <p:spPr>
          <a:xfrm>
            <a:off x="1555894" y="1168024"/>
            <a:ext cx="402777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9" name="Google Shape;529;p23"/>
          <p:cNvSpPr txBox="1"/>
          <p:nvPr/>
        </p:nvSpPr>
        <p:spPr>
          <a:xfrm>
            <a:off x="4958223" y="842350"/>
            <a:ext cx="402777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0" name="Google Shape;530;p23"/>
          <p:cNvSpPr txBox="1"/>
          <p:nvPr/>
        </p:nvSpPr>
        <p:spPr>
          <a:xfrm>
            <a:off x="960088" y="2546301"/>
            <a:ext cx="402777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-1193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1" name="Google Shape;531;p23"/>
          <p:cNvSpPr txBox="1"/>
          <p:nvPr/>
        </p:nvSpPr>
        <p:spPr>
          <a:xfrm>
            <a:off x="4939704" y="2328280"/>
            <a:ext cx="402777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-1515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2" name="Google Shape;532;p23"/>
          <p:cNvSpPr txBox="1"/>
          <p:nvPr/>
        </p:nvSpPr>
        <p:spPr>
          <a:xfrm>
            <a:off x="1422010" y="3712987"/>
            <a:ext cx="402777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3" name="Google Shape;533;p23"/>
          <p:cNvSpPr txBox="1"/>
          <p:nvPr/>
        </p:nvSpPr>
        <p:spPr>
          <a:xfrm>
            <a:off x="4331046" y="3776045"/>
            <a:ext cx="402777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534" name="Google Shape;534;p2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63737" y="7614395"/>
            <a:ext cx="1600191" cy="128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2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189087" y="7614395"/>
            <a:ext cx="1750617" cy="908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2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042981" y="7487086"/>
            <a:ext cx="1623303" cy="149177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3"/>
          <p:cNvSpPr txBox="1"/>
          <p:nvPr/>
        </p:nvSpPr>
        <p:spPr>
          <a:xfrm>
            <a:off x="2253338" y="8058043"/>
            <a:ext cx="402777" cy="27699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8" name="Google Shape;538;p23"/>
          <p:cNvSpPr txBox="1"/>
          <p:nvPr/>
        </p:nvSpPr>
        <p:spPr>
          <a:xfrm>
            <a:off x="3929362" y="8138424"/>
            <a:ext cx="402777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9" name="Google Shape;539;p23"/>
          <p:cNvSpPr txBox="1"/>
          <p:nvPr/>
        </p:nvSpPr>
        <p:spPr>
          <a:xfrm>
            <a:off x="5657051" y="7929993"/>
            <a:ext cx="402777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0" name="Google Shape;540;p23"/>
          <p:cNvSpPr txBox="1"/>
          <p:nvPr/>
        </p:nvSpPr>
        <p:spPr>
          <a:xfrm>
            <a:off x="1711181" y="448173"/>
            <a:ext cx="4706739" cy="4401205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1" name="Google Shape;541;p23"/>
          <p:cNvSpPr txBox="1"/>
          <p:nvPr/>
        </p:nvSpPr>
        <p:spPr>
          <a:xfrm>
            <a:off x="1625625" y="5331268"/>
            <a:ext cx="1375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5102460" y="5332522"/>
            <a:ext cx="16124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 – You do…</a:t>
            </a:r>
            <a:endParaRPr/>
          </a:p>
        </p:txBody>
      </p:sp>
      <p:sp>
        <p:nvSpPr>
          <p:cNvPr id="543" name="Google Shape;543;p23"/>
          <p:cNvSpPr txBox="1"/>
          <p:nvPr/>
        </p:nvSpPr>
        <p:spPr>
          <a:xfrm>
            <a:off x="3315246" y="5334100"/>
            <a:ext cx="15815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17 - We do…</a:t>
            </a:r>
            <a:endParaRPr/>
          </a:p>
        </p:txBody>
      </p:sp>
      <p:sp>
        <p:nvSpPr>
          <p:cNvPr id="544" name="Google Shape;544;p23"/>
          <p:cNvSpPr txBox="1"/>
          <p:nvPr>
            <p:ph idx="12" type="sldNum"/>
          </p:nvPr>
        </p:nvSpPr>
        <p:spPr>
          <a:xfrm>
            <a:off x="5223186" y="2401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9" name="Google Shape;549;p24"/>
          <p:cNvGraphicFramePr/>
          <p:nvPr/>
        </p:nvGraphicFramePr>
        <p:xfrm>
          <a:off x="130884" y="4141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3285675"/>
                <a:gridCol w="3285675"/>
              </a:tblGrid>
              <a:tr h="17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7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7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7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7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50" name="Google Shape;550;p24"/>
          <p:cNvSpPr/>
          <p:nvPr/>
        </p:nvSpPr>
        <p:spPr>
          <a:xfrm>
            <a:off x="62349" y="91071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14. Draw the reflex angle</a:t>
            </a:r>
            <a:endParaRPr/>
          </a:p>
        </p:txBody>
      </p:sp>
      <p:pic>
        <p:nvPicPr>
          <p:cNvPr id="551" name="Google Shape;5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287" y="8136650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895" y="8136650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287" y="6286995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895" y="6286995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287" y="4573698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895" y="4573698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287" y="2724043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895" y="2724043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287" y="1010746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895" y="1010746"/>
            <a:ext cx="1212912" cy="2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362" y="612837"/>
            <a:ext cx="2088348" cy="1011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1645" y="712696"/>
            <a:ext cx="2629035" cy="1301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96" y="2247594"/>
            <a:ext cx="2425825" cy="122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9771" y="2634534"/>
            <a:ext cx="3079908" cy="4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0860" y="4321271"/>
            <a:ext cx="2152761" cy="558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29307" y="4089483"/>
            <a:ext cx="2133710" cy="102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7796" y="6090135"/>
            <a:ext cx="2355971" cy="622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293075" y="5907387"/>
            <a:ext cx="1917799" cy="825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1006" y="7815958"/>
            <a:ext cx="1949550" cy="641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47455" y="7808867"/>
            <a:ext cx="2482978" cy="86999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4"/>
          <p:cNvSpPr txBox="1"/>
          <p:nvPr/>
        </p:nvSpPr>
        <p:spPr>
          <a:xfrm>
            <a:off x="4680088" y="7966865"/>
            <a:ext cx="402777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2" name="Google Shape;572;p24"/>
          <p:cNvSpPr txBox="1"/>
          <p:nvPr/>
        </p:nvSpPr>
        <p:spPr>
          <a:xfrm>
            <a:off x="2056536" y="8038865"/>
            <a:ext cx="402777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3" name="Google Shape;573;p24"/>
          <p:cNvSpPr txBox="1"/>
          <p:nvPr/>
        </p:nvSpPr>
        <p:spPr>
          <a:xfrm>
            <a:off x="4698506" y="6286995"/>
            <a:ext cx="402777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4" name="Google Shape;574;p24"/>
          <p:cNvSpPr txBox="1"/>
          <p:nvPr/>
        </p:nvSpPr>
        <p:spPr>
          <a:xfrm>
            <a:off x="1323903" y="6046170"/>
            <a:ext cx="402777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5" name="Google Shape;575;p24"/>
          <p:cNvSpPr txBox="1"/>
          <p:nvPr/>
        </p:nvSpPr>
        <p:spPr>
          <a:xfrm>
            <a:off x="4724748" y="4398106"/>
            <a:ext cx="402777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6" name="Google Shape;576;p24"/>
          <p:cNvSpPr txBox="1"/>
          <p:nvPr/>
        </p:nvSpPr>
        <p:spPr>
          <a:xfrm>
            <a:off x="2101196" y="4470106"/>
            <a:ext cx="402777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7" name="Google Shape;577;p24"/>
          <p:cNvSpPr txBox="1"/>
          <p:nvPr/>
        </p:nvSpPr>
        <p:spPr>
          <a:xfrm>
            <a:off x="4645933" y="2596838"/>
            <a:ext cx="402777" cy="27699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-1363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8" name="Google Shape;578;p24"/>
          <p:cNvSpPr txBox="1"/>
          <p:nvPr/>
        </p:nvSpPr>
        <p:spPr>
          <a:xfrm>
            <a:off x="1525291" y="2860195"/>
            <a:ext cx="402777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9" name="Google Shape;579;p24"/>
          <p:cNvSpPr txBox="1"/>
          <p:nvPr/>
        </p:nvSpPr>
        <p:spPr>
          <a:xfrm>
            <a:off x="4817043" y="1301062"/>
            <a:ext cx="402777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0" name="Google Shape;580;p24"/>
          <p:cNvSpPr txBox="1"/>
          <p:nvPr/>
        </p:nvSpPr>
        <p:spPr>
          <a:xfrm>
            <a:off x="1618236" y="980671"/>
            <a:ext cx="402777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1" name="Google Shape;581;p2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6" name="Google Shape;586;p25"/>
          <p:cNvGraphicFramePr/>
          <p:nvPr/>
        </p:nvGraphicFramePr>
        <p:xfrm>
          <a:off x="94125" y="3530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218400"/>
                <a:gridCol w="2218400"/>
                <a:gridCol w="22184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99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87" name="Google Shape;587;p25"/>
          <p:cNvCxnSpPr/>
          <p:nvPr/>
        </p:nvCxnSpPr>
        <p:spPr>
          <a:xfrm>
            <a:off x="881842" y="2010109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88" name="Google Shape;588;p25"/>
          <p:cNvGraphicFramePr/>
          <p:nvPr/>
        </p:nvGraphicFramePr>
        <p:xfrm>
          <a:off x="83583" y="5657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1288025"/>
                <a:gridCol w="1513850"/>
                <a:gridCol w="1803400"/>
                <a:gridCol w="2076275"/>
              </a:tblGrid>
              <a:tr h="31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Are the following angles vertically opposite?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3379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/>
                        <a:t>Identify the vertex and the straight lines which go through this vertex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/>
                        <a:t>Decide if the given angles are opposite each other at this vertex.</a:t>
                      </a:r>
                      <a:endParaRPr sz="11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89" name="Google Shape;589;p25"/>
          <p:cNvSpPr/>
          <p:nvPr/>
        </p:nvSpPr>
        <p:spPr>
          <a:xfrm>
            <a:off x="1990738" y="2883270"/>
            <a:ext cx="813527" cy="26573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3819360" y="2883270"/>
            <a:ext cx="813527" cy="26573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888725" y="2883269"/>
            <a:ext cx="813527" cy="26573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5"/>
          <p:cNvSpPr txBox="1"/>
          <p:nvPr/>
        </p:nvSpPr>
        <p:spPr>
          <a:xfrm>
            <a:off x="1430044" y="325462"/>
            <a:ext cx="1375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19 - I do…</a:t>
            </a:r>
            <a:endParaRPr/>
          </a:p>
        </p:txBody>
      </p:sp>
      <p:sp>
        <p:nvSpPr>
          <p:cNvPr id="593" name="Google Shape;593;p25"/>
          <p:cNvSpPr txBox="1"/>
          <p:nvPr/>
        </p:nvSpPr>
        <p:spPr>
          <a:xfrm>
            <a:off x="4991191" y="313886"/>
            <a:ext cx="16124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21 – You do…</a:t>
            </a:r>
            <a:endParaRPr/>
          </a:p>
        </p:txBody>
      </p:sp>
      <p:sp>
        <p:nvSpPr>
          <p:cNvPr id="594" name="Google Shape;594;p25"/>
          <p:cNvSpPr txBox="1"/>
          <p:nvPr/>
        </p:nvSpPr>
        <p:spPr>
          <a:xfrm>
            <a:off x="2978184" y="315212"/>
            <a:ext cx="15815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20 - We do…</a:t>
            </a:r>
            <a:endParaRPr/>
          </a:p>
        </p:txBody>
      </p:sp>
      <p:sp>
        <p:nvSpPr>
          <p:cNvPr id="595" name="Google Shape;595;p25"/>
          <p:cNvSpPr/>
          <p:nvPr/>
        </p:nvSpPr>
        <p:spPr>
          <a:xfrm>
            <a:off x="62349" y="58848"/>
            <a:ext cx="2389417" cy="2652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Vertically opposite angles</a:t>
            </a:r>
            <a:endParaRPr/>
          </a:p>
        </p:txBody>
      </p:sp>
      <p:pic>
        <p:nvPicPr>
          <p:cNvPr id="596" name="Google Shape;596;p25"/>
          <p:cNvPicPr preferRelativeResize="0"/>
          <p:nvPr/>
        </p:nvPicPr>
        <p:blipFill rotWithShape="1">
          <a:blip r:embed="rId3">
            <a:alphaModFix/>
          </a:blip>
          <a:srcRect b="0" l="22315" r="57836" t="59193"/>
          <a:stretch/>
        </p:blipFill>
        <p:spPr>
          <a:xfrm>
            <a:off x="5232045" y="8002197"/>
            <a:ext cx="902719" cy="12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1313" y="947623"/>
            <a:ext cx="1174810" cy="1041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2384" y="947623"/>
            <a:ext cx="1136708" cy="109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8416" y="947623"/>
            <a:ext cx="1397072" cy="1104957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5"/>
          <p:cNvSpPr/>
          <p:nvPr/>
        </p:nvSpPr>
        <p:spPr>
          <a:xfrm>
            <a:off x="1877116" y="3244552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15. Are the following angles vertically opposite?</a:t>
            </a:r>
            <a:endParaRPr/>
          </a:p>
        </p:txBody>
      </p:sp>
      <p:pic>
        <p:nvPicPr>
          <p:cNvPr id="601" name="Google Shape;60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176" y="4029618"/>
            <a:ext cx="1362498" cy="752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72347" y="3924261"/>
            <a:ext cx="1362498" cy="86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96534" y="3836686"/>
            <a:ext cx="1136708" cy="939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5446" y="6043376"/>
            <a:ext cx="1371670" cy="1136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12777" y="6043376"/>
            <a:ext cx="1346269" cy="102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59719" y="6043376"/>
            <a:ext cx="1878338" cy="89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25"/>
          <p:cNvPicPr preferRelativeResize="0"/>
          <p:nvPr/>
        </p:nvPicPr>
        <p:blipFill rotWithShape="1">
          <a:blip r:embed="rId3">
            <a:alphaModFix/>
          </a:blip>
          <a:srcRect b="51058" l="6822" r="75229" t="8135"/>
          <a:stretch/>
        </p:blipFill>
        <p:spPr>
          <a:xfrm>
            <a:off x="847089" y="8118309"/>
            <a:ext cx="816267" cy="12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5"/>
          <p:cNvPicPr preferRelativeResize="0"/>
          <p:nvPr/>
        </p:nvPicPr>
        <p:blipFill rotWithShape="1">
          <a:blip r:embed="rId3">
            <a:alphaModFix/>
          </a:blip>
          <a:srcRect b="0" l="57836" r="16344" t="59193"/>
          <a:stretch/>
        </p:blipFill>
        <p:spPr>
          <a:xfrm>
            <a:off x="2860556" y="8002197"/>
            <a:ext cx="1174289" cy="1221955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5"/>
          <p:cNvSpPr/>
          <p:nvPr/>
        </p:nvSpPr>
        <p:spPr>
          <a:xfrm>
            <a:off x="83583" y="3282304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610" name="Google Shape;610;p25"/>
          <p:cNvSpPr txBox="1"/>
          <p:nvPr/>
        </p:nvSpPr>
        <p:spPr>
          <a:xfrm>
            <a:off x="1143000" y="4997450"/>
            <a:ext cx="4654416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                              No                                     No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                                   Yes                                 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Yes                                    No                                Yes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26"/>
          <p:cNvPicPr preferRelativeResize="0"/>
          <p:nvPr/>
        </p:nvPicPr>
        <p:blipFill rotWithShape="1">
          <a:blip r:embed="rId3">
            <a:alphaModFix/>
          </a:blip>
          <a:srcRect b="12371" l="6172" r="44148" t="14492"/>
          <a:stretch/>
        </p:blipFill>
        <p:spPr>
          <a:xfrm>
            <a:off x="938904" y="3891678"/>
            <a:ext cx="2845667" cy="1413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6"/>
          <p:cNvPicPr preferRelativeResize="0"/>
          <p:nvPr/>
        </p:nvPicPr>
        <p:blipFill rotWithShape="1">
          <a:blip r:embed="rId4">
            <a:alphaModFix/>
          </a:blip>
          <a:srcRect b="12194" l="0" r="0" t="0"/>
          <a:stretch/>
        </p:blipFill>
        <p:spPr>
          <a:xfrm>
            <a:off x="615069" y="2120235"/>
            <a:ext cx="5721020" cy="1421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069" y="799760"/>
            <a:ext cx="5885038" cy="11139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9" name="Google Shape;619;p26"/>
          <p:cNvGraphicFramePr/>
          <p:nvPr/>
        </p:nvGraphicFramePr>
        <p:xfrm>
          <a:off x="101382" y="4240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218400"/>
                <a:gridCol w="1109200"/>
                <a:gridCol w="1109200"/>
                <a:gridCol w="22184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52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pic>
        <p:nvPicPr>
          <p:cNvPr id="620" name="Google Shape;620;p26"/>
          <p:cNvPicPr preferRelativeResize="0"/>
          <p:nvPr/>
        </p:nvPicPr>
        <p:blipFill rotWithShape="1">
          <a:blip r:embed="rId6">
            <a:alphaModFix/>
          </a:blip>
          <a:srcRect b="4929" l="0" r="0" t="0"/>
          <a:stretch/>
        </p:blipFill>
        <p:spPr>
          <a:xfrm>
            <a:off x="101382" y="7207111"/>
            <a:ext cx="3683189" cy="2565857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6"/>
          <p:cNvSpPr/>
          <p:nvPr/>
        </p:nvSpPr>
        <p:spPr>
          <a:xfrm>
            <a:off x="0" y="133030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16. Mark on the vertically opposite angles.</a:t>
            </a:r>
            <a:endParaRPr/>
          </a:p>
        </p:txBody>
      </p:sp>
      <p:pic>
        <p:nvPicPr>
          <p:cNvPr id="622" name="Google Shape;622;p26"/>
          <p:cNvPicPr preferRelativeResize="0"/>
          <p:nvPr/>
        </p:nvPicPr>
        <p:blipFill rotWithShape="1">
          <a:blip r:embed="rId7">
            <a:alphaModFix/>
          </a:blip>
          <a:srcRect b="0" l="5266" r="55117" t="0"/>
          <a:stretch/>
        </p:blipFill>
        <p:spPr>
          <a:xfrm>
            <a:off x="944438" y="5672100"/>
            <a:ext cx="1363333" cy="1243032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6"/>
          <p:cNvSpPr/>
          <p:nvPr/>
        </p:nvSpPr>
        <p:spPr>
          <a:xfrm>
            <a:off x="50691" y="7047686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17. Which angle is vertically opposite to…?</a:t>
            </a:r>
            <a:endParaRPr/>
          </a:p>
        </p:txBody>
      </p:sp>
      <p:graphicFrame>
        <p:nvGraphicFramePr>
          <p:cNvPr id="624" name="Google Shape;624;p26"/>
          <p:cNvGraphicFramePr/>
          <p:nvPr/>
        </p:nvGraphicFramePr>
        <p:xfrm>
          <a:off x="3919181" y="7074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583225"/>
              </a:tblGrid>
              <a:tr h="3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a?                            </a:t>
                      </a: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c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b?                            </a:t>
                      </a: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d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c?                             </a:t>
                      </a: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a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d?                            </a:t>
                      </a: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b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e?                            </a:t>
                      </a: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h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f?                            </a:t>
                      </a: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 g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g?                           </a:t>
                      </a: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 f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h?                           </a:t>
                      </a:r>
                      <a:r>
                        <a:rPr lang="en-GB" sz="1350">
                          <a:solidFill>
                            <a:srgbClr val="FF0000"/>
                          </a:solidFill>
                        </a:rPr>
                        <a:t> e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625" name="Google Shape;625;p26"/>
          <p:cNvPicPr preferRelativeResize="0"/>
          <p:nvPr/>
        </p:nvPicPr>
        <p:blipFill rotWithShape="1">
          <a:blip r:embed="rId7">
            <a:alphaModFix/>
          </a:blip>
          <a:srcRect b="0" l="60259" r="0" t="17881"/>
          <a:stretch/>
        </p:blipFill>
        <p:spPr>
          <a:xfrm>
            <a:off x="4433106" y="5784049"/>
            <a:ext cx="1555368" cy="1160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26"/>
          <p:cNvPicPr preferRelativeResize="0"/>
          <p:nvPr/>
        </p:nvPicPr>
        <p:blipFill rotWithShape="1">
          <a:blip r:embed="rId3">
            <a:alphaModFix/>
          </a:blip>
          <a:srcRect b="12371" l="65607" r="2086" t="14492"/>
          <a:stretch/>
        </p:blipFill>
        <p:spPr>
          <a:xfrm>
            <a:off x="4781809" y="3891678"/>
            <a:ext cx="1850571" cy="141359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6"/>
          <p:cNvSpPr/>
          <p:nvPr/>
        </p:nvSpPr>
        <p:spPr>
          <a:xfrm rot="2825189">
            <a:off x="571499" y="1110827"/>
            <a:ext cx="419101" cy="427109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6"/>
          <p:cNvSpPr/>
          <p:nvPr/>
        </p:nvSpPr>
        <p:spPr>
          <a:xfrm rot="2825189">
            <a:off x="3219450" y="1401261"/>
            <a:ext cx="419101" cy="427109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/>
          <p:nvPr/>
        </p:nvSpPr>
        <p:spPr>
          <a:xfrm rot="2825189">
            <a:off x="5385698" y="1394396"/>
            <a:ext cx="419101" cy="427109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6"/>
          <p:cNvSpPr/>
          <p:nvPr/>
        </p:nvSpPr>
        <p:spPr>
          <a:xfrm rot="2825189">
            <a:off x="796409" y="2873008"/>
            <a:ext cx="419101" cy="427109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6"/>
          <p:cNvSpPr/>
          <p:nvPr/>
        </p:nvSpPr>
        <p:spPr>
          <a:xfrm rot="2825189">
            <a:off x="2877695" y="2415767"/>
            <a:ext cx="419101" cy="427109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/>
          <p:nvPr/>
        </p:nvSpPr>
        <p:spPr>
          <a:xfrm rot="2825189">
            <a:off x="5612882" y="2202586"/>
            <a:ext cx="419101" cy="427109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/>
          <p:nvPr/>
        </p:nvSpPr>
        <p:spPr>
          <a:xfrm rot="2825189">
            <a:off x="1434340" y="4673736"/>
            <a:ext cx="419101" cy="427109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/>
          <p:nvPr/>
        </p:nvSpPr>
        <p:spPr>
          <a:xfrm rot="2825189">
            <a:off x="2819134" y="4507523"/>
            <a:ext cx="419101" cy="427109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6"/>
          <p:cNvSpPr/>
          <p:nvPr/>
        </p:nvSpPr>
        <p:spPr>
          <a:xfrm rot="2825189">
            <a:off x="4908914" y="4278018"/>
            <a:ext cx="419101" cy="427109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/>
          <p:nvPr/>
        </p:nvSpPr>
        <p:spPr>
          <a:xfrm rot="2825189">
            <a:off x="1025826" y="6711361"/>
            <a:ext cx="244204" cy="235548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6"/>
          <p:cNvSpPr/>
          <p:nvPr/>
        </p:nvSpPr>
        <p:spPr>
          <a:xfrm rot="2825189">
            <a:off x="1820875" y="6182506"/>
            <a:ext cx="244204" cy="235548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6"/>
          <p:cNvSpPr/>
          <p:nvPr/>
        </p:nvSpPr>
        <p:spPr>
          <a:xfrm rot="2825189">
            <a:off x="4800933" y="6541743"/>
            <a:ext cx="244204" cy="235548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/>
          <p:nvPr/>
        </p:nvSpPr>
        <p:spPr>
          <a:xfrm rot="2825189">
            <a:off x="5602838" y="6252995"/>
            <a:ext cx="244204" cy="235548"/>
          </a:xfrm>
          <a:prstGeom prst="plus">
            <a:avLst>
              <a:gd fmla="val 38719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" name="Google Shape;645;p27"/>
          <p:cNvGraphicFramePr/>
          <p:nvPr/>
        </p:nvGraphicFramePr>
        <p:xfrm>
          <a:off x="86544" y="582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1288025"/>
                <a:gridCol w="1797850"/>
                <a:gridCol w="1797850"/>
                <a:gridCol w="1797850"/>
              </a:tblGrid>
              <a:tr h="150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Find the missing angle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79195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/>
                        <a:t>Identify any vertically opposite angles.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/>
                        <a:t>Label them as equal and solve the problem.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46" name="Google Shape;6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325" y="917975"/>
            <a:ext cx="1702767" cy="1126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1551" y="895625"/>
            <a:ext cx="1702767" cy="10638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8" name="Google Shape;648;p27"/>
          <p:cNvCxnSpPr/>
          <p:nvPr/>
        </p:nvCxnSpPr>
        <p:spPr>
          <a:xfrm>
            <a:off x="884803" y="2027182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9" name="Google Shape;649;p27"/>
          <p:cNvSpPr txBox="1"/>
          <p:nvPr/>
        </p:nvSpPr>
        <p:spPr>
          <a:xfrm>
            <a:off x="38576" y="81900"/>
            <a:ext cx="66501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fact: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Vertically opposite angles are equal</a:t>
            </a:r>
            <a:endParaRPr/>
          </a:p>
        </p:txBody>
      </p:sp>
      <p:grpSp>
        <p:nvGrpSpPr>
          <p:cNvPr id="650" name="Google Shape;650;p27"/>
          <p:cNvGrpSpPr/>
          <p:nvPr/>
        </p:nvGrpSpPr>
        <p:grpSpPr>
          <a:xfrm>
            <a:off x="3703684" y="921221"/>
            <a:ext cx="765812" cy="1122777"/>
            <a:chOff x="3703684" y="921221"/>
            <a:chExt cx="765812" cy="1122777"/>
          </a:xfrm>
        </p:grpSpPr>
        <p:cxnSp>
          <p:nvCxnSpPr>
            <p:cNvPr id="651" name="Google Shape;651;p27"/>
            <p:cNvCxnSpPr/>
            <p:nvPr/>
          </p:nvCxnSpPr>
          <p:spPr>
            <a:xfrm flipH="1">
              <a:off x="4007769" y="921221"/>
              <a:ext cx="74358" cy="112277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2" name="Google Shape;652;p27"/>
            <p:cNvCxnSpPr/>
            <p:nvPr/>
          </p:nvCxnSpPr>
          <p:spPr>
            <a:xfrm>
              <a:off x="3746074" y="1021768"/>
              <a:ext cx="616721" cy="89879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3" name="Google Shape;653;p27"/>
            <p:cNvSpPr txBox="1"/>
            <p:nvPr/>
          </p:nvSpPr>
          <p:spPr>
            <a:xfrm>
              <a:off x="4015526" y="1293466"/>
              <a:ext cx="453970" cy="26161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16279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54" name="Google Shape;654;p27"/>
            <p:cNvSpPr txBox="1"/>
            <p:nvPr/>
          </p:nvSpPr>
          <p:spPr>
            <a:xfrm>
              <a:off x="3763046" y="1351804"/>
              <a:ext cx="296363" cy="2616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3709109" y="1149489"/>
              <a:ext cx="682528" cy="599207"/>
            </a:xfrm>
            <a:prstGeom prst="pie">
              <a:avLst>
                <a:gd fmla="val 16438014" name="adj1"/>
                <a:gd fmla="val 3362529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7"/>
            <p:cNvSpPr/>
            <p:nvPr/>
          </p:nvSpPr>
          <p:spPr>
            <a:xfrm rot="10800000">
              <a:off x="3703684" y="1171361"/>
              <a:ext cx="682528" cy="599207"/>
            </a:xfrm>
            <a:prstGeom prst="pie">
              <a:avLst>
                <a:gd fmla="val 16438014" name="adj1"/>
                <a:gd fmla="val 3362529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27"/>
          <p:cNvSpPr txBox="1"/>
          <p:nvPr/>
        </p:nvSpPr>
        <p:spPr>
          <a:xfrm>
            <a:off x="1831432" y="2891662"/>
            <a:ext cx="2955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18.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any missing angles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27"/>
          <p:cNvPicPr preferRelativeResize="0"/>
          <p:nvPr/>
        </p:nvPicPr>
        <p:blipFill rotWithShape="1">
          <a:blip r:embed="rId7">
            <a:alphaModFix/>
          </a:blip>
          <a:srcRect b="0" l="0" r="1917" t="0"/>
          <a:stretch/>
        </p:blipFill>
        <p:spPr>
          <a:xfrm>
            <a:off x="424565" y="3376469"/>
            <a:ext cx="1599395" cy="1186751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27"/>
          <p:cNvSpPr txBox="1"/>
          <p:nvPr/>
        </p:nvSpPr>
        <p:spPr>
          <a:xfrm>
            <a:off x="608448" y="3767954"/>
            <a:ext cx="309315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0" name="Google Shape;660;p27"/>
          <p:cNvSpPr txBox="1"/>
          <p:nvPr/>
        </p:nvSpPr>
        <p:spPr>
          <a:xfrm>
            <a:off x="1488522" y="3929748"/>
            <a:ext cx="465189" cy="30777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661" name="Google Shape;661;p27"/>
          <p:cNvPicPr preferRelativeResize="0"/>
          <p:nvPr/>
        </p:nvPicPr>
        <p:blipFill rotWithShape="1">
          <a:blip r:embed="rId7">
            <a:alphaModFix/>
          </a:blip>
          <a:srcRect b="0" l="0" r="1917" t="0"/>
          <a:stretch/>
        </p:blipFill>
        <p:spPr>
          <a:xfrm>
            <a:off x="2639585" y="3255888"/>
            <a:ext cx="1599395" cy="118675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7"/>
          <p:cNvSpPr txBox="1"/>
          <p:nvPr/>
        </p:nvSpPr>
        <p:spPr>
          <a:xfrm>
            <a:off x="2823468" y="3647373"/>
            <a:ext cx="309315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63" name="Google Shape;663;p27"/>
          <p:cNvSpPr txBox="1"/>
          <p:nvPr/>
        </p:nvSpPr>
        <p:spPr>
          <a:xfrm>
            <a:off x="3695195" y="3765397"/>
            <a:ext cx="465189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664" name="Google Shape;664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2027423">
            <a:off x="5035541" y="3401999"/>
            <a:ext cx="1096210" cy="1260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157969">
            <a:off x="420064" y="5028134"/>
            <a:ext cx="1096210" cy="1260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27"/>
          <p:cNvPicPr preferRelativeResize="0"/>
          <p:nvPr/>
        </p:nvPicPr>
        <p:blipFill rotWithShape="1">
          <a:blip r:embed="rId7">
            <a:alphaModFix/>
          </a:blip>
          <a:srcRect b="0" l="0" r="1917" t="0"/>
          <a:stretch/>
        </p:blipFill>
        <p:spPr>
          <a:xfrm rot="4443292">
            <a:off x="2563603" y="5234528"/>
            <a:ext cx="1333977" cy="98981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27"/>
          <p:cNvSpPr txBox="1"/>
          <p:nvPr/>
        </p:nvSpPr>
        <p:spPr>
          <a:xfrm>
            <a:off x="3016229" y="5968383"/>
            <a:ext cx="386173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-793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668" name="Google Shape;668;p27"/>
          <p:cNvPicPr preferRelativeResize="0"/>
          <p:nvPr/>
        </p:nvPicPr>
        <p:blipFill rotWithShape="1">
          <a:blip r:embed="rId7">
            <a:alphaModFix/>
          </a:blip>
          <a:srcRect b="0" l="0" r="1917" t="0"/>
          <a:stretch/>
        </p:blipFill>
        <p:spPr>
          <a:xfrm>
            <a:off x="4777746" y="5064764"/>
            <a:ext cx="1599395" cy="1186751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7"/>
          <p:cNvSpPr txBox="1"/>
          <p:nvPr/>
        </p:nvSpPr>
        <p:spPr>
          <a:xfrm>
            <a:off x="5865244" y="5610137"/>
            <a:ext cx="465189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0" name="Google Shape;670;p27"/>
          <p:cNvSpPr txBox="1"/>
          <p:nvPr/>
        </p:nvSpPr>
        <p:spPr>
          <a:xfrm>
            <a:off x="644835" y="6039625"/>
            <a:ext cx="465189" cy="30777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1" name="Google Shape;671;p27"/>
          <p:cNvSpPr txBox="1"/>
          <p:nvPr/>
        </p:nvSpPr>
        <p:spPr>
          <a:xfrm rot="2700010">
            <a:off x="4980607" y="4288750"/>
            <a:ext cx="465189" cy="307777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2" name="Google Shape;672;p27"/>
          <p:cNvSpPr/>
          <p:nvPr/>
        </p:nvSpPr>
        <p:spPr>
          <a:xfrm>
            <a:off x="1429431" y="472530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3587624" y="472530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5745817" y="472530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1429431" y="664743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3587624" y="664743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5745817" y="664743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 txBox="1"/>
          <p:nvPr/>
        </p:nvSpPr>
        <p:spPr>
          <a:xfrm>
            <a:off x="3054657" y="5151097"/>
            <a:ext cx="309315" cy="30777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79" name="Google Shape;679;p27"/>
          <p:cNvSpPr txBox="1"/>
          <p:nvPr/>
        </p:nvSpPr>
        <p:spPr>
          <a:xfrm>
            <a:off x="4939916" y="5440949"/>
            <a:ext cx="309315" cy="307777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680" name="Google Shape;680;p27"/>
          <p:cNvGraphicFramePr/>
          <p:nvPr/>
        </p:nvGraphicFramePr>
        <p:xfrm>
          <a:off x="158377" y="31833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161400"/>
                <a:gridCol w="2161400"/>
                <a:gridCol w="2280600"/>
              </a:tblGrid>
              <a:tr h="188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 u="sng"/>
                    </a:p>
                  </a:txBody>
                  <a:tcPr marT="45725" marB="45725" marR="91450" marL="91450"/>
                </a:tc>
              </a:tr>
              <a:tr h="1944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6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681" name="Google Shape;681;p2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534700" y="7115266"/>
            <a:ext cx="1625684" cy="123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2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777746" y="7116781"/>
            <a:ext cx="1651085" cy="1327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2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1703" y="7095237"/>
            <a:ext cx="1835244" cy="117481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27"/>
          <p:cNvSpPr/>
          <p:nvPr/>
        </p:nvSpPr>
        <p:spPr>
          <a:xfrm>
            <a:off x="1431456" y="920747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3589649" y="920747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7"/>
          <p:cNvSpPr/>
          <p:nvPr/>
        </p:nvSpPr>
        <p:spPr>
          <a:xfrm>
            <a:off x="5747842" y="9207479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158377" y="2906200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688" name="Google Shape;688;p27"/>
          <p:cNvSpPr txBox="1"/>
          <p:nvPr/>
        </p:nvSpPr>
        <p:spPr>
          <a:xfrm>
            <a:off x="1749129" y="2092666"/>
            <a:ext cx="4914301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9" name="Google Shape;689;p27"/>
          <p:cNvSpPr/>
          <p:nvPr/>
        </p:nvSpPr>
        <p:spPr>
          <a:xfrm>
            <a:off x="1427557" y="4738742"/>
            <a:ext cx="813527" cy="26573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3603549" y="4728053"/>
            <a:ext cx="813527" cy="26573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1" name="Google Shape;691;p27"/>
          <p:cNvSpPr/>
          <p:nvPr/>
        </p:nvSpPr>
        <p:spPr>
          <a:xfrm>
            <a:off x="5742134" y="4728052"/>
            <a:ext cx="813527" cy="26573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1421257" y="6662114"/>
            <a:ext cx="813527" cy="26573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3" name="Google Shape;693;p27"/>
          <p:cNvSpPr/>
          <p:nvPr/>
        </p:nvSpPr>
        <p:spPr>
          <a:xfrm>
            <a:off x="3597249" y="6651425"/>
            <a:ext cx="813527" cy="26573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5735834" y="6651424"/>
            <a:ext cx="813527" cy="26573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5" name="Google Shape;695;p27"/>
          <p:cNvSpPr/>
          <p:nvPr/>
        </p:nvSpPr>
        <p:spPr>
          <a:xfrm>
            <a:off x="1419768" y="9222310"/>
            <a:ext cx="813527" cy="26573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6" name="Google Shape;696;p27"/>
          <p:cNvSpPr/>
          <p:nvPr/>
        </p:nvSpPr>
        <p:spPr>
          <a:xfrm>
            <a:off x="3595760" y="9211621"/>
            <a:ext cx="813527" cy="26573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7" name="Google Shape;697;p27"/>
          <p:cNvSpPr/>
          <p:nvPr/>
        </p:nvSpPr>
        <p:spPr>
          <a:xfrm>
            <a:off x="5734345" y="9211620"/>
            <a:ext cx="813527" cy="265739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8" name="Google Shape;698;p27"/>
          <p:cNvSpPr txBox="1"/>
          <p:nvPr/>
        </p:nvSpPr>
        <p:spPr>
          <a:xfrm>
            <a:off x="1640379" y="318042"/>
            <a:ext cx="1375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22 - I do…</a:t>
            </a:r>
            <a:endParaRPr/>
          </a:p>
        </p:txBody>
      </p:sp>
      <p:sp>
        <p:nvSpPr>
          <p:cNvPr id="699" name="Google Shape;699;p27"/>
          <p:cNvSpPr txBox="1"/>
          <p:nvPr/>
        </p:nvSpPr>
        <p:spPr>
          <a:xfrm>
            <a:off x="5073643" y="307254"/>
            <a:ext cx="16124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24 – You do…</a:t>
            </a:r>
            <a:endParaRPr/>
          </a:p>
        </p:txBody>
      </p:sp>
      <p:sp>
        <p:nvSpPr>
          <p:cNvPr id="700" name="Google Shape;700;p27"/>
          <p:cNvSpPr txBox="1"/>
          <p:nvPr/>
        </p:nvSpPr>
        <p:spPr>
          <a:xfrm>
            <a:off x="3340484" y="303342"/>
            <a:ext cx="15815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23 - We do…</a:t>
            </a:r>
            <a:endParaRPr/>
          </a:p>
        </p:txBody>
      </p:sp>
      <p:sp>
        <p:nvSpPr>
          <p:cNvPr id="701" name="Google Shape;701;p27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7" name="Google Shape;707;p28"/>
          <p:cNvGraphicFramePr/>
          <p:nvPr/>
        </p:nvGraphicFramePr>
        <p:xfrm>
          <a:off x="125736" y="36777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161400"/>
                <a:gridCol w="2161400"/>
                <a:gridCol w="2161400"/>
              </a:tblGrid>
              <a:tr h="228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01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7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708" name="Google Shape;708;p28"/>
          <p:cNvCxnSpPr/>
          <p:nvPr/>
        </p:nvCxnSpPr>
        <p:spPr>
          <a:xfrm>
            <a:off x="860967" y="2100230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09" name="Google Shape;709;p28"/>
          <p:cNvGraphicFramePr/>
          <p:nvPr/>
        </p:nvGraphicFramePr>
        <p:xfrm>
          <a:off x="81131" y="5067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1670375"/>
                <a:gridCol w="1670375"/>
                <a:gridCol w="1670375"/>
                <a:gridCol w="1670375"/>
              </a:tblGrid>
              <a:tr h="309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Calculate the missing angles.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5050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/>
                        <a:t>Identify any vertically opposite angles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/>
                        <a:t>Set these angles as equal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/>
                        <a:t>Use the angle</a:t>
                      </a:r>
                      <a:r>
                        <a:rPr lang="en-GB" sz="1100"/>
                        <a:t> facts to find any other missing angles. </a:t>
                      </a:r>
                      <a:endParaRPr sz="11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10" name="Google Shape;7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0772" y="955570"/>
            <a:ext cx="1332251" cy="1339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8289" y="988250"/>
            <a:ext cx="1463167" cy="1089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28"/>
          <p:cNvPicPr preferRelativeResize="0"/>
          <p:nvPr/>
        </p:nvPicPr>
        <p:blipFill rotWithShape="1">
          <a:blip r:embed="rId5">
            <a:alphaModFix/>
          </a:blip>
          <a:srcRect b="0" l="0" r="72266" t="1233"/>
          <a:stretch/>
        </p:blipFill>
        <p:spPr>
          <a:xfrm>
            <a:off x="1764962" y="965577"/>
            <a:ext cx="1623599" cy="1084563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28"/>
          <p:cNvSpPr txBox="1"/>
          <p:nvPr/>
        </p:nvSpPr>
        <p:spPr>
          <a:xfrm>
            <a:off x="1738030" y="3358009"/>
            <a:ext cx="30783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19. Calculate any missing angles</a:t>
            </a:r>
            <a:endParaRPr/>
          </a:p>
        </p:txBody>
      </p:sp>
      <p:sp>
        <p:nvSpPr>
          <p:cNvPr id="714" name="Google Shape;714;p28"/>
          <p:cNvSpPr txBox="1"/>
          <p:nvPr/>
        </p:nvSpPr>
        <p:spPr>
          <a:xfrm>
            <a:off x="1284152" y="6228138"/>
            <a:ext cx="1118587" cy="3077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5" name="Google Shape;715;p28"/>
          <p:cNvSpPr txBox="1"/>
          <p:nvPr/>
        </p:nvSpPr>
        <p:spPr>
          <a:xfrm>
            <a:off x="235543" y="6255982"/>
            <a:ext cx="1118587" cy="30777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6" name="Google Shape;716;p28"/>
          <p:cNvSpPr txBox="1"/>
          <p:nvPr/>
        </p:nvSpPr>
        <p:spPr>
          <a:xfrm>
            <a:off x="698318" y="6543096"/>
            <a:ext cx="1118587" cy="30777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7" name="Google Shape;717;p28"/>
          <p:cNvSpPr txBox="1"/>
          <p:nvPr/>
        </p:nvSpPr>
        <p:spPr>
          <a:xfrm>
            <a:off x="3476974" y="6228138"/>
            <a:ext cx="1118587" cy="30777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8" name="Google Shape;718;p28"/>
          <p:cNvSpPr txBox="1"/>
          <p:nvPr/>
        </p:nvSpPr>
        <p:spPr>
          <a:xfrm>
            <a:off x="2891140" y="6543096"/>
            <a:ext cx="1118587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9" name="Google Shape;719;p28"/>
          <p:cNvSpPr txBox="1"/>
          <p:nvPr/>
        </p:nvSpPr>
        <p:spPr>
          <a:xfrm>
            <a:off x="4693037" y="6288634"/>
            <a:ext cx="1118587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0" name="Google Shape;720;p28"/>
          <p:cNvSpPr txBox="1"/>
          <p:nvPr/>
        </p:nvSpPr>
        <p:spPr>
          <a:xfrm>
            <a:off x="5739413" y="6205271"/>
            <a:ext cx="1118587" cy="30777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1" name="Google Shape;721;p28"/>
          <p:cNvSpPr txBox="1"/>
          <p:nvPr/>
        </p:nvSpPr>
        <p:spPr>
          <a:xfrm>
            <a:off x="5218476" y="6543096"/>
            <a:ext cx="1118587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2" name="Google Shape;722;p28"/>
          <p:cNvSpPr txBox="1"/>
          <p:nvPr/>
        </p:nvSpPr>
        <p:spPr>
          <a:xfrm>
            <a:off x="36244" y="8311318"/>
            <a:ext cx="1118587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3" name="Google Shape;723;p28"/>
          <p:cNvSpPr txBox="1"/>
          <p:nvPr/>
        </p:nvSpPr>
        <p:spPr>
          <a:xfrm>
            <a:off x="1024564" y="8266246"/>
            <a:ext cx="1118587" cy="307777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4" name="Google Shape;724;p28"/>
          <p:cNvSpPr txBox="1"/>
          <p:nvPr/>
        </p:nvSpPr>
        <p:spPr>
          <a:xfrm>
            <a:off x="561683" y="8604071"/>
            <a:ext cx="1118587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5" name="Google Shape;725;p28"/>
          <p:cNvSpPr txBox="1"/>
          <p:nvPr/>
        </p:nvSpPr>
        <p:spPr>
          <a:xfrm>
            <a:off x="601158" y="8127382"/>
            <a:ext cx="1118587" cy="307777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6" name="Google Shape;726;p28"/>
          <p:cNvSpPr txBox="1"/>
          <p:nvPr/>
        </p:nvSpPr>
        <p:spPr>
          <a:xfrm>
            <a:off x="2351002" y="8336391"/>
            <a:ext cx="1118587" cy="30777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7" name="Google Shape;727;p28"/>
          <p:cNvSpPr txBox="1"/>
          <p:nvPr/>
        </p:nvSpPr>
        <p:spPr>
          <a:xfrm>
            <a:off x="2904149" y="8137450"/>
            <a:ext cx="1118587" cy="30777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8" name="Google Shape;728;p28"/>
          <p:cNvSpPr txBox="1"/>
          <p:nvPr/>
        </p:nvSpPr>
        <p:spPr>
          <a:xfrm>
            <a:off x="2876441" y="8625488"/>
            <a:ext cx="1118587" cy="307777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20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9" name="Google Shape;729;p28"/>
          <p:cNvSpPr txBox="1"/>
          <p:nvPr/>
        </p:nvSpPr>
        <p:spPr>
          <a:xfrm>
            <a:off x="3486396" y="8324579"/>
            <a:ext cx="1118587" cy="307777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0" name="Google Shape;730;p28"/>
          <p:cNvSpPr txBox="1"/>
          <p:nvPr/>
        </p:nvSpPr>
        <p:spPr>
          <a:xfrm>
            <a:off x="5539625" y="8279069"/>
            <a:ext cx="1118587" cy="30777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1" name="Google Shape;731;p28"/>
          <p:cNvSpPr txBox="1"/>
          <p:nvPr/>
        </p:nvSpPr>
        <p:spPr>
          <a:xfrm>
            <a:off x="5109779" y="8586141"/>
            <a:ext cx="1118587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2" name="Google Shape;732;p28"/>
          <p:cNvSpPr txBox="1"/>
          <p:nvPr/>
        </p:nvSpPr>
        <p:spPr>
          <a:xfrm>
            <a:off x="4568618" y="8325236"/>
            <a:ext cx="1118587" cy="307777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733" name="Google Shape;733;p28"/>
          <p:cNvGrpSpPr/>
          <p:nvPr/>
        </p:nvGrpSpPr>
        <p:grpSpPr>
          <a:xfrm>
            <a:off x="501278" y="6142069"/>
            <a:ext cx="1425494" cy="506459"/>
            <a:chOff x="-4625060" y="1165397"/>
            <a:chExt cx="1463516" cy="621604"/>
          </a:xfrm>
        </p:grpSpPr>
        <p:sp>
          <p:nvSpPr>
            <p:cNvPr id="734" name="Google Shape;734;p28"/>
            <p:cNvSpPr/>
            <p:nvPr/>
          </p:nvSpPr>
          <p:spPr>
            <a:xfrm rot="5400000">
              <a:off x="-4129462" y="1198768"/>
              <a:ext cx="425257" cy="632217"/>
            </a:xfrm>
            <a:prstGeom prst="arc">
              <a:avLst>
                <a:gd fmla="val 16753309" name="adj1"/>
                <a:gd fmla="val 446847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28"/>
            <p:cNvSpPr/>
            <p:nvPr/>
          </p:nvSpPr>
          <p:spPr>
            <a:xfrm rot="5400000">
              <a:off x="-3812630" y="1343572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28"/>
            <p:cNvSpPr/>
            <p:nvPr/>
          </p:nvSpPr>
          <p:spPr>
            <a:xfrm rot="-5400000">
              <a:off x="-4274270" y="1381199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7" name="Google Shape;737;p28"/>
            <p:cNvCxnSpPr/>
            <p:nvPr/>
          </p:nvCxnSpPr>
          <p:spPr>
            <a:xfrm flipH="1">
              <a:off x="-4625060" y="1165397"/>
              <a:ext cx="1463516" cy="6216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8" name="Google Shape;738;p28"/>
            <p:cNvCxnSpPr/>
            <p:nvPr/>
          </p:nvCxnSpPr>
          <p:spPr>
            <a:xfrm rot="10800000">
              <a:off x="-4602160" y="1255304"/>
              <a:ext cx="1440615" cy="4767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39" name="Google Shape;739;p28"/>
          <p:cNvGrpSpPr/>
          <p:nvPr/>
        </p:nvGrpSpPr>
        <p:grpSpPr>
          <a:xfrm>
            <a:off x="2792967" y="6142069"/>
            <a:ext cx="1425494" cy="506459"/>
            <a:chOff x="-4625060" y="1165397"/>
            <a:chExt cx="1463516" cy="621604"/>
          </a:xfrm>
        </p:grpSpPr>
        <p:sp>
          <p:nvSpPr>
            <p:cNvPr id="740" name="Google Shape;740;p28"/>
            <p:cNvSpPr/>
            <p:nvPr/>
          </p:nvSpPr>
          <p:spPr>
            <a:xfrm rot="5400000">
              <a:off x="-4129462" y="1198768"/>
              <a:ext cx="425257" cy="632217"/>
            </a:xfrm>
            <a:prstGeom prst="arc">
              <a:avLst>
                <a:gd fmla="val 16753309" name="adj1"/>
                <a:gd fmla="val 446847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28"/>
            <p:cNvSpPr/>
            <p:nvPr/>
          </p:nvSpPr>
          <p:spPr>
            <a:xfrm rot="5400000">
              <a:off x="-3812630" y="1343572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28"/>
            <p:cNvSpPr/>
            <p:nvPr/>
          </p:nvSpPr>
          <p:spPr>
            <a:xfrm rot="-5400000">
              <a:off x="-4274270" y="1381199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3" name="Google Shape;743;p28"/>
            <p:cNvCxnSpPr/>
            <p:nvPr/>
          </p:nvCxnSpPr>
          <p:spPr>
            <a:xfrm flipH="1">
              <a:off x="-4625060" y="1165397"/>
              <a:ext cx="1463516" cy="6216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4" name="Google Shape;744;p28"/>
            <p:cNvCxnSpPr/>
            <p:nvPr/>
          </p:nvCxnSpPr>
          <p:spPr>
            <a:xfrm rot="10800000">
              <a:off x="-4602160" y="1255304"/>
              <a:ext cx="1440615" cy="4767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45" name="Google Shape;745;p28"/>
          <p:cNvGrpSpPr/>
          <p:nvPr/>
        </p:nvGrpSpPr>
        <p:grpSpPr>
          <a:xfrm>
            <a:off x="5065022" y="6142069"/>
            <a:ext cx="1425494" cy="506459"/>
            <a:chOff x="-4625060" y="1165397"/>
            <a:chExt cx="1463516" cy="621604"/>
          </a:xfrm>
        </p:grpSpPr>
        <p:sp>
          <p:nvSpPr>
            <p:cNvPr id="746" name="Google Shape;746;p28"/>
            <p:cNvSpPr/>
            <p:nvPr/>
          </p:nvSpPr>
          <p:spPr>
            <a:xfrm rot="5400000">
              <a:off x="-4129462" y="1198768"/>
              <a:ext cx="425257" cy="632217"/>
            </a:xfrm>
            <a:prstGeom prst="arc">
              <a:avLst>
                <a:gd fmla="val 16753309" name="adj1"/>
                <a:gd fmla="val 446847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28"/>
            <p:cNvSpPr/>
            <p:nvPr/>
          </p:nvSpPr>
          <p:spPr>
            <a:xfrm rot="5400000">
              <a:off x="-3812630" y="1343572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28"/>
            <p:cNvSpPr/>
            <p:nvPr/>
          </p:nvSpPr>
          <p:spPr>
            <a:xfrm rot="-5400000">
              <a:off x="-4274270" y="1381199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9" name="Google Shape;749;p28"/>
            <p:cNvCxnSpPr/>
            <p:nvPr/>
          </p:nvCxnSpPr>
          <p:spPr>
            <a:xfrm flipH="1">
              <a:off x="-4625060" y="1165397"/>
              <a:ext cx="1463516" cy="6216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0" name="Google Shape;750;p28"/>
            <p:cNvCxnSpPr/>
            <p:nvPr/>
          </p:nvCxnSpPr>
          <p:spPr>
            <a:xfrm rot="10800000">
              <a:off x="-4602160" y="1255304"/>
              <a:ext cx="1440615" cy="4767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51" name="Google Shape;751;p28"/>
          <p:cNvGrpSpPr/>
          <p:nvPr/>
        </p:nvGrpSpPr>
        <p:grpSpPr>
          <a:xfrm>
            <a:off x="404118" y="8217766"/>
            <a:ext cx="1425494" cy="506459"/>
            <a:chOff x="-4625060" y="1165397"/>
            <a:chExt cx="1463516" cy="621604"/>
          </a:xfrm>
        </p:grpSpPr>
        <p:sp>
          <p:nvSpPr>
            <p:cNvPr id="752" name="Google Shape;752;p28"/>
            <p:cNvSpPr/>
            <p:nvPr/>
          </p:nvSpPr>
          <p:spPr>
            <a:xfrm rot="5400000">
              <a:off x="-4129462" y="1198768"/>
              <a:ext cx="425257" cy="632217"/>
            </a:xfrm>
            <a:prstGeom prst="arc">
              <a:avLst>
                <a:gd fmla="val 16753309" name="adj1"/>
                <a:gd fmla="val 446847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28"/>
            <p:cNvSpPr/>
            <p:nvPr/>
          </p:nvSpPr>
          <p:spPr>
            <a:xfrm rot="5400000">
              <a:off x="-3812630" y="1343572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28"/>
            <p:cNvSpPr/>
            <p:nvPr/>
          </p:nvSpPr>
          <p:spPr>
            <a:xfrm rot="-5400000">
              <a:off x="-4274270" y="1381199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55" name="Google Shape;755;p28"/>
            <p:cNvCxnSpPr/>
            <p:nvPr/>
          </p:nvCxnSpPr>
          <p:spPr>
            <a:xfrm flipH="1">
              <a:off x="-4625060" y="1165397"/>
              <a:ext cx="1463516" cy="6216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6" name="Google Shape;756;p28"/>
            <p:cNvCxnSpPr/>
            <p:nvPr/>
          </p:nvCxnSpPr>
          <p:spPr>
            <a:xfrm rot="10800000">
              <a:off x="-4602160" y="1255304"/>
              <a:ext cx="1440615" cy="4767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57" name="Google Shape;757;p28"/>
          <p:cNvGrpSpPr/>
          <p:nvPr/>
        </p:nvGrpSpPr>
        <p:grpSpPr>
          <a:xfrm>
            <a:off x="2637751" y="8217766"/>
            <a:ext cx="1425494" cy="506459"/>
            <a:chOff x="-4625060" y="1165397"/>
            <a:chExt cx="1463516" cy="621604"/>
          </a:xfrm>
        </p:grpSpPr>
        <p:sp>
          <p:nvSpPr>
            <p:cNvPr id="758" name="Google Shape;758;p28"/>
            <p:cNvSpPr/>
            <p:nvPr/>
          </p:nvSpPr>
          <p:spPr>
            <a:xfrm rot="5400000">
              <a:off x="-4129462" y="1198768"/>
              <a:ext cx="425257" cy="632217"/>
            </a:xfrm>
            <a:prstGeom prst="arc">
              <a:avLst>
                <a:gd fmla="val 16753309" name="adj1"/>
                <a:gd fmla="val 446847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28"/>
            <p:cNvSpPr/>
            <p:nvPr/>
          </p:nvSpPr>
          <p:spPr>
            <a:xfrm rot="5400000">
              <a:off x="-3812630" y="1343572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28"/>
            <p:cNvSpPr/>
            <p:nvPr/>
          </p:nvSpPr>
          <p:spPr>
            <a:xfrm rot="-5400000">
              <a:off x="-4274270" y="1381199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1" name="Google Shape;761;p28"/>
            <p:cNvCxnSpPr/>
            <p:nvPr/>
          </p:nvCxnSpPr>
          <p:spPr>
            <a:xfrm flipH="1">
              <a:off x="-4625060" y="1165397"/>
              <a:ext cx="1463516" cy="6216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2" name="Google Shape;762;p28"/>
            <p:cNvCxnSpPr/>
            <p:nvPr/>
          </p:nvCxnSpPr>
          <p:spPr>
            <a:xfrm rot="10800000">
              <a:off x="-4602160" y="1255304"/>
              <a:ext cx="1440615" cy="4767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63" name="Google Shape;763;p28"/>
          <p:cNvGrpSpPr/>
          <p:nvPr/>
        </p:nvGrpSpPr>
        <p:grpSpPr>
          <a:xfrm>
            <a:off x="4909806" y="8217766"/>
            <a:ext cx="1425494" cy="506459"/>
            <a:chOff x="-4625060" y="1165397"/>
            <a:chExt cx="1463516" cy="621604"/>
          </a:xfrm>
        </p:grpSpPr>
        <p:sp>
          <p:nvSpPr>
            <p:cNvPr id="764" name="Google Shape;764;p28"/>
            <p:cNvSpPr/>
            <p:nvPr/>
          </p:nvSpPr>
          <p:spPr>
            <a:xfrm rot="5400000">
              <a:off x="-4129462" y="1198768"/>
              <a:ext cx="425257" cy="632217"/>
            </a:xfrm>
            <a:prstGeom prst="arc">
              <a:avLst>
                <a:gd fmla="val 16753309" name="adj1"/>
                <a:gd fmla="val 446847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28"/>
            <p:cNvSpPr/>
            <p:nvPr/>
          </p:nvSpPr>
          <p:spPr>
            <a:xfrm rot="5400000">
              <a:off x="-3812630" y="1343572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28"/>
            <p:cNvSpPr/>
            <p:nvPr/>
          </p:nvSpPr>
          <p:spPr>
            <a:xfrm rot="-5400000">
              <a:off x="-4274270" y="1381199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7" name="Google Shape;767;p28"/>
            <p:cNvCxnSpPr/>
            <p:nvPr/>
          </p:nvCxnSpPr>
          <p:spPr>
            <a:xfrm flipH="1">
              <a:off x="-4625060" y="1165397"/>
              <a:ext cx="1463516" cy="6216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8" name="Google Shape;768;p28"/>
            <p:cNvCxnSpPr/>
            <p:nvPr/>
          </p:nvCxnSpPr>
          <p:spPr>
            <a:xfrm rot="10800000">
              <a:off x="-4602160" y="1255304"/>
              <a:ext cx="1440615" cy="4767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69" name="Google Shape;769;p28"/>
          <p:cNvSpPr/>
          <p:nvPr/>
        </p:nvSpPr>
        <p:spPr>
          <a:xfrm>
            <a:off x="135852" y="3378280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770" name="Google Shape;770;p28"/>
          <p:cNvSpPr txBox="1"/>
          <p:nvPr/>
        </p:nvSpPr>
        <p:spPr>
          <a:xfrm>
            <a:off x="2138410" y="2275418"/>
            <a:ext cx="4914301" cy="120032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771" name="Google Shape;771;p28"/>
          <p:cNvGrpSpPr/>
          <p:nvPr/>
        </p:nvGrpSpPr>
        <p:grpSpPr>
          <a:xfrm>
            <a:off x="2853595" y="3797810"/>
            <a:ext cx="1425494" cy="506459"/>
            <a:chOff x="-4625060" y="1165397"/>
            <a:chExt cx="1463516" cy="621604"/>
          </a:xfrm>
        </p:grpSpPr>
        <p:sp>
          <p:nvSpPr>
            <p:cNvPr id="772" name="Google Shape;772;p28"/>
            <p:cNvSpPr/>
            <p:nvPr/>
          </p:nvSpPr>
          <p:spPr>
            <a:xfrm rot="5400000">
              <a:off x="-4129462" y="1198768"/>
              <a:ext cx="425257" cy="632217"/>
            </a:xfrm>
            <a:prstGeom prst="arc">
              <a:avLst>
                <a:gd fmla="val 16753309" name="adj1"/>
                <a:gd fmla="val 446847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28"/>
            <p:cNvSpPr/>
            <p:nvPr/>
          </p:nvSpPr>
          <p:spPr>
            <a:xfrm rot="5400000">
              <a:off x="-3812630" y="1343572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28"/>
            <p:cNvSpPr/>
            <p:nvPr/>
          </p:nvSpPr>
          <p:spPr>
            <a:xfrm rot="-5400000">
              <a:off x="-4274270" y="1381199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5" name="Google Shape;775;p28"/>
            <p:cNvCxnSpPr/>
            <p:nvPr/>
          </p:nvCxnSpPr>
          <p:spPr>
            <a:xfrm flipH="1">
              <a:off x="-4625060" y="1165397"/>
              <a:ext cx="1463516" cy="6216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6" name="Google Shape;776;p28"/>
            <p:cNvCxnSpPr/>
            <p:nvPr/>
          </p:nvCxnSpPr>
          <p:spPr>
            <a:xfrm rot="10800000">
              <a:off x="-4602160" y="1255304"/>
              <a:ext cx="1440615" cy="4767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77" name="Google Shape;777;p28"/>
          <p:cNvSpPr txBox="1"/>
          <p:nvPr/>
        </p:nvSpPr>
        <p:spPr>
          <a:xfrm>
            <a:off x="3867191" y="3889021"/>
            <a:ext cx="522490" cy="307777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8" name="Google Shape;778;p28"/>
          <p:cNvSpPr txBox="1"/>
          <p:nvPr/>
        </p:nvSpPr>
        <p:spPr>
          <a:xfrm>
            <a:off x="1563616" y="3955295"/>
            <a:ext cx="279830" cy="307777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9" name="Google Shape;779;p28"/>
          <p:cNvSpPr txBox="1"/>
          <p:nvPr/>
        </p:nvSpPr>
        <p:spPr>
          <a:xfrm>
            <a:off x="684283" y="4242736"/>
            <a:ext cx="1118587" cy="30777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0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0" name="Google Shape;780;p28"/>
          <p:cNvSpPr txBox="1"/>
          <p:nvPr/>
        </p:nvSpPr>
        <p:spPr>
          <a:xfrm>
            <a:off x="2896779" y="3914641"/>
            <a:ext cx="336748" cy="307777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1" name="Google Shape;781;p28"/>
          <p:cNvSpPr txBox="1"/>
          <p:nvPr/>
        </p:nvSpPr>
        <p:spPr>
          <a:xfrm>
            <a:off x="3349528" y="4207530"/>
            <a:ext cx="356800" cy="307777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2" name="Google Shape;782;p28"/>
          <p:cNvSpPr txBox="1"/>
          <p:nvPr/>
        </p:nvSpPr>
        <p:spPr>
          <a:xfrm>
            <a:off x="5597990" y="3903580"/>
            <a:ext cx="1118587" cy="307777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3" name="Google Shape;783;p28"/>
          <p:cNvSpPr txBox="1"/>
          <p:nvPr/>
        </p:nvSpPr>
        <p:spPr>
          <a:xfrm>
            <a:off x="5168144" y="4196798"/>
            <a:ext cx="1118587" cy="307777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4" name="Google Shape;784;p28"/>
          <p:cNvSpPr txBox="1"/>
          <p:nvPr/>
        </p:nvSpPr>
        <p:spPr>
          <a:xfrm>
            <a:off x="5193270" y="3771335"/>
            <a:ext cx="1118587" cy="307777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5" name="Google Shape;785;p28"/>
          <p:cNvSpPr txBox="1"/>
          <p:nvPr/>
        </p:nvSpPr>
        <p:spPr>
          <a:xfrm>
            <a:off x="4646331" y="3905882"/>
            <a:ext cx="1118587" cy="307777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20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6" name="Google Shape;786;p28"/>
          <p:cNvSpPr txBox="1"/>
          <p:nvPr/>
        </p:nvSpPr>
        <p:spPr>
          <a:xfrm>
            <a:off x="105696" y="3963297"/>
            <a:ext cx="1118587" cy="307777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787" name="Google Shape;787;p28"/>
          <p:cNvGrpSpPr/>
          <p:nvPr/>
        </p:nvGrpSpPr>
        <p:grpSpPr>
          <a:xfrm>
            <a:off x="520963" y="3843465"/>
            <a:ext cx="1425494" cy="506459"/>
            <a:chOff x="-4625060" y="1165397"/>
            <a:chExt cx="1463516" cy="621604"/>
          </a:xfrm>
        </p:grpSpPr>
        <p:sp>
          <p:nvSpPr>
            <p:cNvPr id="788" name="Google Shape;788;p28"/>
            <p:cNvSpPr/>
            <p:nvPr/>
          </p:nvSpPr>
          <p:spPr>
            <a:xfrm rot="5400000">
              <a:off x="-4129462" y="1198768"/>
              <a:ext cx="425257" cy="632217"/>
            </a:xfrm>
            <a:prstGeom prst="arc">
              <a:avLst>
                <a:gd fmla="val 16753309" name="adj1"/>
                <a:gd fmla="val 446847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28"/>
            <p:cNvSpPr/>
            <p:nvPr/>
          </p:nvSpPr>
          <p:spPr>
            <a:xfrm rot="5400000">
              <a:off x="-3812630" y="1343572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28"/>
            <p:cNvSpPr/>
            <p:nvPr/>
          </p:nvSpPr>
          <p:spPr>
            <a:xfrm rot="-5400000">
              <a:off x="-4274270" y="1381199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1" name="Google Shape;791;p28"/>
            <p:cNvCxnSpPr/>
            <p:nvPr/>
          </p:nvCxnSpPr>
          <p:spPr>
            <a:xfrm flipH="1">
              <a:off x="-4625060" y="1165397"/>
              <a:ext cx="1463516" cy="6216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2" name="Google Shape;792;p28"/>
            <p:cNvCxnSpPr/>
            <p:nvPr/>
          </p:nvCxnSpPr>
          <p:spPr>
            <a:xfrm rot="10800000">
              <a:off x="-4602160" y="1255304"/>
              <a:ext cx="1440615" cy="4767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93" name="Google Shape;793;p28"/>
          <p:cNvGrpSpPr/>
          <p:nvPr/>
        </p:nvGrpSpPr>
        <p:grpSpPr>
          <a:xfrm>
            <a:off x="4988206" y="3825272"/>
            <a:ext cx="1425494" cy="506459"/>
            <a:chOff x="-4625060" y="1165397"/>
            <a:chExt cx="1463516" cy="621604"/>
          </a:xfrm>
        </p:grpSpPr>
        <p:sp>
          <p:nvSpPr>
            <p:cNvPr id="794" name="Google Shape;794;p28"/>
            <p:cNvSpPr/>
            <p:nvPr/>
          </p:nvSpPr>
          <p:spPr>
            <a:xfrm rot="5400000">
              <a:off x="-4129462" y="1198768"/>
              <a:ext cx="425257" cy="632217"/>
            </a:xfrm>
            <a:prstGeom prst="arc">
              <a:avLst>
                <a:gd fmla="val 16753309" name="adj1"/>
                <a:gd fmla="val 446847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28"/>
            <p:cNvSpPr/>
            <p:nvPr/>
          </p:nvSpPr>
          <p:spPr>
            <a:xfrm rot="5400000">
              <a:off x="-3812630" y="1343572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28"/>
            <p:cNvSpPr/>
            <p:nvPr/>
          </p:nvSpPr>
          <p:spPr>
            <a:xfrm rot="-5400000">
              <a:off x="-4274270" y="1381199"/>
              <a:ext cx="278295" cy="227395"/>
            </a:xfrm>
            <a:prstGeom prst="arc">
              <a:avLst>
                <a:gd fmla="val 12945234" name="adj1"/>
                <a:gd fmla="val 196947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7" name="Google Shape;797;p28"/>
            <p:cNvCxnSpPr/>
            <p:nvPr/>
          </p:nvCxnSpPr>
          <p:spPr>
            <a:xfrm flipH="1">
              <a:off x="-4625060" y="1165397"/>
              <a:ext cx="1463516" cy="6216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8" name="Google Shape;798;p28"/>
            <p:cNvCxnSpPr/>
            <p:nvPr/>
          </p:nvCxnSpPr>
          <p:spPr>
            <a:xfrm rot="10800000">
              <a:off x="-4602160" y="1255304"/>
              <a:ext cx="1440615" cy="4767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99" name="Google Shape;799;p28"/>
          <p:cNvSpPr txBox="1"/>
          <p:nvPr/>
        </p:nvSpPr>
        <p:spPr>
          <a:xfrm>
            <a:off x="770584" y="4736577"/>
            <a:ext cx="5419140" cy="1200329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0" name="Google Shape;800;p28"/>
          <p:cNvSpPr txBox="1"/>
          <p:nvPr/>
        </p:nvSpPr>
        <p:spPr>
          <a:xfrm>
            <a:off x="892717" y="6920063"/>
            <a:ext cx="5419140" cy="923330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1" name="Google Shape;801;p28"/>
          <p:cNvSpPr txBox="1"/>
          <p:nvPr/>
        </p:nvSpPr>
        <p:spPr>
          <a:xfrm>
            <a:off x="2938365" y="6033837"/>
            <a:ext cx="1118587" cy="307777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2" name="Google Shape;802;p28"/>
          <p:cNvSpPr txBox="1"/>
          <p:nvPr/>
        </p:nvSpPr>
        <p:spPr>
          <a:xfrm>
            <a:off x="776826" y="8817118"/>
            <a:ext cx="6081174" cy="923330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3" name="Google Shape;803;p28"/>
          <p:cNvSpPr txBox="1"/>
          <p:nvPr/>
        </p:nvSpPr>
        <p:spPr>
          <a:xfrm>
            <a:off x="1907090" y="266111"/>
            <a:ext cx="1375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25 - I do…</a:t>
            </a:r>
            <a:endParaRPr/>
          </a:p>
        </p:txBody>
      </p:sp>
      <p:sp>
        <p:nvSpPr>
          <p:cNvPr id="804" name="Google Shape;804;p28"/>
          <p:cNvSpPr txBox="1"/>
          <p:nvPr/>
        </p:nvSpPr>
        <p:spPr>
          <a:xfrm>
            <a:off x="5193270" y="235968"/>
            <a:ext cx="16124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27 – You do…</a:t>
            </a:r>
            <a:endParaRPr/>
          </a:p>
        </p:txBody>
      </p:sp>
      <p:sp>
        <p:nvSpPr>
          <p:cNvPr id="805" name="Google Shape;805;p28"/>
          <p:cNvSpPr txBox="1"/>
          <p:nvPr/>
        </p:nvSpPr>
        <p:spPr>
          <a:xfrm>
            <a:off x="3496378" y="251823"/>
            <a:ext cx="15815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26 - We do…</a:t>
            </a:r>
            <a:endParaRPr/>
          </a:p>
        </p:txBody>
      </p:sp>
      <p:sp>
        <p:nvSpPr>
          <p:cNvPr id="806" name="Google Shape;806;p28"/>
          <p:cNvSpPr txBox="1"/>
          <p:nvPr>
            <p:ph idx="12" type="sldNum"/>
          </p:nvPr>
        </p:nvSpPr>
        <p:spPr>
          <a:xfrm>
            <a:off x="5251311" y="-10644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9"/>
          <p:cNvSpPr txBox="1"/>
          <p:nvPr/>
        </p:nvSpPr>
        <p:spPr>
          <a:xfrm>
            <a:off x="1798024" y="88575"/>
            <a:ext cx="44853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20. Calculate any missing angles</a:t>
            </a:r>
            <a:endParaRPr/>
          </a:p>
        </p:txBody>
      </p:sp>
      <p:graphicFrame>
        <p:nvGraphicFramePr>
          <p:cNvPr id="812" name="Google Shape;812;p29"/>
          <p:cNvGraphicFramePr/>
          <p:nvPr/>
        </p:nvGraphicFramePr>
        <p:xfrm>
          <a:off x="162813" y="3954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2161400"/>
                <a:gridCol w="2161400"/>
                <a:gridCol w="2161400"/>
              </a:tblGrid>
              <a:tr h="259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28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15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15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813" name="Google Shape;81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76" y="512995"/>
            <a:ext cx="1454225" cy="698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7990" y="512995"/>
            <a:ext cx="1251014" cy="9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9772" y="557448"/>
            <a:ext cx="1333569" cy="92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6270" y="3054471"/>
            <a:ext cx="1473276" cy="723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7585" y="3021585"/>
            <a:ext cx="971600" cy="118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77233" y="3021585"/>
            <a:ext cx="1054154" cy="927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2685" y="5337126"/>
            <a:ext cx="1352620" cy="1174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1181" y="7600382"/>
            <a:ext cx="1549480" cy="114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27252" y="7600382"/>
            <a:ext cx="1803493" cy="882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150243" y="7600382"/>
            <a:ext cx="1346269" cy="1295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85158" y="5337126"/>
            <a:ext cx="1555830" cy="64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2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942003" y="5376143"/>
            <a:ext cx="997001" cy="895396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29"/>
          <p:cNvSpPr/>
          <p:nvPr/>
        </p:nvSpPr>
        <p:spPr>
          <a:xfrm>
            <a:off x="162813" y="58660"/>
            <a:ext cx="1635211" cy="266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Mixed Practice</a:t>
            </a:r>
            <a:endParaRPr/>
          </a:p>
        </p:txBody>
      </p:sp>
      <p:sp>
        <p:nvSpPr>
          <p:cNvPr id="826" name="Google Shape;826;p29"/>
          <p:cNvSpPr txBox="1"/>
          <p:nvPr/>
        </p:nvSpPr>
        <p:spPr>
          <a:xfrm>
            <a:off x="449576" y="4451123"/>
            <a:ext cx="6586491" cy="92333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27" name="Google Shape;827;p29"/>
          <p:cNvSpPr txBox="1"/>
          <p:nvPr/>
        </p:nvSpPr>
        <p:spPr>
          <a:xfrm>
            <a:off x="601975" y="2005786"/>
            <a:ext cx="6586491" cy="92333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28" name="Google Shape;828;p29"/>
          <p:cNvSpPr txBox="1"/>
          <p:nvPr/>
        </p:nvSpPr>
        <p:spPr>
          <a:xfrm>
            <a:off x="449575" y="6641717"/>
            <a:ext cx="6586491" cy="92333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29" name="Google Shape;829;p29"/>
          <p:cNvSpPr txBox="1"/>
          <p:nvPr/>
        </p:nvSpPr>
        <p:spPr>
          <a:xfrm>
            <a:off x="449575" y="8808061"/>
            <a:ext cx="6586491" cy="120032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0" name="Google Shape;830;p29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5" name="Google Shape;835;p30"/>
          <p:cNvGraphicFramePr/>
          <p:nvPr/>
        </p:nvGraphicFramePr>
        <p:xfrm>
          <a:off x="178690" y="340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6384475"/>
              </a:tblGrid>
              <a:tr h="152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68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36" name="Google Shape;836;p30"/>
          <p:cNvSpPr/>
          <p:nvPr/>
        </p:nvSpPr>
        <p:spPr>
          <a:xfrm>
            <a:off x="0" y="84094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21. Find the missing angles.</a:t>
            </a:r>
            <a:endParaRPr/>
          </a:p>
        </p:txBody>
      </p:sp>
      <p:sp>
        <p:nvSpPr>
          <p:cNvPr id="837" name="Google Shape;837;p30"/>
          <p:cNvSpPr/>
          <p:nvPr/>
        </p:nvSpPr>
        <p:spPr>
          <a:xfrm>
            <a:off x="2133600" y="5201881"/>
            <a:ext cx="4292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22. Find the size of x. Give reasons for your answer.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0"/>
          <p:cNvSpPr txBox="1"/>
          <p:nvPr/>
        </p:nvSpPr>
        <p:spPr>
          <a:xfrm>
            <a:off x="2006601" y="5478881"/>
            <a:ext cx="4556570" cy="120032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9" name="Google Shape;839;p30"/>
          <p:cNvPicPr preferRelativeResize="0"/>
          <p:nvPr/>
        </p:nvPicPr>
        <p:blipFill rotWithShape="1">
          <a:blip r:embed="rId3">
            <a:alphaModFix/>
          </a:blip>
          <a:srcRect b="21236" l="15236" r="15800" t="14759"/>
          <a:stretch/>
        </p:blipFill>
        <p:spPr>
          <a:xfrm>
            <a:off x="294830" y="5266528"/>
            <a:ext cx="1491638" cy="1398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018" y="6858023"/>
            <a:ext cx="1852132" cy="1441348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0"/>
          <p:cNvSpPr/>
          <p:nvPr/>
        </p:nvSpPr>
        <p:spPr>
          <a:xfrm>
            <a:off x="2050150" y="6714998"/>
            <a:ext cx="46705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23. Find the size of x, y and z. Give reasons for your answer.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0"/>
          <p:cNvSpPr txBox="1"/>
          <p:nvPr/>
        </p:nvSpPr>
        <p:spPr>
          <a:xfrm>
            <a:off x="1978110" y="7027785"/>
            <a:ext cx="4556570" cy="120032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3" name="Google Shape;84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358" y="433985"/>
            <a:ext cx="1789441" cy="1286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912" y="2069953"/>
            <a:ext cx="1921337" cy="121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912" y="3588872"/>
            <a:ext cx="2019051" cy="144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4830" y="8442396"/>
            <a:ext cx="1632575" cy="1260758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30"/>
          <p:cNvSpPr/>
          <p:nvPr/>
        </p:nvSpPr>
        <p:spPr>
          <a:xfrm>
            <a:off x="2050150" y="8268545"/>
            <a:ext cx="46705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24. Find the size of x and y. Give reasons for your answer.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0"/>
          <p:cNvSpPr txBox="1"/>
          <p:nvPr/>
        </p:nvSpPr>
        <p:spPr>
          <a:xfrm>
            <a:off x="1978110" y="8581332"/>
            <a:ext cx="4556570" cy="120032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0"/>
          <p:cNvSpPr txBox="1"/>
          <p:nvPr/>
        </p:nvSpPr>
        <p:spPr>
          <a:xfrm>
            <a:off x="2133600" y="608739"/>
            <a:ext cx="3431406" cy="64633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0" name="Google Shape;850;p30"/>
          <p:cNvSpPr txBox="1"/>
          <p:nvPr/>
        </p:nvSpPr>
        <p:spPr>
          <a:xfrm>
            <a:off x="2133600" y="2283871"/>
            <a:ext cx="3431406" cy="120032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1" name="Google Shape;851;p30"/>
          <p:cNvSpPr txBox="1"/>
          <p:nvPr/>
        </p:nvSpPr>
        <p:spPr>
          <a:xfrm>
            <a:off x="2303249" y="3835373"/>
            <a:ext cx="3431406" cy="120032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2" name="Google Shape;852;p30"/>
          <p:cNvSpPr txBox="1"/>
          <p:nvPr/>
        </p:nvSpPr>
        <p:spPr>
          <a:xfrm>
            <a:off x="2133600" y="5482783"/>
            <a:ext cx="4401080" cy="1477328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-110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3" name="Google Shape;853;p30"/>
          <p:cNvSpPr txBox="1"/>
          <p:nvPr/>
        </p:nvSpPr>
        <p:spPr>
          <a:xfrm>
            <a:off x="-439125" y="5400195"/>
            <a:ext cx="3431406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4" name="Google Shape;854;p30"/>
          <p:cNvSpPr txBox="1"/>
          <p:nvPr/>
        </p:nvSpPr>
        <p:spPr>
          <a:xfrm>
            <a:off x="1969705" y="7069235"/>
            <a:ext cx="4712454" cy="2708434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-6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5" name="Google Shape;855;p30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" name="Google Shape;860;p31"/>
          <p:cNvGraphicFramePr/>
          <p:nvPr/>
        </p:nvGraphicFramePr>
        <p:xfrm>
          <a:off x="136435" y="1535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{570875D8-4224-4AFF-9E44-5EFF1BB09EAF}</a:tableStyleId>
              </a:tblPr>
              <a:tblGrid>
                <a:gridCol w="6585125"/>
              </a:tblGrid>
              <a:tr h="743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61" name="Google Shape;8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658" y="1684866"/>
            <a:ext cx="3089342" cy="1229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704" y="3454323"/>
            <a:ext cx="2089257" cy="1498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5002" y="5666970"/>
            <a:ext cx="2648087" cy="1597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200" y="7629021"/>
            <a:ext cx="2773987" cy="1670102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31"/>
          <p:cNvSpPr txBox="1"/>
          <p:nvPr/>
        </p:nvSpPr>
        <p:spPr>
          <a:xfrm>
            <a:off x="136435" y="1015043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angle.</a:t>
            </a:r>
            <a:endParaRPr/>
          </a:p>
        </p:txBody>
      </p:sp>
      <p:sp>
        <p:nvSpPr>
          <p:cNvPr id="866" name="Google Shape;866;p31"/>
          <p:cNvSpPr txBox="1"/>
          <p:nvPr/>
        </p:nvSpPr>
        <p:spPr>
          <a:xfrm>
            <a:off x="3147173" y="1685872"/>
            <a:ext cx="3454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55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b) 125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305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d) 235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867" name="Google Shape;867;p31"/>
          <p:cNvSpPr txBox="1"/>
          <p:nvPr/>
        </p:nvSpPr>
        <p:spPr>
          <a:xfrm>
            <a:off x="339658" y="3210663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angle.</a:t>
            </a:r>
            <a:endParaRPr/>
          </a:p>
        </p:txBody>
      </p:sp>
      <p:sp>
        <p:nvSpPr>
          <p:cNvPr id="868" name="Google Shape;868;p31"/>
          <p:cNvSpPr txBox="1"/>
          <p:nvPr/>
        </p:nvSpPr>
        <p:spPr>
          <a:xfrm>
            <a:off x="3350396" y="3881492"/>
            <a:ext cx="3454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80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b) 100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280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d) 260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869" name="Google Shape;869;p31"/>
          <p:cNvSpPr txBox="1"/>
          <p:nvPr/>
        </p:nvSpPr>
        <p:spPr>
          <a:xfrm>
            <a:off x="167413" y="5339487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angle.</a:t>
            </a:r>
            <a:endParaRPr/>
          </a:p>
        </p:txBody>
      </p:sp>
      <p:sp>
        <p:nvSpPr>
          <p:cNvPr id="870" name="Google Shape;870;p31"/>
          <p:cNvSpPr txBox="1"/>
          <p:nvPr/>
        </p:nvSpPr>
        <p:spPr>
          <a:xfrm>
            <a:off x="3178151" y="6010316"/>
            <a:ext cx="3454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36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b) 144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324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d) 216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871" name="Google Shape;871;p31"/>
          <p:cNvSpPr txBox="1"/>
          <p:nvPr/>
        </p:nvSpPr>
        <p:spPr>
          <a:xfrm>
            <a:off x="288835" y="7475133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angles.</a:t>
            </a:r>
            <a:endParaRPr/>
          </a:p>
        </p:txBody>
      </p:sp>
      <p:sp>
        <p:nvSpPr>
          <p:cNvPr id="872" name="Google Shape;872;p31"/>
          <p:cNvSpPr txBox="1"/>
          <p:nvPr/>
        </p:nvSpPr>
        <p:spPr>
          <a:xfrm>
            <a:off x="3989192" y="7837024"/>
            <a:ext cx="2773987" cy="14568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arenR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104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 = 104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endParaRPr/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arenR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76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 = 76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aseline="30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arenR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76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 = 104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aseline="30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arenR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104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 = 76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1"/>
          <p:cNvSpPr/>
          <p:nvPr/>
        </p:nvSpPr>
        <p:spPr>
          <a:xfrm>
            <a:off x="4870383" y="1384814"/>
            <a:ext cx="1337911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1"/>
          <p:cNvSpPr/>
          <p:nvPr/>
        </p:nvSpPr>
        <p:spPr>
          <a:xfrm>
            <a:off x="3790751" y="4263181"/>
            <a:ext cx="1337911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1"/>
          <p:cNvSpPr/>
          <p:nvPr/>
        </p:nvSpPr>
        <p:spPr>
          <a:xfrm>
            <a:off x="3532472" y="5741479"/>
            <a:ext cx="1337911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1"/>
          <p:cNvSpPr/>
          <p:nvPr/>
        </p:nvSpPr>
        <p:spPr>
          <a:xfrm>
            <a:off x="3790750" y="8757880"/>
            <a:ext cx="2148037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1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