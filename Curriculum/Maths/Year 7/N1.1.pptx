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447999-CE35-417B-BC38-9FB97F6716EC}">
  <a:tblStyle styleId="{B0447999-CE35-417B-BC38-9FB97F6716E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11" Type="http://schemas.openxmlformats.org/officeDocument/2006/relationships/image" Target="../media/image1.png"/><Relationship Id="rId10" Type="http://schemas.openxmlformats.org/officeDocument/2006/relationships/image" Target="../media/image4.png"/><Relationship Id="rId12" Type="http://schemas.openxmlformats.org/officeDocument/2006/relationships/image" Target="../media/image7.png"/><Relationship Id="rId9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84386" y="45070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{B0447999-CE35-417B-BC38-9FB97F6716EC}</a:tableStyleId>
              </a:tblPr>
              <a:tblGrid>
                <a:gridCol w="1730925"/>
                <a:gridCol w="1650175"/>
                <a:gridCol w="1650175"/>
                <a:gridCol w="1650175"/>
              </a:tblGrid>
              <a:tr h="13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1 -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3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3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value of the underlined digit?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value of the underlined digit?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value of the underlined digit?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Identify the underlined digit.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32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5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sng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03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1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Identify the place value of the underlined digit.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5314950" y="94166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86108" y="251687"/>
            <a:ext cx="6679742" cy="123967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0" y="-73073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N1.1 – Integer Place Value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15165" y="589318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59160" y="848761"/>
            <a:ext cx="46679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recall place value.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find the value of digits in numbers up to one billion.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write numbers with specific place value properties.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00750" y="303829"/>
            <a:ext cx="6182655" cy="27699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recognise the place value of any number in an integer up to one billion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5427079" y="616303"/>
            <a:ext cx="1068947" cy="83099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 Value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86108" y="6409412"/>
            <a:ext cx="1788293" cy="2160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84386" y="4297301"/>
            <a:ext cx="3407919" cy="2330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Place value: ones, tens and hundreds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1894071" y="6409412"/>
            <a:ext cx="45893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Write down the value of the underlined digit in each of the numbers.</a:t>
            </a:r>
            <a:endParaRPr/>
          </a:p>
        </p:txBody>
      </p:sp>
      <p:grpSp>
        <p:nvGrpSpPr>
          <p:cNvPr id="100" name="Google Shape;100;p13"/>
          <p:cNvGrpSpPr/>
          <p:nvPr/>
        </p:nvGrpSpPr>
        <p:grpSpPr>
          <a:xfrm>
            <a:off x="90863" y="2526830"/>
            <a:ext cx="6751305" cy="1706622"/>
            <a:chOff x="59782" y="2276673"/>
            <a:chExt cx="6751305" cy="2046788"/>
          </a:xfrm>
        </p:grpSpPr>
        <p:cxnSp>
          <p:nvCxnSpPr>
            <p:cNvPr id="101" name="Google Shape;101;p13"/>
            <p:cNvCxnSpPr/>
            <p:nvPr/>
          </p:nvCxnSpPr>
          <p:spPr>
            <a:xfrm flipH="1" rot="10800000">
              <a:off x="951826" y="3974185"/>
              <a:ext cx="5541513" cy="22822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2" name="Google Shape;102;p13"/>
            <p:cNvSpPr/>
            <p:nvPr/>
          </p:nvSpPr>
          <p:spPr>
            <a:xfrm>
              <a:off x="59782" y="2297490"/>
              <a:ext cx="6679742" cy="2025971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3" name="Google Shape;103;p13"/>
            <p:cNvCxnSpPr/>
            <p:nvPr/>
          </p:nvCxnSpPr>
          <p:spPr>
            <a:xfrm>
              <a:off x="59782" y="3302639"/>
              <a:ext cx="669921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" name="Google Shape;104;p13"/>
            <p:cNvCxnSpPr>
              <a:stCxn id="102" idx="2"/>
              <a:endCxn id="102" idx="0"/>
            </p:cNvCxnSpPr>
            <p:nvPr/>
          </p:nvCxnSpPr>
          <p:spPr>
            <a:xfrm rot="10800000">
              <a:off x="3399653" y="2297561"/>
              <a:ext cx="0" cy="2025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5" name="Google Shape;105;p13"/>
            <p:cNvSpPr txBox="1"/>
            <p:nvPr/>
          </p:nvSpPr>
          <p:spPr>
            <a:xfrm>
              <a:off x="114900" y="2309059"/>
              <a:ext cx="82471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Definition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3"/>
            <p:cNvSpPr txBox="1"/>
            <p:nvPr/>
          </p:nvSpPr>
          <p:spPr>
            <a:xfrm>
              <a:off x="5638951" y="2276673"/>
              <a:ext cx="11122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Characteristics</a:t>
              </a:r>
              <a:endParaRPr b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3"/>
            <p:cNvSpPr txBox="1"/>
            <p:nvPr/>
          </p:nvSpPr>
          <p:spPr>
            <a:xfrm>
              <a:off x="130359" y="3348731"/>
              <a:ext cx="78816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Examples</a:t>
              </a:r>
              <a:endParaRPr b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3"/>
            <p:cNvSpPr txBox="1"/>
            <p:nvPr/>
          </p:nvSpPr>
          <p:spPr>
            <a:xfrm>
              <a:off x="5638202" y="3348732"/>
              <a:ext cx="117288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 - Examples</a:t>
              </a:r>
              <a:endParaRPr b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3"/>
            <p:cNvSpPr txBox="1"/>
            <p:nvPr/>
          </p:nvSpPr>
          <p:spPr>
            <a:xfrm>
              <a:off x="118476" y="2534065"/>
              <a:ext cx="323033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whole number. </a:t>
              </a:r>
              <a:endParaRPr/>
            </a:p>
          </p:txBody>
        </p:sp>
        <p:sp>
          <p:nvSpPr>
            <p:cNvPr id="110" name="Google Shape;110;p13"/>
            <p:cNvSpPr txBox="1"/>
            <p:nvPr/>
          </p:nvSpPr>
          <p:spPr>
            <a:xfrm>
              <a:off x="3425979" y="2315157"/>
              <a:ext cx="32303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952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Can be positive or negative.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 decimal or fractional part when simplified.</a:t>
              </a:r>
              <a:endParaRPr/>
            </a:p>
          </p:txBody>
        </p:sp>
        <p:sp>
          <p:nvSpPr>
            <p:cNvPr id="111" name="Google Shape;111;p13"/>
            <p:cNvSpPr txBox="1"/>
            <p:nvPr/>
          </p:nvSpPr>
          <p:spPr>
            <a:xfrm>
              <a:off x="2997486" y="3093237"/>
              <a:ext cx="854593" cy="36933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Integer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3"/>
            <p:cNvSpPr txBox="1"/>
            <p:nvPr/>
          </p:nvSpPr>
          <p:spPr>
            <a:xfrm>
              <a:off x="280391" y="3746521"/>
              <a:ext cx="41965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/>
            </a:p>
          </p:txBody>
        </p:sp>
        <p:sp>
          <p:nvSpPr>
            <p:cNvPr id="113" name="Google Shape;113;p13"/>
            <p:cNvSpPr txBox="1"/>
            <p:nvPr/>
          </p:nvSpPr>
          <p:spPr>
            <a:xfrm>
              <a:off x="1547436" y="3372258"/>
              <a:ext cx="419656" cy="3322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-42</a:t>
              </a:r>
              <a:endParaRPr/>
            </a:p>
          </p:txBody>
        </p:sp>
        <p:sp>
          <p:nvSpPr>
            <p:cNvPr id="114" name="Google Shape;114;p13"/>
            <p:cNvSpPr txBox="1"/>
            <p:nvPr/>
          </p:nvSpPr>
          <p:spPr>
            <a:xfrm>
              <a:off x="2059091" y="3360891"/>
              <a:ext cx="419656" cy="45397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16129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5" name="Google Shape;115;p13"/>
            <p:cNvSpPr txBox="1"/>
            <p:nvPr/>
          </p:nvSpPr>
          <p:spPr>
            <a:xfrm>
              <a:off x="3846340" y="3392234"/>
              <a:ext cx="41965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1.1</a:t>
              </a:r>
              <a:endParaRPr/>
            </a:p>
          </p:txBody>
        </p:sp>
        <p:sp>
          <p:nvSpPr>
            <p:cNvPr id="116" name="Google Shape;116;p13"/>
            <p:cNvSpPr txBox="1"/>
            <p:nvPr/>
          </p:nvSpPr>
          <p:spPr>
            <a:xfrm>
              <a:off x="4418372" y="3446216"/>
              <a:ext cx="4776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-8.5</a:t>
              </a:r>
              <a:endParaRPr/>
            </a:p>
          </p:txBody>
        </p:sp>
        <p:sp>
          <p:nvSpPr>
            <p:cNvPr id="117" name="Google Shape;117;p13"/>
            <p:cNvSpPr txBox="1"/>
            <p:nvPr/>
          </p:nvSpPr>
          <p:spPr>
            <a:xfrm>
              <a:off x="4896069" y="3350205"/>
              <a:ext cx="419656" cy="45397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19355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8" name="Google Shape;118;p13"/>
            <p:cNvSpPr txBox="1"/>
            <p:nvPr/>
          </p:nvSpPr>
          <p:spPr>
            <a:xfrm>
              <a:off x="5395998" y="3574805"/>
              <a:ext cx="419656" cy="29873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7317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9" name="Google Shape;119;p13"/>
            <p:cNvSpPr txBox="1"/>
            <p:nvPr/>
          </p:nvSpPr>
          <p:spPr>
            <a:xfrm>
              <a:off x="2562074" y="3372980"/>
              <a:ext cx="419656" cy="27699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5263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20" name="Google Shape;120;p13"/>
            <p:cNvSpPr txBox="1"/>
            <p:nvPr/>
          </p:nvSpPr>
          <p:spPr>
            <a:xfrm>
              <a:off x="883968" y="3778463"/>
              <a:ext cx="41965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-11</a:t>
              </a:r>
              <a:endParaRPr/>
            </a:p>
          </p:txBody>
        </p:sp>
        <p:sp>
          <p:nvSpPr>
            <p:cNvPr id="121" name="Google Shape;121;p13"/>
            <p:cNvSpPr txBox="1"/>
            <p:nvPr/>
          </p:nvSpPr>
          <p:spPr>
            <a:xfrm>
              <a:off x="1757264" y="3788164"/>
              <a:ext cx="419656" cy="45397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17743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22" name="Google Shape;122;p13"/>
            <p:cNvSpPr txBox="1"/>
            <p:nvPr/>
          </p:nvSpPr>
          <p:spPr>
            <a:xfrm>
              <a:off x="2386817" y="3865854"/>
              <a:ext cx="350514" cy="332211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-1578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23" name="Google Shape;123;p13"/>
            <p:cNvSpPr txBox="1"/>
            <p:nvPr/>
          </p:nvSpPr>
          <p:spPr>
            <a:xfrm>
              <a:off x="2871440" y="3788164"/>
              <a:ext cx="419656" cy="276999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-5263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24" name="Google Shape;124;p13"/>
            <p:cNvSpPr txBox="1"/>
            <p:nvPr/>
          </p:nvSpPr>
          <p:spPr>
            <a:xfrm>
              <a:off x="1041562" y="3371596"/>
              <a:ext cx="419656" cy="276999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-5263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25" name="Google Shape;125;p13"/>
            <p:cNvSpPr txBox="1"/>
            <p:nvPr/>
          </p:nvSpPr>
          <p:spPr>
            <a:xfrm>
              <a:off x="3461224" y="3727355"/>
              <a:ext cx="4776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27.5</a:t>
              </a:r>
              <a:endParaRPr/>
            </a:p>
          </p:txBody>
        </p:sp>
        <p:sp>
          <p:nvSpPr>
            <p:cNvPr id="126" name="Google Shape;126;p13"/>
            <p:cNvSpPr txBox="1"/>
            <p:nvPr/>
          </p:nvSpPr>
          <p:spPr>
            <a:xfrm>
              <a:off x="4157657" y="3812624"/>
              <a:ext cx="4776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0.42</a:t>
              </a:r>
              <a:endParaRPr/>
            </a:p>
          </p:txBody>
        </p:sp>
        <p:sp>
          <p:nvSpPr>
            <p:cNvPr id="127" name="Google Shape;127;p13"/>
            <p:cNvSpPr txBox="1"/>
            <p:nvPr/>
          </p:nvSpPr>
          <p:spPr>
            <a:xfrm>
              <a:off x="5930471" y="3710245"/>
              <a:ext cx="419656" cy="439223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21666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28" name="Google Shape;128;p13"/>
            <p:cNvSpPr txBox="1"/>
            <p:nvPr/>
          </p:nvSpPr>
          <p:spPr>
            <a:xfrm>
              <a:off x="4864213" y="3929856"/>
              <a:ext cx="419656" cy="302519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9756" l="0" r="-20291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129" name="Google Shape;129;p13"/>
          <p:cNvSpPr/>
          <p:nvPr/>
        </p:nvSpPr>
        <p:spPr>
          <a:xfrm>
            <a:off x="91213" y="1515417"/>
            <a:ext cx="6679742" cy="97640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Place value tells us the value of each digit in a whole number based on its position — for example,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ones, tens, hundreds, thousands, and so on. In integers, each place is ten times greater than the one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its right, which helps us read, write, and compare numbers correctly. Understanding integer place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value is essential for operations like addition, subtraction, and estimating large quantities.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-1105369" y="5769593"/>
            <a:ext cx="73970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ones  or 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492335" y="5791512"/>
            <a:ext cx="7534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tens  or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2194415" y="5788972"/>
            <a:ext cx="75342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hundreds or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800</a:t>
            </a:r>
            <a:endParaRPr/>
          </a:p>
        </p:txBody>
      </p:sp>
      <p:grpSp>
        <p:nvGrpSpPr>
          <p:cNvPr id="133" name="Google Shape;133;p13"/>
          <p:cNvGrpSpPr/>
          <p:nvPr/>
        </p:nvGrpSpPr>
        <p:grpSpPr>
          <a:xfrm>
            <a:off x="199447" y="6758240"/>
            <a:ext cx="771637" cy="606491"/>
            <a:chOff x="215165" y="8618297"/>
            <a:chExt cx="771637" cy="606491"/>
          </a:xfrm>
        </p:grpSpPr>
        <p:sp>
          <p:nvSpPr>
            <p:cNvPr id="134" name="Google Shape;134;p13"/>
            <p:cNvSpPr txBox="1"/>
            <p:nvPr/>
          </p:nvSpPr>
          <p:spPr>
            <a:xfrm>
              <a:off x="215165" y="8618297"/>
              <a:ext cx="3048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a)</a:t>
              </a:r>
              <a:endParaRPr/>
            </a:p>
          </p:txBody>
        </p:sp>
        <p:sp>
          <p:nvSpPr>
            <p:cNvPr id="135" name="Google Shape;135;p13"/>
            <p:cNvSpPr txBox="1"/>
            <p:nvPr/>
          </p:nvSpPr>
          <p:spPr>
            <a:xfrm>
              <a:off x="604522" y="8618297"/>
              <a:ext cx="34176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36" name="Google Shape;136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137" name="Google Shape;137;p13"/>
          <p:cNvGrpSpPr/>
          <p:nvPr/>
        </p:nvGrpSpPr>
        <p:grpSpPr>
          <a:xfrm>
            <a:off x="1300467" y="6758240"/>
            <a:ext cx="774843" cy="606491"/>
            <a:chOff x="211959" y="8618297"/>
            <a:chExt cx="774843" cy="606491"/>
          </a:xfrm>
        </p:grpSpPr>
        <p:sp>
          <p:nvSpPr>
            <p:cNvPr id="138" name="Google Shape;138;p13"/>
            <p:cNvSpPr txBox="1"/>
            <p:nvPr/>
          </p:nvSpPr>
          <p:spPr>
            <a:xfrm>
              <a:off x="211959" y="8618297"/>
              <a:ext cx="31130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b)</a:t>
              </a:r>
              <a:endParaRPr/>
            </a:p>
          </p:txBody>
        </p:sp>
        <p:sp>
          <p:nvSpPr>
            <p:cNvPr id="139" name="Google Shape;139;p13"/>
            <p:cNvSpPr txBox="1"/>
            <p:nvPr/>
          </p:nvSpPr>
          <p:spPr>
            <a:xfrm>
              <a:off x="604522" y="8618297"/>
              <a:ext cx="34176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40</a:t>
              </a:r>
              <a:endParaRPr/>
            </a:p>
          </p:txBody>
        </p:sp>
      </p:grpSp>
      <p:grpSp>
        <p:nvGrpSpPr>
          <p:cNvPr id="141" name="Google Shape;141;p13"/>
          <p:cNvGrpSpPr/>
          <p:nvPr/>
        </p:nvGrpSpPr>
        <p:grpSpPr>
          <a:xfrm>
            <a:off x="2404693" y="6758240"/>
            <a:ext cx="767629" cy="606491"/>
            <a:chOff x="219173" y="8618297"/>
            <a:chExt cx="767629" cy="606491"/>
          </a:xfrm>
        </p:grpSpPr>
        <p:sp>
          <p:nvSpPr>
            <p:cNvPr id="142" name="Google Shape;142;p13"/>
            <p:cNvSpPr txBox="1"/>
            <p:nvPr/>
          </p:nvSpPr>
          <p:spPr>
            <a:xfrm>
              <a:off x="219173" y="8618297"/>
              <a:ext cx="29687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c)</a:t>
              </a:r>
              <a:endParaRPr/>
            </a:p>
          </p:txBody>
        </p:sp>
        <p:sp>
          <p:nvSpPr>
            <p:cNvPr id="143" name="Google Shape;143;p13"/>
            <p:cNvSpPr txBox="1"/>
            <p:nvPr/>
          </p:nvSpPr>
          <p:spPr>
            <a:xfrm>
              <a:off x="604522" y="8618297"/>
              <a:ext cx="34176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144" name="Google Shape;144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</p:grpSp>
      <p:grpSp>
        <p:nvGrpSpPr>
          <p:cNvPr id="145" name="Google Shape;145;p13"/>
          <p:cNvGrpSpPr/>
          <p:nvPr/>
        </p:nvGrpSpPr>
        <p:grpSpPr>
          <a:xfrm>
            <a:off x="3501705" y="6758240"/>
            <a:ext cx="774843" cy="606491"/>
            <a:chOff x="211959" y="8618297"/>
            <a:chExt cx="774843" cy="606491"/>
          </a:xfrm>
        </p:grpSpPr>
        <p:sp>
          <p:nvSpPr>
            <p:cNvPr id="146" name="Google Shape;146;p13"/>
            <p:cNvSpPr txBox="1"/>
            <p:nvPr/>
          </p:nvSpPr>
          <p:spPr>
            <a:xfrm>
              <a:off x="211959" y="8618297"/>
              <a:ext cx="31130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d)</a:t>
              </a:r>
              <a:endParaRPr/>
            </a:p>
          </p:txBody>
        </p:sp>
        <p:sp>
          <p:nvSpPr>
            <p:cNvPr id="147" name="Google Shape;147;p13"/>
            <p:cNvSpPr txBox="1"/>
            <p:nvPr/>
          </p:nvSpPr>
          <p:spPr>
            <a:xfrm>
              <a:off x="604522" y="8618297"/>
              <a:ext cx="34176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148" name="Google Shape;148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</p:grpSp>
      <p:grpSp>
        <p:nvGrpSpPr>
          <p:cNvPr id="149" name="Google Shape;149;p13"/>
          <p:cNvGrpSpPr/>
          <p:nvPr/>
        </p:nvGrpSpPr>
        <p:grpSpPr>
          <a:xfrm>
            <a:off x="4605931" y="6758240"/>
            <a:ext cx="773240" cy="606491"/>
            <a:chOff x="213562" y="8618297"/>
            <a:chExt cx="773240" cy="606491"/>
          </a:xfrm>
        </p:grpSpPr>
        <p:sp>
          <p:nvSpPr>
            <p:cNvPr id="150" name="Google Shape;150;p13"/>
            <p:cNvSpPr txBox="1"/>
            <p:nvPr/>
          </p:nvSpPr>
          <p:spPr>
            <a:xfrm>
              <a:off x="213562" y="8618297"/>
              <a:ext cx="30809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e)</a:t>
              </a:r>
              <a:endParaRPr/>
            </a:p>
          </p:txBody>
        </p:sp>
        <p:sp>
          <p:nvSpPr>
            <p:cNvPr id="151" name="Google Shape;151;p13"/>
            <p:cNvSpPr txBox="1"/>
            <p:nvPr/>
          </p:nvSpPr>
          <p:spPr>
            <a:xfrm>
              <a:off x="604522" y="8618297"/>
              <a:ext cx="34176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  <p:sp>
          <p:nvSpPr>
            <p:cNvPr id="152" name="Google Shape;152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</p:grpSp>
      <p:grpSp>
        <p:nvGrpSpPr>
          <p:cNvPr id="153" name="Google Shape;153;p13"/>
          <p:cNvGrpSpPr/>
          <p:nvPr/>
        </p:nvGrpSpPr>
        <p:grpSpPr>
          <a:xfrm>
            <a:off x="5708553" y="6758240"/>
            <a:ext cx="759134" cy="606491"/>
            <a:chOff x="227668" y="8618297"/>
            <a:chExt cx="759134" cy="606491"/>
          </a:xfrm>
        </p:grpSpPr>
        <p:sp>
          <p:nvSpPr>
            <p:cNvPr id="154" name="Google Shape;154;p13"/>
            <p:cNvSpPr txBox="1"/>
            <p:nvPr/>
          </p:nvSpPr>
          <p:spPr>
            <a:xfrm>
              <a:off x="227668" y="8618297"/>
              <a:ext cx="27988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f)</a:t>
              </a:r>
              <a:endParaRPr/>
            </a:p>
          </p:txBody>
        </p:sp>
        <p:sp>
          <p:nvSpPr>
            <p:cNvPr id="155" name="Google Shape;155;p13"/>
            <p:cNvSpPr txBox="1"/>
            <p:nvPr/>
          </p:nvSpPr>
          <p:spPr>
            <a:xfrm>
              <a:off x="604522" y="8618297"/>
              <a:ext cx="34176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56" name="Google Shape;156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50</a:t>
              </a:r>
              <a:endParaRPr/>
            </a:p>
          </p:txBody>
        </p:sp>
      </p:grpSp>
      <p:grpSp>
        <p:nvGrpSpPr>
          <p:cNvPr id="157" name="Google Shape;157;p13"/>
          <p:cNvGrpSpPr/>
          <p:nvPr/>
        </p:nvGrpSpPr>
        <p:grpSpPr>
          <a:xfrm>
            <a:off x="200581" y="7523354"/>
            <a:ext cx="770835" cy="606491"/>
            <a:chOff x="215967" y="8618297"/>
            <a:chExt cx="770835" cy="606491"/>
          </a:xfrm>
        </p:grpSpPr>
        <p:sp>
          <p:nvSpPr>
            <p:cNvPr id="158" name="Google Shape;158;p13"/>
            <p:cNvSpPr txBox="1"/>
            <p:nvPr/>
          </p:nvSpPr>
          <p:spPr>
            <a:xfrm>
              <a:off x="215967" y="8618297"/>
              <a:ext cx="3032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g)</a:t>
              </a:r>
              <a:endParaRPr/>
            </a:p>
          </p:txBody>
        </p:sp>
        <p:sp>
          <p:nvSpPr>
            <p:cNvPr id="159" name="Google Shape;159;p13"/>
            <p:cNvSpPr txBox="1"/>
            <p:nvPr/>
          </p:nvSpPr>
          <p:spPr>
            <a:xfrm>
              <a:off x="604522" y="8618297"/>
              <a:ext cx="34176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160" name="Google Shape;160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</p:grpSp>
      <p:grpSp>
        <p:nvGrpSpPr>
          <p:cNvPr id="161" name="Google Shape;161;p13"/>
          <p:cNvGrpSpPr/>
          <p:nvPr/>
        </p:nvGrpSpPr>
        <p:grpSpPr>
          <a:xfrm>
            <a:off x="5715617" y="7523354"/>
            <a:ext cx="752402" cy="606491"/>
            <a:chOff x="234400" y="8618297"/>
            <a:chExt cx="752402" cy="606491"/>
          </a:xfrm>
        </p:grpSpPr>
        <p:sp>
          <p:nvSpPr>
            <p:cNvPr id="162" name="Google Shape;162;p13"/>
            <p:cNvSpPr txBox="1"/>
            <p:nvPr/>
          </p:nvSpPr>
          <p:spPr>
            <a:xfrm>
              <a:off x="234400" y="8618297"/>
              <a:ext cx="26642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l)</a:t>
              </a:r>
              <a:endParaRPr/>
            </a:p>
          </p:txBody>
        </p:sp>
        <p:sp>
          <p:nvSpPr>
            <p:cNvPr id="163" name="Google Shape;163;p13"/>
            <p:cNvSpPr txBox="1"/>
            <p:nvPr/>
          </p:nvSpPr>
          <p:spPr>
            <a:xfrm>
              <a:off x="604522" y="8618297"/>
              <a:ext cx="34176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64" name="Google Shape;164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</p:grpSp>
      <p:grpSp>
        <p:nvGrpSpPr>
          <p:cNvPr id="165" name="Google Shape;165;p13"/>
          <p:cNvGrpSpPr/>
          <p:nvPr/>
        </p:nvGrpSpPr>
        <p:grpSpPr>
          <a:xfrm>
            <a:off x="1298234" y="7523354"/>
            <a:ext cx="774843" cy="606491"/>
            <a:chOff x="211959" y="8618297"/>
            <a:chExt cx="774843" cy="606491"/>
          </a:xfrm>
        </p:grpSpPr>
        <p:sp>
          <p:nvSpPr>
            <p:cNvPr id="166" name="Google Shape;166;p13"/>
            <p:cNvSpPr txBox="1"/>
            <p:nvPr/>
          </p:nvSpPr>
          <p:spPr>
            <a:xfrm>
              <a:off x="211959" y="8618297"/>
              <a:ext cx="31130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h)</a:t>
              </a:r>
              <a:endParaRPr/>
            </a:p>
          </p:txBody>
        </p:sp>
        <p:sp>
          <p:nvSpPr>
            <p:cNvPr id="167" name="Google Shape;167;p13"/>
            <p:cNvSpPr txBox="1"/>
            <p:nvPr/>
          </p:nvSpPr>
          <p:spPr>
            <a:xfrm>
              <a:off x="604522" y="8618297"/>
              <a:ext cx="34176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168" name="Google Shape;168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90</a:t>
              </a:r>
              <a:endParaRPr/>
            </a:p>
          </p:txBody>
        </p:sp>
      </p:grpSp>
      <p:grpSp>
        <p:nvGrpSpPr>
          <p:cNvPr id="169" name="Google Shape;169;p13"/>
          <p:cNvGrpSpPr/>
          <p:nvPr/>
        </p:nvGrpSpPr>
        <p:grpSpPr>
          <a:xfrm>
            <a:off x="2422337" y="7523354"/>
            <a:ext cx="752401" cy="606491"/>
            <a:chOff x="234401" y="8618297"/>
            <a:chExt cx="752401" cy="606491"/>
          </a:xfrm>
        </p:grpSpPr>
        <p:sp>
          <p:nvSpPr>
            <p:cNvPr id="170" name="Google Shape;170;p13"/>
            <p:cNvSpPr txBox="1"/>
            <p:nvPr/>
          </p:nvSpPr>
          <p:spPr>
            <a:xfrm>
              <a:off x="234401" y="8618297"/>
              <a:ext cx="26642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i)</a:t>
              </a:r>
              <a:endParaRPr/>
            </a:p>
          </p:txBody>
        </p:sp>
        <p:sp>
          <p:nvSpPr>
            <p:cNvPr id="171" name="Google Shape;171;p13"/>
            <p:cNvSpPr txBox="1"/>
            <p:nvPr/>
          </p:nvSpPr>
          <p:spPr>
            <a:xfrm>
              <a:off x="604522" y="8618297"/>
              <a:ext cx="34176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/>
            </a:p>
          </p:txBody>
        </p:sp>
      </p:grpSp>
      <p:grpSp>
        <p:nvGrpSpPr>
          <p:cNvPr id="173" name="Google Shape;173;p13"/>
          <p:cNvGrpSpPr/>
          <p:nvPr/>
        </p:nvGrpSpPr>
        <p:grpSpPr>
          <a:xfrm>
            <a:off x="3523196" y="7523354"/>
            <a:ext cx="753203" cy="606491"/>
            <a:chOff x="233599" y="8618297"/>
            <a:chExt cx="753203" cy="606491"/>
          </a:xfrm>
        </p:grpSpPr>
        <p:sp>
          <p:nvSpPr>
            <p:cNvPr id="174" name="Google Shape;174;p13"/>
            <p:cNvSpPr txBox="1"/>
            <p:nvPr/>
          </p:nvSpPr>
          <p:spPr>
            <a:xfrm>
              <a:off x="233599" y="8618297"/>
              <a:ext cx="26802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j)</a:t>
              </a:r>
              <a:endParaRPr/>
            </a:p>
          </p:txBody>
        </p:sp>
        <p:sp>
          <p:nvSpPr>
            <p:cNvPr id="175" name="Google Shape;175;p13"/>
            <p:cNvSpPr txBox="1"/>
            <p:nvPr/>
          </p:nvSpPr>
          <p:spPr>
            <a:xfrm>
              <a:off x="604522" y="8618297"/>
              <a:ext cx="34176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176" name="Google Shape;176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</p:grpSp>
      <p:grpSp>
        <p:nvGrpSpPr>
          <p:cNvPr id="177" name="Google Shape;177;p13"/>
          <p:cNvGrpSpPr/>
          <p:nvPr/>
        </p:nvGrpSpPr>
        <p:grpSpPr>
          <a:xfrm>
            <a:off x="4608026" y="7523354"/>
            <a:ext cx="770034" cy="606491"/>
            <a:chOff x="216768" y="8618297"/>
            <a:chExt cx="770034" cy="606491"/>
          </a:xfrm>
        </p:grpSpPr>
        <p:sp>
          <p:nvSpPr>
            <p:cNvPr id="178" name="Google Shape;178;p13"/>
            <p:cNvSpPr txBox="1"/>
            <p:nvPr/>
          </p:nvSpPr>
          <p:spPr>
            <a:xfrm>
              <a:off x="216768" y="8618297"/>
              <a:ext cx="30168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k)</a:t>
              </a:r>
              <a:endParaRPr/>
            </a:p>
          </p:txBody>
        </p:sp>
        <p:sp>
          <p:nvSpPr>
            <p:cNvPr id="179" name="Google Shape;179;p13"/>
            <p:cNvSpPr txBox="1"/>
            <p:nvPr/>
          </p:nvSpPr>
          <p:spPr>
            <a:xfrm>
              <a:off x="604522" y="8618297"/>
              <a:ext cx="34176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80" name="Google Shape;180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181" name="Google Shape;181;p13"/>
          <p:cNvGrpSpPr/>
          <p:nvPr/>
        </p:nvGrpSpPr>
        <p:grpSpPr>
          <a:xfrm>
            <a:off x="174933" y="8325284"/>
            <a:ext cx="796483" cy="606491"/>
            <a:chOff x="190319" y="8618297"/>
            <a:chExt cx="796483" cy="606491"/>
          </a:xfrm>
        </p:grpSpPr>
        <p:sp>
          <p:nvSpPr>
            <p:cNvPr id="182" name="Google Shape;182;p13"/>
            <p:cNvSpPr txBox="1"/>
            <p:nvPr/>
          </p:nvSpPr>
          <p:spPr>
            <a:xfrm>
              <a:off x="190319" y="8618297"/>
              <a:ext cx="35458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m)</a:t>
              </a:r>
              <a:endParaRPr/>
            </a:p>
          </p:txBody>
        </p:sp>
        <p:sp>
          <p:nvSpPr>
            <p:cNvPr id="183" name="Google Shape;183;p13"/>
            <p:cNvSpPr txBox="1"/>
            <p:nvPr/>
          </p:nvSpPr>
          <p:spPr>
            <a:xfrm>
              <a:off x="565248" y="8618297"/>
              <a:ext cx="4203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/>
            </a:p>
          </p:txBody>
        </p:sp>
      </p:grpSp>
      <p:grpSp>
        <p:nvGrpSpPr>
          <p:cNvPr id="185" name="Google Shape;185;p13"/>
          <p:cNvGrpSpPr/>
          <p:nvPr/>
        </p:nvGrpSpPr>
        <p:grpSpPr>
          <a:xfrm>
            <a:off x="5706801" y="8325284"/>
            <a:ext cx="761218" cy="606491"/>
            <a:chOff x="225584" y="8618297"/>
            <a:chExt cx="761218" cy="606491"/>
          </a:xfrm>
        </p:grpSpPr>
        <p:sp>
          <p:nvSpPr>
            <p:cNvPr id="186" name="Google Shape;186;p13"/>
            <p:cNvSpPr txBox="1"/>
            <p:nvPr/>
          </p:nvSpPr>
          <p:spPr>
            <a:xfrm>
              <a:off x="225584" y="8618297"/>
              <a:ext cx="28405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r)</a:t>
              </a:r>
              <a:endParaRPr/>
            </a:p>
          </p:txBody>
        </p:sp>
        <p:sp>
          <p:nvSpPr>
            <p:cNvPr id="187" name="Google Shape;187;p13"/>
            <p:cNvSpPr txBox="1"/>
            <p:nvPr/>
          </p:nvSpPr>
          <p:spPr>
            <a:xfrm>
              <a:off x="565248" y="8618297"/>
              <a:ext cx="4203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60</a:t>
              </a:r>
              <a:endParaRPr/>
            </a:p>
          </p:txBody>
        </p:sp>
        <p:sp>
          <p:nvSpPr>
            <p:cNvPr id="188" name="Google Shape;188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300</a:t>
              </a:r>
              <a:endParaRPr/>
            </a:p>
          </p:txBody>
        </p:sp>
      </p:grpSp>
      <p:grpSp>
        <p:nvGrpSpPr>
          <p:cNvPr id="189" name="Google Shape;189;p13"/>
          <p:cNvGrpSpPr/>
          <p:nvPr/>
        </p:nvGrpSpPr>
        <p:grpSpPr>
          <a:xfrm>
            <a:off x="1298234" y="8325284"/>
            <a:ext cx="774843" cy="606491"/>
            <a:chOff x="211959" y="8618297"/>
            <a:chExt cx="774843" cy="606491"/>
          </a:xfrm>
        </p:grpSpPr>
        <p:sp>
          <p:nvSpPr>
            <p:cNvPr id="190" name="Google Shape;190;p13"/>
            <p:cNvSpPr txBox="1"/>
            <p:nvPr/>
          </p:nvSpPr>
          <p:spPr>
            <a:xfrm>
              <a:off x="211959" y="8618297"/>
              <a:ext cx="31130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n)</a:t>
              </a:r>
              <a:endParaRPr/>
            </a:p>
          </p:txBody>
        </p:sp>
        <p:sp>
          <p:nvSpPr>
            <p:cNvPr id="191" name="Google Shape;191;p13"/>
            <p:cNvSpPr txBox="1"/>
            <p:nvPr/>
          </p:nvSpPr>
          <p:spPr>
            <a:xfrm>
              <a:off x="565247" y="8618297"/>
              <a:ext cx="4203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07</a:t>
              </a:r>
              <a:endParaRPr/>
            </a:p>
          </p:txBody>
        </p:sp>
        <p:sp>
          <p:nvSpPr>
            <p:cNvPr id="192" name="Google Shape;192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400</a:t>
              </a:r>
              <a:endParaRPr/>
            </a:p>
          </p:txBody>
        </p:sp>
      </p:grpSp>
      <p:grpSp>
        <p:nvGrpSpPr>
          <p:cNvPr id="193" name="Google Shape;193;p13"/>
          <p:cNvGrpSpPr/>
          <p:nvPr/>
        </p:nvGrpSpPr>
        <p:grpSpPr>
          <a:xfrm>
            <a:off x="2399093" y="8325284"/>
            <a:ext cx="775645" cy="606491"/>
            <a:chOff x="211157" y="8618297"/>
            <a:chExt cx="775645" cy="606491"/>
          </a:xfrm>
        </p:grpSpPr>
        <p:sp>
          <p:nvSpPr>
            <p:cNvPr id="194" name="Google Shape;194;p13"/>
            <p:cNvSpPr txBox="1"/>
            <p:nvPr/>
          </p:nvSpPr>
          <p:spPr>
            <a:xfrm>
              <a:off x="211157" y="8618297"/>
              <a:ext cx="3129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o)</a:t>
              </a:r>
              <a:endParaRPr/>
            </a:p>
          </p:txBody>
        </p:sp>
        <p:sp>
          <p:nvSpPr>
            <p:cNvPr id="195" name="Google Shape;195;p13"/>
            <p:cNvSpPr txBox="1"/>
            <p:nvPr/>
          </p:nvSpPr>
          <p:spPr>
            <a:xfrm>
              <a:off x="565248" y="8618297"/>
              <a:ext cx="4203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84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196" name="Google Shape;196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</p:grpSp>
      <p:grpSp>
        <p:nvGrpSpPr>
          <p:cNvPr id="197" name="Google Shape;197;p13"/>
          <p:cNvGrpSpPr/>
          <p:nvPr/>
        </p:nvGrpSpPr>
        <p:grpSpPr>
          <a:xfrm>
            <a:off x="3501555" y="8325284"/>
            <a:ext cx="774844" cy="606491"/>
            <a:chOff x="211958" y="8618297"/>
            <a:chExt cx="774844" cy="606491"/>
          </a:xfrm>
        </p:grpSpPr>
        <p:sp>
          <p:nvSpPr>
            <p:cNvPr id="198" name="Google Shape;198;p13"/>
            <p:cNvSpPr txBox="1"/>
            <p:nvPr/>
          </p:nvSpPr>
          <p:spPr>
            <a:xfrm>
              <a:off x="211958" y="8618297"/>
              <a:ext cx="31130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p)</a:t>
              </a:r>
              <a:endParaRPr/>
            </a:p>
          </p:txBody>
        </p:sp>
        <p:sp>
          <p:nvSpPr>
            <p:cNvPr id="199" name="Google Shape;199;p13"/>
            <p:cNvSpPr txBox="1"/>
            <p:nvPr/>
          </p:nvSpPr>
          <p:spPr>
            <a:xfrm>
              <a:off x="565248" y="8618297"/>
              <a:ext cx="4203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19</a:t>
              </a:r>
              <a:endParaRPr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100</a:t>
              </a:r>
              <a:endParaRPr/>
            </a:p>
          </p:txBody>
        </p:sp>
      </p:grpSp>
      <p:grpSp>
        <p:nvGrpSpPr>
          <p:cNvPr id="201" name="Google Shape;201;p13"/>
          <p:cNvGrpSpPr/>
          <p:nvPr/>
        </p:nvGrpSpPr>
        <p:grpSpPr>
          <a:xfrm>
            <a:off x="4603217" y="8325284"/>
            <a:ext cx="774843" cy="606491"/>
            <a:chOff x="211959" y="8618297"/>
            <a:chExt cx="774843" cy="606491"/>
          </a:xfrm>
        </p:grpSpPr>
        <p:sp>
          <p:nvSpPr>
            <p:cNvPr id="202" name="Google Shape;202;p13"/>
            <p:cNvSpPr txBox="1"/>
            <p:nvPr/>
          </p:nvSpPr>
          <p:spPr>
            <a:xfrm>
              <a:off x="211959" y="8618297"/>
              <a:ext cx="31130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q)</a:t>
              </a:r>
              <a:endParaRPr/>
            </a:p>
          </p:txBody>
        </p:sp>
        <p:sp>
          <p:nvSpPr>
            <p:cNvPr id="203" name="Google Shape;203;p13"/>
            <p:cNvSpPr txBox="1"/>
            <p:nvPr/>
          </p:nvSpPr>
          <p:spPr>
            <a:xfrm>
              <a:off x="565248" y="8618297"/>
              <a:ext cx="4203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204" name="Google Shape;204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</p:grpSp>
      <p:grpSp>
        <p:nvGrpSpPr>
          <p:cNvPr id="205" name="Google Shape;205;p13"/>
          <p:cNvGrpSpPr/>
          <p:nvPr/>
        </p:nvGrpSpPr>
        <p:grpSpPr>
          <a:xfrm>
            <a:off x="206191" y="9129619"/>
            <a:ext cx="765225" cy="606491"/>
            <a:chOff x="221577" y="8618297"/>
            <a:chExt cx="765225" cy="606491"/>
          </a:xfrm>
        </p:grpSpPr>
        <p:sp>
          <p:nvSpPr>
            <p:cNvPr id="206" name="Google Shape;206;p13"/>
            <p:cNvSpPr txBox="1"/>
            <p:nvPr/>
          </p:nvSpPr>
          <p:spPr>
            <a:xfrm>
              <a:off x="221577" y="8618297"/>
              <a:ext cx="2920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s)</a:t>
              </a:r>
              <a:endParaRPr/>
            </a:p>
          </p:txBody>
        </p:sp>
        <p:sp>
          <p:nvSpPr>
            <p:cNvPr id="207" name="Google Shape;207;p13"/>
            <p:cNvSpPr txBox="1"/>
            <p:nvPr/>
          </p:nvSpPr>
          <p:spPr>
            <a:xfrm>
              <a:off x="565247" y="8618297"/>
              <a:ext cx="4203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08</a:t>
              </a:r>
              <a:endParaRPr/>
            </a:p>
          </p:txBody>
        </p:sp>
        <p:sp>
          <p:nvSpPr>
            <p:cNvPr id="208" name="Google Shape;208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500</a:t>
              </a:r>
              <a:endParaRPr/>
            </a:p>
          </p:txBody>
        </p:sp>
      </p:grpSp>
      <p:grpSp>
        <p:nvGrpSpPr>
          <p:cNvPr id="209" name="Google Shape;209;p13"/>
          <p:cNvGrpSpPr/>
          <p:nvPr/>
        </p:nvGrpSpPr>
        <p:grpSpPr>
          <a:xfrm>
            <a:off x="5699587" y="9129619"/>
            <a:ext cx="768432" cy="606491"/>
            <a:chOff x="218370" y="8618297"/>
            <a:chExt cx="768432" cy="606491"/>
          </a:xfrm>
        </p:grpSpPr>
        <p:sp>
          <p:nvSpPr>
            <p:cNvPr id="210" name="Google Shape;210;p13"/>
            <p:cNvSpPr txBox="1"/>
            <p:nvPr/>
          </p:nvSpPr>
          <p:spPr>
            <a:xfrm>
              <a:off x="218370" y="8618297"/>
              <a:ext cx="29848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x)</a:t>
              </a:r>
              <a:endParaRPr/>
            </a:p>
          </p:txBody>
        </p:sp>
        <p:sp>
          <p:nvSpPr>
            <p:cNvPr id="211" name="Google Shape;211;p13"/>
            <p:cNvSpPr txBox="1"/>
            <p:nvPr/>
          </p:nvSpPr>
          <p:spPr>
            <a:xfrm>
              <a:off x="565248" y="8618297"/>
              <a:ext cx="4203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12" name="Google Shape;212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</p:grpSp>
      <p:grpSp>
        <p:nvGrpSpPr>
          <p:cNvPr id="213" name="Google Shape;213;p13"/>
          <p:cNvGrpSpPr/>
          <p:nvPr/>
        </p:nvGrpSpPr>
        <p:grpSpPr>
          <a:xfrm>
            <a:off x="1312661" y="9129619"/>
            <a:ext cx="760416" cy="606491"/>
            <a:chOff x="226386" y="8618297"/>
            <a:chExt cx="760416" cy="606491"/>
          </a:xfrm>
        </p:grpSpPr>
        <p:sp>
          <p:nvSpPr>
            <p:cNvPr id="214" name="Google Shape;214;p13"/>
            <p:cNvSpPr txBox="1"/>
            <p:nvPr/>
          </p:nvSpPr>
          <p:spPr>
            <a:xfrm>
              <a:off x="226386" y="8618297"/>
              <a:ext cx="2824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t)</a:t>
              </a:r>
              <a:endParaRPr/>
            </a:p>
          </p:txBody>
        </p:sp>
        <p:sp>
          <p:nvSpPr>
            <p:cNvPr id="215" name="Google Shape;215;p13"/>
            <p:cNvSpPr txBox="1"/>
            <p:nvPr/>
          </p:nvSpPr>
          <p:spPr>
            <a:xfrm>
              <a:off x="565248" y="8618297"/>
              <a:ext cx="4203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92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216" name="Google Shape;216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</p:grpSp>
      <p:grpSp>
        <p:nvGrpSpPr>
          <p:cNvPr id="217" name="Google Shape;217;p13"/>
          <p:cNvGrpSpPr/>
          <p:nvPr/>
        </p:nvGrpSpPr>
        <p:grpSpPr>
          <a:xfrm>
            <a:off x="2399895" y="9129619"/>
            <a:ext cx="774843" cy="606491"/>
            <a:chOff x="211959" y="8618297"/>
            <a:chExt cx="774843" cy="606491"/>
          </a:xfrm>
        </p:grpSpPr>
        <p:sp>
          <p:nvSpPr>
            <p:cNvPr id="218" name="Google Shape;218;p13"/>
            <p:cNvSpPr txBox="1"/>
            <p:nvPr/>
          </p:nvSpPr>
          <p:spPr>
            <a:xfrm>
              <a:off x="211959" y="8618297"/>
              <a:ext cx="31130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u)</a:t>
              </a:r>
              <a:endParaRPr/>
            </a:p>
          </p:txBody>
        </p:sp>
        <p:sp>
          <p:nvSpPr>
            <p:cNvPr id="219" name="Google Shape;219;p13"/>
            <p:cNvSpPr txBox="1"/>
            <p:nvPr/>
          </p:nvSpPr>
          <p:spPr>
            <a:xfrm>
              <a:off x="565247" y="8618297"/>
              <a:ext cx="4203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20" name="Google Shape;220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60</a:t>
              </a:r>
              <a:endParaRPr/>
            </a:p>
          </p:txBody>
        </p:sp>
      </p:grpSp>
      <p:grpSp>
        <p:nvGrpSpPr>
          <p:cNvPr id="221" name="Google Shape;221;p13"/>
          <p:cNvGrpSpPr/>
          <p:nvPr/>
        </p:nvGrpSpPr>
        <p:grpSpPr>
          <a:xfrm>
            <a:off x="3507166" y="9129619"/>
            <a:ext cx="769233" cy="606491"/>
            <a:chOff x="217569" y="8618297"/>
            <a:chExt cx="769233" cy="606491"/>
          </a:xfrm>
        </p:grpSpPr>
        <p:sp>
          <p:nvSpPr>
            <p:cNvPr id="222" name="Google Shape;222;p13"/>
            <p:cNvSpPr txBox="1"/>
            <p:nvPr/>
          </p:nvSpPr>
          <p:spPr>
            <a:xfrm>
              <a:off x="217569" y="8618297"/>
              <a:ext cx="30008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v)</a:t>
              </a:r>
              <a:endParaRPr/>
            </a:p>
          </p:txBody>
        </p:sp>
        <p:sp>
          <p:nvSpPr>
            <p:cNvPr id="223" name="Google Shape;223;p13"/>
            <p:cNvSpPr txBox="1"/>
            <p:nvPr/>
          </p:nvSpPr>
          <p:spPr>
            <a:xfrm>
              <a:off x="565248" y="8618297"/>
              <a:ext cx="4203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18</a:t>
              </a:r>
              <a:endParaRPr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300</a:t>
              </a:r>
              <a:endParaRPr/>
            </a:p>
          </p:txBody>
        </p:sp>
      </p:grpSp>
      <p:grpSp>
        <p:nvGrpSpPr>
          <p:cNvPr id="225" name="Google Shape;225;p13"/>
          <p:cNvGrpSpPr/>
          <p:nvPr/>
        </p:nvGrpSpPr>
        <p:grpSpPr>
          <a:xfrm>
            <a:off x="4587989" y="9129619"/>
            <a:ext cx="790071" cy="606491"/>
            <a:chOff x="196731" y="8618297"/>
            <a:chExt cx="790071" cy="606491"/>
          </a:xfrm>
        </p:grpSpPr>
        <p:sp>
          <p:nvSpPr>
            <p:cNvPr id="226" name="Google Shape;226;p13"/>
            <p:cNvSpPr txBox="1"/>
            <p:nvPr/>
          </p:nvSpPr>
          <p:spPr>
            <a:xfrm>
              <a:off x="196731" y="8618297"/>
              <a:ext cx="34176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w)</a:t>
              </a:r>
              <a:endParaRPr/>
            </a:p>
          </p:txBody>
        </p:sp>
        <p:sp>
          <p:nvSpPr>
            <p:cNvPr id="227" name="Google Shape;227;p13"/>
            <p:cNvSpPr txBox="1"/>
            <p:nvPr/>
          </p:nvSpPr>
          <p:spPr>
            <a:xfrm>
              <a:off x="565248" y="8618297"/>
              <a:ext cx="4203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46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28" name="Google Shape;228;p13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 txBox="1"/>
          <p:nvPr>
            <p:ph idx="12" type="sldNum"/>
          </p:nvPr>
        </p:nvSpPr>
        <p:spPr>
          <a:xfrm>
            <a:off x="5226682" y="942907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83088" y="2281145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35" name="Google Shape;235;p14"/>
          <p:cNvSpPr txBox="1"/>
          <p:nvPr/>
        </p:nvSpPr>
        <p:spPr>
          <a:xfrm>
            <a:off x="1221042" y="2407465"/>
            <a:ext cx="45893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Write down the value of the underlined digit in each of the numbers.</a:t>
            </a:r>
            <a:endParaRPr/>
          </a:p>
        </p:txBody>
      </p:sp>
      <p:sp>
        <p:nvSpPr>
          <p:cNvPr id="236" name="Google Shape;236;p14"/>
          <p:cNvSpPr/>
          <p:nvPr/>
        </p:nvSpPr>
        <p:spPr>
          <a:xfrm>
            <a:off x="83088" y="101405"/>
            <a:ext cx="3407919" cy="2330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Place value: thousands and ten thousands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7" name="Google Shape;237;p14"/>
          <p:cNvGraphicFramePr/>
          <p:nvPr/>
        </p:nvGraphicFramePr>
        <p:xfrm>
          <a:off x="88268" y="386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{B0447999-CE35-417B-BC38-9FB97F6716EC}</a:tableStyleId>
              </a:tblPr>
              <a:tblGrid>
                <a:gridCol w="1730925"/>
                <a:gridCol w="1650175"/>
                <a:gridCol w="1650175"/>
                <a:gridCol w="1650175"/>
              </a:tblGrid>
              <a:tr h="13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4 -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5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6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3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value of the underlined digit?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value of the underlined digit?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value of the underlined digit?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Identify the underlined digit.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sng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706</a:t>
                      </a:r>
                      <a:endParaRPr sz="1200" u="sng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sng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4581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>
                          <a:solidFill>
                            <a:schemeClr val="dk1"/>
                          </a:solidFill>
                        </a:rPr>
                        <a:t>5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lang="en-GB" sz="1200" u="none">
                          <a:solidFill>
                            <a:schemeClr val="dk1"/>
                          </a:solidFill>
                        </a:rPr>
                        <a:t>077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1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Identify the place value of the underlined digit.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238" name="Google Shape;238;p14"/>
          <p:cNvSpPr/>
          <p:nvPr/>
        </p:nvSpPr>
        <p:spPr>
          <a:xfrm>
            <a:off x="60896" y="5120502"/>
            <a:ext cx="3407919" cy="2330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Place value: hundred thousands and millions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9" name="Google Shape;239;p14"/>
          <p:cNvGraphicFramePr/>
          <p:nvPr/>
        </p:nvGraphicFramePr>
        <p:xfrm>
          <a:off x="66076" y="54060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{B0447999-CE35-417B-BC38-9FB97F6716EC}</a:tableStyleId>
              </a:tblPr>
              <a:tblGrid>
                <a:gridCol w="1730925"/>
                <a:gridCol w="1650175"/>
                <a:gridCol w="1650175"/>
                <a:gridCol w="1650175"/>
              </a:tblGrid>
              <a:tr h="13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7 -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8–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9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3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value of the underlined digit?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value of the underlined digit?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value of the underlined digit?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Identify the underlined digit.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1</a:t>
                      </a:r>
                      <a:r>
                        <a:rPr lang="en-GB" sz="1200" u="sng"/>
                        <a:t>2</a:t>
                      </a:r>
                      <a:r>
                        <a:rPr lang="en-GB" sz="1200"/>
                        <a:t>0,732</a:t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3</a:t>
                      </a:r>
                      <a:r>
                        <a:rPr lang="en-GB" sz="1200" u="sng"/>
                        <a:t>9</a:t>
                      </a:r>
                      <a:r>
                        <a:rPr lang="en-GB" sz="1200"/>
                        <a:t>0,491</a:t>
                      </a:r>
                      <a:endParaRPr sz="1200" u="sng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71</a:t>
                      </a:r>
                      <a:r>
                        <a:rPr lang="en-GB" sz="1200" u="sng"/>
                        <a:t>5</a:t>
                      </a:r>
                      <a:r>
                        <a:rPr lang="en-GB" sz="1200" u="none"/>
                        <a:t>,</a:t>
                      </a:r>
                      <a:r>
                        <a:rPr lang="en-GB" sz="1200"/>
                        <a:t>018</a:t>
                      </a:r>
                      <a:endParaRPr sz="1200" u="sng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1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Identify the place value of the underlined digit.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240" name="Google Shape;240;p14"/>
          <p:cNvSpPr/>
          <p:nvPr/>
        </p:nvSpPr>
        <p:spPr>
          <a:xfrm>
            <a:off x="64553" y="7315733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41" name="Google Shape;241;p14"/>
          <p:cNvSpPr txBox="1"/>
          <p:nvPr/>
        </p:nvSpPr>
        <p:spPr>
          <a:xfrm>
            <a:off x="1202507" y="7470484"/>
            <a:ext cx="45893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Write down the value of the underlined digit in each of the numbers.</a:t>
            </a:r>
            <a:endParaRPr/>
          </a:p>
        </p:txBody>
      </p:sp>
      <p:sp>
        <p:nvSpPr>
          <p:cNvPr id="242" name="Google Shape;242;p14"/>
          <p:cNvSpPr txBox="1"/>
          <p:nvPr/>
        </p:nvSpPr>
        <p:spPr>
          <a:xfrm>
            <a:off x="910853" y="1457752"/>
            <a:ext cx="3429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thousands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3000</a:t>
            </a:r>
            <a:endParaRPr/>
          </a:p>
        </p:txBody>
      </p:sp>
      <p:sp>
        <p:nvSpPr>
          <p:cNvPr id="243" name="Google Shape;243;p14"/>
          <p:cNvSpPr txBox="1"/>
          <p:nvPr/>
        </p:nvSpPr>
        <p:spPr>
          <a:xfrm>
            <a:off x="2565731" y="1484135"/>
            <a:ext cx="3429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thousands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20 000</a:t>
            </a:r>
            <a:endParaRPr/>
          </a:p>
        </p:txBody>
      </p:sp>
      <p:sp>
        <p:nvSpPr>
          <p:cNvPr id="244" name="Google Shape;244;p14"/>
          <p:cNvSpPr txBox="1"/>
          <p:nvPr/>
        </p:nvSpPr>
        <p:spPr>
          <a:xfrm>
            <a:off x="4232647" y="1419853"/>
            <a:ext cx="3429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thousands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3000</a:t>
            </a:r>
            <a:endParaRPr/>
          </a:p>
        </p:txBody>
      </p:sp>
      <p:grpSp>
        <p:nvGrpSpPr>
          <p:cNvPr id="245" name="Google Shape;245;p14"/>
          <p:cNvGrpSpPr/>
          <p:nvPr/>
        </p:nvGrpSpPr>
        <p:grpSpPr>
          <a:xfrm>
            <a:off x="132996" y="2747433"/>
            <a:ext cx="828901" cy="560324"/>
            <a:chOff x="215165" y="8618297"/>
            <a:chExt cx="828901" cy="560324"/>
          </a:xfrm>
        </p:grpSpPr>
        <p:sp>
          <p:nvSpPr>
            <p:cNvPr id="246" name="Google Shape;246;p14"/>
            <p:cNvSpPr txBox="1"/>
            <p:nvPr/>
          </p:nvSpPr>
          <p:spPr>
            <a:xfrm>
              <a:off x="215165" y="8618297"/>
              <a:ext cx="3048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a)</a:t>
              </a:r>
              <a:endParaRPr/>
            </a:p>
          </p:txBody>
        </p:sp>
        <p:sp>
          <p:nvSpPr>
            <p:cNvPr id="247" name="Google Shape;247;p14"/>
            <p:cNvSpPr txBox="1"/>
            <p:nvPr/>
          </p:nvSpPr>
          <p:spPr>
            <a:xfrm>
              <a:off x="506739" y="8618297"/>
              <a:ext cx="5373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4,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67</a:t>
              </a:r>
              <a:endParaRPr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4"/>
            <p:cNvSpPr txBox="1"/>
            <p:nvPr/>
          </p:nvSpPr>
          <p:spPr>
            <a:xfrm>
              <a:off x="564001" y="8947789"/>
              <a:ext cx="422801" cy="23083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300</a:t>
              </a:r>
              <a:endParaRPr/>
            </a:p>
          </p:txBody>
        </p:sp>
      </p:grpSp>
      <p:grpSp>
        <p:nvGrpSpPr>
          <p:cNvPr id="249" name="Google Shape;249;p14"/>
          <p:cNvGrpSpPr/>
          <p:nvPr/>
        </p:nvGrpSpPr>
        <p:grpSpPr>
          <a:xfrm>
            <a:off x="1234016" y="2747433"/>
            <a:ext cx="832107" cy="560324"/>
            <a:chOff x="211959" y="8618297"/>
            <a:chExt cx="832107" cy="560324"/>
          </a:xfrm>
        </p:grpSpPr>
        <p:sp>
          <p:nvSpPr>
            <p:cNvPr id="250" name="Google Shape;250;p14"/>
            <p:cNvSpPr txBox="1"/>
            <p:nvPr/>
          </p:nvSpPr>
          <p:spPr>
            <a:xfrm>
              <a:off x="211959" y="8618297"/>
              <a:ext cx="31130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b)</a:t>
              </a:r>
              <a:endParaRPr/>
            </a:p>
          </p:txBody>
        </p:sp>
        <p:sp>
          <p:nvSpPr>
            <p:cNvPr id="251" name="Google Shape;251;p14"/>
            <p:cNvSpPr txBox="1"/>
            <p:nvPr/>
          </p:nvSpPr>
          <p:spPr>
            <a:xfrm>
              <a:off x="506739" y="8618297"/>
              <a:ext cx="5373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,334</a:t>
              </a:r>
              <a:endParaRPr/>
            </a:p>
          </p:txBody>
        </p:sp>
        <p:sp>
          <p:nvSpPr>
            <p:cNvPr id="252" name="Google Shape;252;p14"/>
            <p:cNvSpPr txBox="1"/>
            <p:nvPr/>
          </p:nvSpPr>
          <p:spPr>
            <a:xfrm>
              <a:off x="564001" y="8947789"/>
              <a:ext cx="422801" cy="23083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900"/>
                <a:buFont typeface="Calibri"/>
                <a:buNone/>
              </a:pPr>
              <a:r>
                <a:rPr lang="en-GB" sz="9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0" i="0" lang="en-GB" sz="9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000</a:t>
              </a:r>
              <a:endParaRPr/>
            </a:p>
          </p:txBody>
        </p:sp>
      </p:grpSp>
      <p:grpSp>
        <p:nvGrpSpPr>
          <p:cNvPr id="253" name="Google Shape;253;p14"/>
          <p:cNvGrpSpPr/>
          <p:nvPr/>
        </p:nvGrpSpPr>
        <p:grpSpPr>
          <a:xfrm>
            <a:off x="2338242" y="2747433"/>
            <a:ext cx="824893" cy="606491"/>
            <a:chOff x="219173" y="8618297"/>
            <a:chExt cx="824893" cy="606491"/>
          </a:xfrm>
        </p:grpSpPr>
        <p:sp>
          <p:nvSpPr>
            <p:cNvPr id="254" name="Google Shape;254;p14"/>
            <p:cNvSpPr txBox="1"/>
            <p:nvPr/>
          </p:nvSpPr>
          <p:spPr>
            <a:xfrm>
              <a:off x="219173" y="8618297"/>
              <a:ext cx="29687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c)</a:t>
              </a:r>
              <a:endParaRPr/>
            </a:p>
          </p:txBody>
        </p:sp>
        <p:sp>
          <p:nvSpPr>
            <p:cNvPr id="255" name="Google Shape;255;p14"/>
            <p:cNvSpPr txBox="1"/>
            <p:nvPr/>
          </p:nvSpPr>
          <p:spPr>
            <a:xfrm>
              <a:off x="506739" y="8618297"/>
              <a:ext cx="5373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8,70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56" name="Google Shape;256;p14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257" name="Google Shape;257;p14"/>
          <p:cNvGrpSpPr/>
          <p:nvPr/>
        </p:nvGrpSpPr>
        <p:grpSpPr>
          <a:xfrm>
            <a:off x="3435254" y="2747433"/>
            <a:ext cx="832107" cy="606491"/>
            <a:chOff x="211959" y="8618297"/>
            <a:chExt cx="832107" cy="606491"/>
          </a:xfrm>
        </p:grpSpPr>
        <p:sp>
          <p:nvSpPr>
            <p:cNvPr id="258" name="Google Shape;258;p14"/>
            <p:cNvSpPr txBox="1"/>
            <p:nvPr/>
          </p:nvSpPr>
          <p:spPr>
            <a:xfrm>
              <a:off x="211959" y="8618297"/>
              <a:ext cx="31130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d)</a:t>
              </a:r>
              <a:endParaRPr/>
            </a:p>
          </p:txBody>
        </p:sp>
        <p:sp>
          <p:nvSpPr>
            <p:cNvPr id="259" name="Google Shape;259;p14"/>
            <p:cNvSpPr txBox="1"/>
            <p:nvPr/>
          </p:nvSpPr>
          <p:spPr>
            <a:xfrm>
              <a:off x="506739" y="8618297"/>
              <a:ext cx="5373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9,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4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900</a:t>
              </a:r>
              <a:endParaRPr/>
            </a:p>
          </p:txBody>
        </p:sp>
      </p:grpSp>
      <p:grpSp>
        <p:nvGrpSpPr>
          <p:cNvPr id="261" name="Google Shape;261;p14"/>
          <p:cNvGrpSpPr/>
          <p:nvPr/>
        </p:nvGrpSpPr>
        <p:grpSpPr>
          <a:xfrm>
            <a:off x="4539480" y="2747433"/>
            <a:ext cx="830504" cy="560324"/>
            <a:chOff x="213562" y="8618297"/>
            <a:chExt cx="830504" cy="560324"/>
          </a:xfrm>
        </p:grpSpPr>
        <p:sp>
          <p:nvSpPr>
            <p:cNvPr id="262" name="Google Shape;262;p14"/>
            <p:cNvSpPr txBox="1"/>
            <p:nvPr/>
          </p:nvSpPr>
          <p:spPr>
            <a:xfrm>
              <a:off x="213562" y="8618297"/>
              <a:ext cx="30809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e)</a:t>
              </a:r>
              <a:endParaRPr/>
            </a:p>
          </p:txBody>
        </p:sp>
        <p:sp>
          <p:nvSpPr>
            <p:cNvPr id="263" name="Google Shape;263;p14"/>
            <p:cNvSpPr txBox="1"/>
            <p:nvPr/>
          </p:nvSpPr>
          <p:spPr>
            <a:xfrm>
              <a:off x="506739" y="8618297"/>
              <a:ext cx="5373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,478</a:t>
              </a:r>
              <a:endParaRPr/>
            </a:p>
          </p:txBody>
        </p:sp>
        <p:sp>
          <p:nvSpPr>
            <p:cNvPr id="264" name="Google Shape;264;p14"/>
            <p:cNvSpPr txBox="1"/>
            <p:nvPr/>
          </p:nvSpPr>
          <p:spPr>
            <a:xfrm>
              <a:off x="564001" y="8947789"/>
              <a:ext cx="422801" cy="23083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900"/>
                <a:buFont typeface="Calibri"/>
                <a:buNone/>
              </a:pPr>
              <a:r>
                <a:rPr b="0" i="0" lang="en-GB" sz="9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3000</a:t>
              </a:r>
              <a:endParaRPr/>
            </a:p>
          </p:txBody>
        </p:sp>
      </p:grpSp>
      <p:grpSp>
        <p:nvGrpSpPr>
          <p:cNvPr id="265" name="Google Shape;265;p14"/>
          <p:cNvGrpSpPr/>
          <p:nvPr/>
        </p:nvGrpSpPr>
        <p:grpSpPr>
          <a:xfrm>
            <a:off x="5642102" y="2747433"/>
            <a:ext cx="816398" cy="560324"/>
            <a:chOff x="227668" y="8618297"/>
            <a:chExt cx="816398" cy="560324"/>
          </a:xfrm>
        </p:grpSpPr>
        <p:sp>
          <p:nvSpPr>
            <p:cNvPr id="266" name="Google Shape;266;p14"/>
            <p:cNvSpPr txBox="1"/>
            <p:nvPr/>
          </p:nvSpPr>
          <p:spPr>
            <a:xfrm>
              <a:off x="227668" y="8618297"/>
              <a:ext cx="27988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f)</a:t>
              </a:r>
              <a:endParaRPr/>
            </a:p>
          </p:txBody>
        </p:sp>
        <p:sp>
          <p:nvSpPr>
            <p:cNvPr id="267" name="Google Shape;267;p14"/>
            <p:cNvSpPr txBox="1"/>
            <p:nvPr/>
          </p:nvSpPr>
          <p:spPr>
            <a:xfrm>
              <a:off x="506739" y="8618297"/>
              <a:ext cx="5373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,008</a:t>
              </a:r>
              <a:endParaRPr/>
            </a:p>
          </p:txBody>
        </p:sp>
        <p:sp>
          <p:nvSpPr>
            <p:cNvPr id="268" name="Google Shape;268;p14"/>
            <p:cNvSpPr txBox="1"/>
            <p:nvPr/>
          </p:nvSpPr>
          <p:spPr>
            <a:xfrm>
              <a:off x="564001" y="8947789"/>
              <a:ext cx="422801" cy="23083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900"/>
                <a:buFont typeface="Calibri"/>
                <a:buNone/>
              </a:pPr>
              <a:r>
                <a:rPr b="0" i="0" lang="en-GB" sz="9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2000</a:t>
              </a:r>
              <a:endParaRPr/>
            </a:p>
          </p:txBody>
        </p:sp>
      </p:grpSp>
      <p:grpSp>
        <p:nvGrpSpPr>
          <p:cNvPr id="269" name="Google Shape;269;p14"/>
          <p:cNvGrpSpPr/>
          <p:nvPr/>
        </p:nvGrpSpPr>
        <p:grpSpPr>
          <a:xfrm>
            <a:off x="133797" y="3542451"/>
            <a:ext cx="828099" cy="606491"/>
            <a:chOff x="215967" y="8618297"/>
            <a:chExt cx="828099" cy="606491"/>
          </a:xfrm>
        </p:grpSpPr>
        <p:sp>
          <p:nvSpPr>
            <p:cNvPr id="270" name="Google Shape;270;p14"/>
            <p:cNvSpPr txBox="1"/>
            <p:nvPr/>
          </p:nvSpPr>
          <p:spPr>
            <a:xfrm>
              <a:off x="215967" y="8618297"/>
              <a:ext cx="3032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g)</a:t>
              </a:r>
              <a:endParaRPr/>
            </a:p>
          </p:txBody>
        </p:sp>
        <p:sp>
          <p:nvSpPr>
            <p:cNvPr id="271" name="Google Shape;271;p14"/>
            <p:cNvSpPr txBox="1"/>
            <p:nvPr/>
          </p:nvSpPr>
          <p:spPr>
            <a:xfrm>
              <a:off x="506739" y="8618297"/>
              <a:ext cx="5373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1,2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4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</p:grpSp>
      <p:grpSp>
        <p:nvGrpSpPr>
          <p:cNvPr id="273" name="Google Shape;273;p14"/>
          <p:cNvGrpSpPr/>
          <p:nvPr/>
        </p:nvGrpSpPr>
        <p:grpSpPr>
          <a:xfrm>
            <a:off x="5648833" y="3542451"/>
            <a:ext cx="848939" cy="606491"/>
            <a:chOff x="234400" y="8618297"/>
            <a:chExt cx="848939" cy="606491"/>
          </a:xfrm>
        </p:grpSpPr>
        <p:sp>
          <p:nvSpPr>
            <p:cNvPr id="274" name="Google Shape;274;p14"/>
            <p:cNvSpPr txBox="1"/>
            <p:nvPr/>
          </p:nvSpPr>
          <p:spPr>
            <a:xfrm>
              <a:off x="234400" y="8618297"/>
              <a:ext cx="26642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l)</a:t>
              </a:r>
              <a:endParaRPr/>
            </a:p>
          </p:txBody>
        </p:sp>
        <p:sp>
          <p:nvSpPr>
            <p:cNvPr id="275" name="Google Shape;275;p14"/>
            <p:cNvSpPr txBox="1"/>
            <p:nvPr/>
          </p:nvSpPr>
          <p:spPr>
            <a:xfrm>
              <a:off x="467465" y="8618297"/>
              <a:ext cx="61587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23,1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276" name="Google Shape;276;p14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80</a:t>
              </a:r>
              <a:endParaRPr/>
            </a:p>
          </p:txBody>
        </p:sp>
      </p:grpSp>
      <p:grpSp>
        <p:nvGrpSpPr>
          <p:cNvPr id="277" name="Google Shape;277;p14"/>
          <p:cNvGrpSpPr/>
          <p:nvPr/>
        </p:nvGrpSpPr>
        <p:grpSpPr>
          <a:xfrm>
            <a:off x="1231450" y="3542451"/>
            <a:ext cx="832106" cy="606491"/>
            <a:chOff x="211959" y="8618297"/>
            <a:chExt cx="832106" cy="606491"/>
          </a:xfrm>
        </p:grpSpPr>
        <p:sp>
          <p:nvSpPr>
            <p:cNvPr id="278" name="Google Shape;278;p14"/>
            <p:cNvSpPr txBox="1"/>
            <p:nvPr/>
          </p:nvSpPr>
          <p:spPr>
            <a:xfrm>
              <a:off x="211959" y="8618297"/>
              <a:ext cx="31130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h)</a:t>
              </a:r>
              <a:endParaRPr/>
            </a:p>
          </p:txBody>
        </p:sp>
        <p:sp>
          <p:nvSpPr>
            <p:cNvPr id="279" name="Google Shape;279;p14"/>
            <p:cNvSpPr txBox="1"/>
            <p:nvPr/>
          </p:nvSpPr>
          <p:spPr>
            <a:xfrm>
              <a:off x="506738" y="8618297"/>
              <a:ext cx="5373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4,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86</a:t>
              </a:r>
              <a:endParaRPr/>
            </a:p>
          </p:txBody>
        </p:sp>
        <p:sp>
          <p:nvSpPr>
            <p:cNvPr id="280" name="Google Shape;280;p14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700</a:t>
              </a:r>
              <a:endParaRPr/>
            </a:p>
          </p:txBody>
        </p:sp>
      </p:grpSp>
      <p:grpSp>
        <p:nvGrpSpPr>
          <p:cNvPr id="281" name="Google Shape;281;p14"/>
          <p:cNvGrpSpPr/>
          <p:nvPr/>
        </p:nvGrpSpPr>
        <p:grpSpPr>
          <a:xfrm>
            <a:off x="2355553" y="3542451"/>
            <a:ext cx="809665" cy="606491"/>
            <a:chOff x="234401" y="8618297"/>
            <a:chExt cx="809665" cy="606491"/>
          </a:xfrm>
        </p:grpSpPr>
        <p:sp>
          <p:nvSpPr>
            <p:cNvPr id="282" name="Google Shape;282;p14"/>
            <p:cNvSpPr txBox="1"/>
            <p:nvPr/>
          </p:nvSpPr>
          <p:spPr>
            <a:xfrm>
              <a:off x="234401" y="8618297"/>
              <a:ext cx="26642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i)</a:t>
              </a:r>
              <a:endParaRPr/>
            </a:p>
          </p:txBody>
        </p:sp>
        <p:sp>
          <p:nvSpPr>
            <p:cNvPr id="283" name="Google Shape;283;p14"/>
            <p:cNvSpPr txBox="1"/>
            <p:nvPr/>
          </p:nvSpPr>
          <p:spPr>
            <a:xfrm>
              <a:off x="506739" y="8618297"/>
              <a:ext cx="5373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3,42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284" name="Google Shape;284;p14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</p:grpSp>
      <p:grpSp>
        <p:nvGrpSpPr>
          <p:cNvPr id="285" name="Google Shape;285;p14"/>
          <p:cNvGrpSpPr/>
          <p:nvPr/>
        </p:nvGrpSpPr>
        <p:grpSpPr>
          <a:xfrm>
            <a:off x="3456412" y="3542451"/>
            <a:ext cx="849740" cy="560324"/>
            <a:chOff x="233599" y="8618297"/>
            <a:chExt cx="849740" cy="560324"/>
          </a:xfrm>
        </p:grpSpPr>
        <p:sp>
          <p:nvSpPr>
            <p:cNvPr id="286" name="Google Shape;286;p14"/>
            <p:cNvSpPr txBox="1"/>
            <p:nvPr/>
          </p:nvSpPr>
          <p:spPr>
            <a:xfrm>
              <a:off x="233599" y="8618297"/>
              <a:ext cx="26802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j)</a:t>
              </a:r>
              <a:endParaRPr/>
            </a:p>
          </p:txBody>
        </p:sp>
        <p:sp>
          <p:nvSpPr>
            <p:cNvPr id="287" name="Google Shape;287;p14"/>
            <p:cNvSpPr txBox="1"/>
            <p:nvPr/>
          </p:nvSpPr>
          <p:spPr>
            <a:xfrm>
              <a:off x="467465" y="8618297"/>
              <a:ext cx="61587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,099</a:t>
              </a:r>
              <a:endParaRPr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4"/>
            <p:cNvSpPr txBox="1"/>
            <p:nvPr/>
          </p:nvSpPr>
          <p:spPr>
            <a:xfrm>
              <a:off x="564001" y="8947789"/>
              <a:ext cx="422801" cy="23083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3000</a:t>
              </a:r>
              <a:endParaRPr/>
            </a:p>
          </p:txBody>
        </p:sp>
      </p:grpSp>
      <p:grpSp>
        <p:nvGrpSpPr>
          <p:cNvPr id="289" name="Google Shape;289;p14"/>
          <p:cNvGrpSpPr/>
          <p:nvPr/>
        </p:nvGrpSpPr>
        <p:grpSpPr>
          <a:xfrm>
            <a:off x="4541242" y="3542451"/>
            <a:ext cx="866571" cy="560324"/>
            <a:chOff x="216768" y="8618297"/>
            <a:chExt cx="866571" cy="560324"/>
          </a:xfrm>
        </p:grpSpPr>
        <p:sp>
          <p:nvSpPr>
            <p:cNvPr id="290" name="Google Shape;290;p14"/>
            <p:cNvSpPr txBox="1"/>
            <p:nvPr/>
          </p:nvSpPr>
          <p:spPr>
            <a:xfrm>
              <a:off x="216768" y="8618297"/>
              <a:ext cx="30168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k)</a:t>
              </a:r>
              <a:endParaRPr/>
            </a:p>
          </p:txBody>
        </p:sp>
        <p:sp>
          <p:nvSpPr>
            <p:cNvPr id="291" name="Google Shape;291;p14"/>
            <p:cNvSpPr txBox="1"/>
            <p:nvPr/>
          </p:nvSpPr>
          <p:spPr>
            <a:xfrm>
              <a:off x="467465" y="8618297"/>
              <a:ext cx="61587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7,340</a:t>
              </a:r>
              <a:endParaRPr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4"/>
            <p:cNvSpPr txBox="1"/>
            <p:nvPr/>
          </p:nvSpPr>
          <p:spPr>
            <a:xfrm>
              <a:off x="467465" y="8947789"/>
              <a:ext cx="519337" cy="23083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900"/>
                <a:buFont typeface="Calibri"/>
                <a:buNone/>
              </a:pPr>
              <a:r>
                <a:rPr b="0" i="0" lang="en-GB" sz="9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80 000</a:t>
              </a:r>
              <a:endParaRPr/>
            </a:p>
          </p:txBody>
        </p:sp>
      </p:grpSp>
      <p:grpSp>
        <p:nvGrpSpPr>
          <p:cNvPr id="293" name="Google Shape;293;p14"/>
          <p:cNvGrpSpPr/>
          <p:nvPr/>
        </p:nvGrpSpPr>
        <p:grpSpPr>
          <a:xfrm>
            <a:off x="108149" y="4344381"/>
            <a:ext cx="893020" cy="606491"/>
            <a:chOff x="190319" y="8618297"/>
            <a:chExt cx="893020" cy="606491"/>
          </a:xfrm>
        </p:grpSpPr>
        <p:sp>
          <p:nvSpPr>
            <p:cNvPr id="294" name="Google Shape;294;p14"/>
            <p:cNvSpPr txBox="1"/>
            <p:nvPr/>
          </p:nvSpPr>
          <p:spPr>
            <a:xfrm>
              <a:off x="190319" y="8618297"/>
              <a:ext cx="35458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m)</a:t>
              </a:r>
              <a:endParaRPr/>
            </a:p>
          </p:txBody>
        </p:sp>
        <p:sp>
          <p:nvSpPr>
            <p:cNvPr id="295" name="Google Shape;295;p14"/>
            <p:cNvSpPr txBox="1"/>
            <p:nvPr/>
          </p:nvSpPr>
          <p:spPr>
            <a:xfrm>
              <a:off x="467465" y="8618297"/>
              <a:ext cx="61587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30,00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296" name="Google Shape;296;p14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</p:grpSp>
      <p:grpSp>
        <p:nvGrpSpPr>
          <p:cNvPr id="297" name="Google Shape;297;p14"/>
          <p:cNvGrpSpPr/>
          <p:nvPr/>
        </p:nvGrpSpPr>
        <p:grpSpPr>
          <a:xfrm>
            <a:off x="5640017" y="4344381"/>
            <a:ext cx="857755" cy="560324"/>
            <a:chOff x="225584" y="8618297"/>
            <a:chExt cx="857755" cy="560324"/>
          </a:xfrm>
        </p:grpSpPr>
        <p:sp>
          <p:nvSpPr>
            <p:cNvPr id="298" name="Google Shape;298;p14"/>
            <p:cNvSpPr txBox="1"/>
            <p:nvPr/>
          </p:nvSpPr>
          <p:spPr>
            <a:xfrm>
              <a:off x="225584" y="8618297"/>
              <a:ext cx="28405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r)</a:t>
              </a:r>
              <a:endParaRPr/>
            </a:p>
          </p:txBody>
        </p:sp>
        <p:sp>
          <p:nvSpPr>
            <p:cNvPr id="299" name="Google Shape;299;p14"/>
            <p:cNvSpPr txBox="1"/>
            <p:nvPr/>
          </p:nvSpPr>
          <p:spPr>
            <a:xfrm>
              <a:off x="467465" y="8618297"/>
              <a:ext cx="61587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0,502</a:t>
              </a:r>
              <a:endParaRPr/>
            </a:p>
          </p:txBody>
        </p:sp>
        <p:sp>
          <p:nvSpPr>
            <p:cNvPr id="300" name="Google Shape;300;p14"/>
            <p:cNvSpPr txBox="1"/>
            <p:nvPr/>
          </p:nvSpPr>
          <p:spPr>
            <a:xfrm>
              <a:off x="467465" y="8947789"/>
              <a:ext cx="519337" cy="23083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10 000</a:t>
              </a:r>
              <a:endParaRPr/>
            </a:p>
          </p:txBody>
        </p:sp>
      </p:grpSp>
      <p:grpSp>
        <p:nvGrpSpPr>
          <p:cNvPr id="301" name="Google Shape;301;p14"/>
          <p:cNvGrpSpPr/>
          <p:nvPr/>
        </p:nvGrpSpPr>
        <p:grpSpPr>
          <a:xfrm>
            <a:off x="1231450" y="4344381"/>
            <a:ext cx="871379" cy="560324"/>
            <a:chOff x="211959" y="8618297"/>
            <a:chExt cx="871379" cy="560324"/>
          </a:xfrm>
        </p:grpSpPr>
        <p:sp>
          <p:nvSpPr>
            <p:cNvPr id="302" name="Google Shape;302;p14"/>
            <p:cNvSpPr txBox="1"/>
            <p:nvPr/>
          </p:nvSpPr>
          <p:spPr>
            <a:xfrm>
              <a:off x="211959" y="8618297"/>
              <a:ext cx="31130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n)</a:t>
              </a:r>
              <a:endParaRPr/>
            </a:p>
          </p:txBody>
        </p:sp>
        <p:sp>
          <p:nvSpPr>
            <p:cNvPr id="303" name="Google Shape;303;p14"/>
            <p:cNvSpPr txBox="1"/>
            <p:nvPr/>
          </p:nvSpPr>
          <p:spPr>
            <a:xfrm>
              <a:off x="467464" y="8618297"/>
              <a:ext cx="61587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7,427</a:t>
              </a:r>
              <a:endParaRPr/>
            </a:p>
          </p:txBody>
        </p:sp>
        <p:sp>
          <p:nvSpPr>
            <p:cNvPr id="304" name="Google Shape;304;p14"/>
            <p:cNvSpPr txBox="1"/>
            <p:nvPr/>
          </p:nvSpPr>
          <p:spPr>
            <a:xfrm>
              <a:off x="467465" y="8947789"/>
              <a:ext cx="519338" cy="23083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900"/>
                <a:buFont typeface="Calibri"/>
                <a:buNone/>
              </a:pPr>
              <a:r>
                <a:rPr lang="en-GB" sz="9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60 </a:t>
              </a:r>
              <a:r>
                <a:rPr b="0" i="0" lang="en-GB" sz="9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000</a:t>
              </a:r>
              <a:endParaRPr/>
            </a:p>
          </p:txBody>
        </p:sp>
      </p:grpSp>
      <p:grpSp>
        <p:nvGrpSpPr>
          <p:cNvPr id="305" name="Google Shape;305;p14"/>
          <p:cNvGrpSpPr/>
          <p:nvPr/>
        </p:nvGrpSpPr>
        <p:grpSpPr>
          <a:xfrm>
            <a:off x="2332309" y="4344381"/>
            <a:ext cx="872182" cy="560324"/>
            <a:chOff x="211157" y="8618297"/>
            <a:chExt cx="872182" cy="560324"/>
          </a:xfrm>
        </p:grpSpPr>
        <p:sp>
          <p:nvSpPr>
            <p:cNvPr id="306" name="Google Shape;306;p14"/>
            <p:cNvSpPr txBox="1"/>
            <p:nvPr/>
          </p:nvSpPr>
          <p:spPr>
            <a:xfrm>
              <a:off x="211157" y="8618297"/>
              <a:ext cx="3129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o)</a:t>
              </a:r>
              <a:endParaRPr/>
            </a:p>
          </p:txBody>
        </p:sp>
        <p:sp>
          <p:nvSpPr>
            <p:cNvPr id="307" name="Google Shape;307;p14"/>
            <p:cNvSpPr txBox="1"/>
            <p:nvPr/>
          </p:nvSpPr>
          <p:spPr>
            <a:xfrm>
              <a:off x="467465" y="8618297"/>
              <a:ext cx="61587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,186</a:t>
              </a:r>
              <a:endParaRPr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4"/>
            <p:cNvSpPr txBox="1"/>
            <p:nvPr/>
          </p:nvSpPr>
          <p:spPr>
            <a:xfrm>
              <a:off x="564001" y="8947789"/>
              <a:ext cx="422801" cy="23083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900"/>
                <a:buFont typeface="Calibri"/>
                <a:buNone/>
              </a:pPr>
              <a:r>
                <a:rPr lang="en-GB" sz="9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0" i="0" lang="en-GB" sz="9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000</a:t>
              </a:r>
              <a:endParaRPr b="0" i="0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9" name="Google Shape;309;p14"/>
          <p:cNvGrpSpPr/>
          <p:nvPr/>
        </p:nvGrpSpPr>
        <p:grpSpPr>
          <a:xfrm>
            <a:off x="3434771" y="4344381"/>
            <a:ext cx="871381" cy="606491"/>
            <a:chOff x="211958" y="8618297"/>
            <a:chExt cx="871381" cy="606491"/>
          </a:xfrm>
        </p:grpSpPr>
        <p:sp>
          <p:nvSpPr>
            <p:cNvPr id="310" name="Google Shape;310;p14"/>
            <p:cNvSpPr txBox="1"/>
            <p:nvPr/>
          </p:nvSpPr>
          <p:spPr>
            <a:xfrm>
              <a:off x="211958" y="8618297"/>
              <a:ext cx="31130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p)</a:t>
              </a:r>
              <a:endParaRPr/>
            </a:p>
          </p:txBody>
        </p:sp>
        <p:sp>
          <p:nvSpPr>
            <p:cNvPr id="311" name="Google Shape;311;p14"/>
            <p:cNvSpPr txBox="1"/>
            <p:nvPr/>
          </p:nvSpPr>
          <p:spPr>
            <a:xfrm>
              <a:off x="467465" y="8618297"/>
              <a:ext cx="61587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45,0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312" name="Google Shape;312;p14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70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3" name="Google Shape;313;p14"/>
          <p:cNvGrpSpPr/>
          <p:nvPr/>
        </p:nvGrpSpPr>
        <p:grpSpPr>
          <a:xfrm>
            <a:off x="4536433" y="4344381"/>
            <a:ext cx="871380" cy="606491"/>
            <a:chOff x="211959" y="8618297"/>
            <a:chExt cx="871380" cy="606491"/>
          </a:xfrm>
        </p:grpSpPr>
        <p:sp>
          <p:nvSpPr>
            <p:cNvPr id="314" name="Google Shape;314;p14"/>
            <p:cNvSpPr txBox="1"/>
            <p:nvPr/>
          </p:nvSpPr>
          <p:spPr>
            <a:xfrm>
              <a:off x="211959" y="8618297"/>
              <a:ext cx="31130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q)</a:t>
              </a:r>
              <a:endParaRPr/>
            </a:p>
          </p:txBody>
        </p:sp>
        <p:sp>
          <p:nvSpPr>
            <p:cNvPr id="315" name="Google Shape;315;p14"/>
            <p:cNvSpPr txBox="1"/>
            <p:nvPr/>
          </p:nvSpPr>
          <p:spPr>
            <a:xfrm>
              <a:off x="467465" y="8618297"/>
              <a:ext cx="61587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76,</a:t>
              </a:r>
              <a:r>
                <a:rPr lang="en-GB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/>
            </a:p>
          </p:txBody>
        </p:sp>
        <p:sp>
          <p:nvSpPr>
            <p:cNvPr id="316" name="Google Shape;316;p14"/>
            <p:cNvSpPr txBox="1"/>
            <p:nvPr/>
          </p:nvSpPr>
          <p:spPr>
            <a:xfrm>
              <a:off x="564001" y="8947789"/>
              <a:ext cx="422801" cy="27699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900</a:t>
              </a:r>
              <a:endParaRPr/>
            </a:p>
          </p:txBody>
        </p:sp>
      </p:grpSp>
      <p:sp>
        <p:nvSpPr>
          <p:cNvPr id="317" name="Google Shape;317;p14"/>
          <p:cNvSpPr txBox="1"/>
          <p:nvPr/>
        </p:nvSpPr>
        <p:spPr>
          <a:xfrm>
            <a:off x="112027" y="7797579"/>
            <a:ext cx="10967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       12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,013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420699" y="8068398"/>
            <a:ext cx="936965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4000</a:t>
            </a:r>
            <a:endParaRPr/>
          </a:p>
        </p:txBody>
      </p:sp>
      <p:sp>
        <p:nvSpPr>
          <p:cNvPr id="319" name="Google Shape;319;p14"/>
          <p:cNvSpPr txBox="1"/>
          <p:nvPr/>
        </p:nvSpPr>
        <p:spPr>
          <a:xfrm>
            <a:off x="1484993" y="7797579"/>
            <a:ext cx="11031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       24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,101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1793236" y="8068398"/>
            <a:ext cx="935663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2000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 txBox="1"/>
          <p:nvPr/>
        </p:nvSpPr>
        <p:spPr>
          <a:xfrm>
            <a:off x="2876346" y="7797579"/>
            <a:ext cx="11240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        312,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3194651" y="8068398"/>
            <a:ext cx="966205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323" name="Google Shape;323;p14"/>
          <p:cNvSpPr txBox="1"/>
          <p:nvPr/>
        </p:nvSpPr>
        <p:spPr>
          <a:xfrm>
            <a:off x="4140957" y="7797579"/>
            <a:ext cx="11031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       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22,818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4451880" y="8068398"/>
            <a:ext cx="943795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300 000</a:t>
            </a:r>
            <a:endParaRPr/>
          </a:p>
        </p:txBody>
      </p:sp>
      <p:sp>
        <p:nvSpPr>
          <p:cNvPr id="325" name="Google Shape;325;p14"/>
          <p:cNvSpPr txBox="1"/>
          <p:nvPr/>
        </p:nvSpPr>
        <p:spPr>
          <a:xfrm>
            <a:off x="5407537" y="7797579"/>
            <a:ext cx="109998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       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02,022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5719140" y="8068398"/>
            <a:ext cx="945863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100 000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 txBox="1"/>
          <p:nvPr/>
        </p:nvSpPr>
        <p:spPr>
          <a:xfrm>
            <a:off x="112027" y="8691538"/>
            <a:ext cx="11070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        1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2,386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420699" y="8962357"/>
            <a:ext cx="936965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90 000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 txBox="1"/>
          <p:nvPr/>
        </p:nvSpPr>
        <p:spPr>
          <a:xfrm>
            <a:off x="1484993" y="8691538"/>
            <a:ext cx="11304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        219,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1793236" y="8962357"/>
            <a:ext cx="935663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331" name="Google Shape;331;p14"/>
          <p:cNvSpPr txBox="1"/>
          <p:nvPr/>
        </p:nvSpPr>
        <p:spPr>
          <a:xfrm>
            <a:off x="2876346" y="8691538"/>
            <a:ext cx="11384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         1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2,870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3194651" y="8962357"/>
            <a:ext cx="966205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90 000</a:t>
            </a:r>
            <a:endParaRPr/>
          </a:p>
        </p:txBody>
      </p:sp>
      <p:sp>
        <p:nvSpPr>
          <p:cNvPr id="333" name="Google Shape;333;p14"/>
          <p:cNvSpPr txBox="1"/>
          <p:nvPr/>
        </p:nvSpPr>
        <p:spPr>
          <a:xfrm>
            <a:off x="4140957" y="8691538"/>
            <a:ext cx="11641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         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28,107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4451880" y="8962357"/>
            <a:ext cx="943795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900 000</a:t>
            </a:r>
            <a:endParaRPr/>
          </a:p>
        </p:txBody>
      </p:sp>
      <p:sp>
        <p:nvSpPr>
          <p:cNvPr id="335" name="Google Shape;335;p14"/>
          <p:cNvSpPr txBox="1"/>
          <p:nvPr/>
        </p:nvSpPr>
        <p:spPr>
          <a:xfrm>
            <a:off x="5407537" y="8691538"/>
            <a:ext cx="109517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j)         81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,911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5719140" y="8962357"/>
            <a:ext cx="945863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000</a:t>
            </a:r>
            <a:endParaRPr/>
          </a:p>
        </p:txBody>
      </p:sp>
      <p:sp>
        <p:nvSpPr>
          <p:cNvPr id="337" name="Google Shape;337;p14"/>
          <p:cNvSpPr txBox="1"/>
          <p:nvPr/>
        </p:nvSpPr>
        <p:spPr>
          <a:xfrm>
            <a:off x="710828" y="6500198"/>
            <a:ext cx="382905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thousands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20 000</a:t>
            </a:r>
            <a:endParaRPr/>
          </a:p>
        </p:txBody>
      </p:sp>
      <p:sp>
        <p:nvSpPr>
          <p:cNvPr id="338" name="Google Shape;338;p14"/>
          <p:cNvSpPr txBox="1"/>
          <p:nvPr/>
        </p:nvSpPr>
        <p:spPr>
          <a:xfrm>
            <a:off x="2331518" y="6536961"/>
            <a:ext cx="382905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 thousands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90 000</a:t>
            </a:r>
            <a:endParaRPr/>
          </a:p>
        </p:txBody>
      </p:sp>
      <p:sp>
        <p:nvSpPr>
          <p:cNvPr id="339" name="Google Shape;339;p14"/>
          <p:cNvSpPr txBox="1"/>
          <p:nvPr/>
        </p:nvSpPr>
        <p:spPr>
          <a:xfrm>
            <a:off x="3952208" y="6536961"/>
            <a:ext cx="382905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thousands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5000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5"/>
          <p:cNvSpPr txBox="1"/>
          <p:nvPr>
            <p:ph idx="12" type="sldNum"/>
          </p:nvPr>
        </p:nvSpPr>
        <p:spPr>
          <a:xfrm>
            <a:off x="5357813" y="958012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6" name="Google Shape;346;p15"/>
          <p:cNvSpPr txBox="1"/>
          <p:nvPr/>
        </p:nvSpPr>
        <p:spPr>
          <a:xfrm>
            <a:off x="110421" y="92618"/>
            <a:ext cx="11288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         20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,861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419093" y="363437"/>
            <a:ext cx="936965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2000</a:t>
            </a:r>
            <a:endParaRPr/>
          </a:p>
        </p:txBody>
      </p:sp>
      <p:sp>
        <p:nvSpPr>
          <p:cNvPr id="348" name="Google Shape;348;p15"/>
          <p:cNvSpPr txBox="1"/>
          <p:nvPr/>
        </p:nvSpPr>
        <p:spPr>
          <a:xfrm>
            <a:off x="1483387" y="92618"/>
            <a:ext cx="109356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l)         1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2,837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1791630" y="363437"/>
            <a:ext cx="935663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90 000</a:t>
            </a:r>
            <a:endParaRPr/>
          </a:p>
        </p:txBody>
      </p:sp>
      <p:sp>
        <p:nvSpPr>
          <p:cNvPr id="350" name="Google Shape;350;p15"/>
          <p:cNvSpPr txBox="1"/>
          <p:nvPr/>
        </p:nvSpPr>
        <p:spPr>
          <a:xfrm>
            <a:off x="2874740" y="92618"/>
            <a:ext cx="11464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m)        392,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3193045" y="363437"/>
            <a:ext cx="966205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800</a:t>
            </a:r>
            <a:endParaRPr/>
          </a:p>
        </p:txBody>
      </p:sp>
      <p:sp>
        <p:nvSpPr>
          <p:cNvPr id="352" name="Google Shape;352;p15"/>
          <p:cNvSpPr txBox="1"/>
          <p:nvPr/>
        </p:nvSpPr>
        <p:spPr>
          <a:xfrm>
            <a:off x="4139351" y="92618"/>
            <a:ext cx="11384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         93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,273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4450274" y="363437"/>
            <a:ext cx="943795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8000</a:t>
            </a:r>
            <a:endParaRPr/>
          </a:p>
        </p:txBody>
      </p:sp>
      <p:sp>
        <p:nvSpPr>
          <p:cNvPr id="354" name="Google Shape;354;p15"/>
          <p:cNvSpPr txBox="1"/>
          <p:nvPr/>
        </p:nvSpPr>
        <p:spPr>
          <a:xfrm>
            <a:off x="5405931" y="92618"/>
            <a:ext cx="11400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o)         7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8,219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5717534" y="363437"/>
            <a:ext cx="945863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30 000</a:t>
            </a:r>
            <a:endParaRPr/>
          </a:p>
        </p:txBody>
      </p:sp>
      <p:sp>
        <p:nvSpPr>
          <p:cNvPr id="356" name="Google Shape;356;p15"/>
          <p:cNvSpPr txBox="1"/>
          <p:nvPr/>
        </p:nvSpPr>
        <p:spPr>
          <a:xfrm>
            <a:off x="137064" y="782468"/>
            <a:ext cx="11849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p)       1,20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,861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445736" y="1053287"/>
            <a:ext cx="936965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2000</a:t>
            </a:r>
            <a:endParaRPr/>
          </a:p>
        </p:txBody>
      </p:sp>
      <p:sp>
        <p:nvSpPr>
          <p:cNvPr id="358" name="Google Shape;358;p15"/>
          <p:cNvSpPr txBox="1"/>
          <p:nvPr/>
        </p:nvSpPr>
        <p:spPr>
          <a:xfrm>
            <a:off x="1510030" y="782468"/>
            <a:ext cx="11849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q)       1,1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2,837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1818273" y="1053287"/>
            <a:ext cx="935663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90 000</a:t>
            </a:r>
            <a:endParaRPr/>
          </a:p>
        </p:txBody>
      </p:sp>
      <p:sp>
        <p:nvSpPr>
          <p:cNvPr id="360" name="Google Shape;360;p15"/>
          <p:cNvSpPr txBox="1"/>
          <p:nvPr/>
        </p:nvSpPr>
        <p:spPr>
          <a:xfrm>
            <a:off x="2901383" y="782468"/>
            <a:ext cx="11929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r)        2,392,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3219688" y="1053287"/>
            <a:ext cx="966205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362" name="Google Shape;362;p15"/>
          <p:cNvSpPr txBox="1"/>
          <p:nvPr/>
        </p:nvSpPr>
        <p:spPr>
          <a:xfrm>
            <a:off x="4165994" y="782468"/>
            <a:ext cx="12009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s)        3,93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,273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4476917" y="1053287"/>
            <a:ext cx="943795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8000</a:t>
            </a:r>
            <a:endParaRPr/>
          </a:p>
        </p:txBody>
      </p:sp>
      <p:sp>
        <p:nvSpPr>
          <p:cNvPr id="364" name="Google Shape;364;p15"/>
          <p:cNvSpPr txBox="1"/>
          <p:nvPr/>
        </p:nvSpPr>
        <p:spPr>
          <a:xfrm>
            <a:off x="5432574" y="782468"/>
            <a:ext cx="11913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t)        4,7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8,219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5744177" y="1053287"/>
            <a:ext cx="945863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30 000</a:t>
            </a:r>
            <a:endParaRPr/>
          </a:p>
        </p:txBody>
      </p:sp>
      <p:sp>
        <p:nvSpPr>
          <p:cNvPr id="366" name="Google Shape;366;p15"/>
          <p:cNvSpPr txBox="1"/>
          <p:nvPr/>
        </p:nvSpPr>
        <p:spPr>
          <a:xfrm>
            <a:off x="76436" y="1493912"/>
            <a:ext cx="11849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u)      1,321,8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385108" y="1764731"/>
            <a:ext cx="936965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/>
          </a:p>
        </p:txBody>
      </p:sp>
      <p:sp>
        <p:nvSpPr>
          <p:cNvPr id="368" name="Google Shape;368;p15"/>
          <p:cNvSpPr txBox="1"/>
          <p:nvPr/>
        </p:nvSpPr>
        <p:spPr>
          <a:xfrm>
            <a:off x="1449402" y="1493912"/>
            <a:ext cx="11737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v)       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,182,837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1757645" y="1764731"/>
            <a:ext cx="935663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6 000 </a:t>
            </a: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000</a:t>
            </a:r>
            <a:endParaRPr/>
          </a:p>
        </p:txBody>
      </p:sp>
      <p:sp>
        <p:nvSpPr>
          <p:cNvPr id="370" name="Google Shape;370;p15"/>
          <p:cNvSpPr txBox="1"/>
          <p:nvPr/>
        </p:nvSpPr>
        <p:spPr>
          <a:xfrm>
            <a:off x="2840755" y="1493912"/>
            <a:ext cx="12506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w)       2,1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2,801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3159060" y="1764731"/>
            <a:ext cx="966205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90 000</a:t>
            </a:r>
            <a:endParaRPr/>
          </a:p>
        </p:txBody>
      </p:sp>
      <p:sp>
        <p:nvSpPr>
          <p:cNvPr id="372" name="Google Shape;372;p15"/>
          <p:cNvSpPr txBox="1"/>
          <p:nvPr/>
        </p:nvSpPr>
        <p:spPr>
          <a:xfrm>
            <a:off x="4105366" y="1493912"/>
            <a:ext cx="117211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x)       4,1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8,293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4416289" y="1764731"/>
            <a:ext cx="943795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20 000</a:t>
            </a:r>
            <a:endParaRPr/>
          </a:p>
        </p:txBody>
      </p:sp>
      <p:sp>
        <p:nvSpPr>
          <p:cNvPr id="374" name="Google Shape;374;p15"/>
          <p:cNvSpPr txBox="1"/>
          <p:nvPr/>
        </p:nvSpPr>
        <p:spPr>
          <a:xfrm>
            <a:off x="5371946" y="1493912"/>
            <a:ext cx="12089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y)        9,138,2</a:t>
            </a:r>
            <a:r>
              <a:rPr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5683549" y="1764731"/>
            <a:ext cx="945863" cy="339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376" name="Google Shape;376;p15"/>
          <p:cNvSpPr txBox="1"/>
          <p:nvPr/>
        </p:nvSpPr>
        <p:spPr>
          <a:xfrm>
            <a:off x="478957" y="2186471"/>
            <a:ext cx="59380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NB: Equivalent answers are acceptable. This format has been chosen for ease of reading under the visualiser.</a:t>
            </a:r>
            <a:endParaRPr/>
          </a:p>
        </p:txBody>
      </p:sp>
      <p:graphicFrame>
        <p:nvGraphicFramePr>
          <p:cNvPr id="377" name="Google Shape;377;p15"/>
          <p:cNvGraphicFramePr/>
          <p:nvPr/>
        </p:nvGraphicFramePr>
        <p:xfrm>
          <a:off x="174584" y="32387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{B0447999-CE35-417B-BC38-9FB97F6716EC}</a:tableStyleId>
              </a:tblPr>
              <a:tblGrid>
                <a:gridCol w="891075"/>
                <a:gridCol w="1919800"/>
                <a:gridCol w="1919800"/>
                <a:gridCol w="1919800"/>
              </a:tblGrid>
              <a:tr h="42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Using all of the following digits: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Using all of the following digits: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Using all of the following digits: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For the smallest number, write the digits in ascending order.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7, 2, 8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i) What is the greatest 3-digit number you can make?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FF0000"/>
                          </a:solidFill>
                        </a:rPr>
                        <a:t>872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ii) What is the smallest 3-digit number you can make?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FF0000"/>
                          </a:solidFill>
                        </a:rPr>
                        <a:t>278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6, 8, 2, 5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i) What is the greatest 4-digit number you can make?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FF0000"/>
                          </a:solidFill>
                        </a:rPr>
                        <a:t>8652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ii) What is the smallest 4-digit number you can make?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FF0000"/>
                          </a:solidFill>
                        </a:rPr>
                        <a:t>2568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2, 9, 8, 1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i) What is the greatest 4-digit number you can make?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FF0000"/>
                          </a:solidFill>
                        </a:rPr>
                        <a:t>9821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ii) What is the smallest 4-digit number you can make?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FF0000"/>
                          </a:solidFill>
                        </a:rPr>
                        <a:t>1289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For the greatest number, write the digits in descending order.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378" name="Google Shape;378;p15"/>
          <p:cNvSpPr txBox="1"/>
          <p:nvPr/>
        </p:nvSpPr>
        <p:spPr>
          <a:xfrm>
            <a:off x="1320035" y="299044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10 - I do…</a:t>
            </a:r>
            <a:endParaRPr/>
          </a:p>
        </p:txBody>
      </p:sp>
      <p:sp>
        <p:nvSpPr>
          <p:cNvPr id="379" name="Google Shape;379;p15"/>
          <p:cNvSpPr txBox="1"/>
          <p:nvPr/>
        </p:nvSpPr>
        <p:spPr>
          <a:xfrm>
            <a:off x="5120856" y="298362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12 –  You do…</a:t>
            </a:r>
            <a:endParaRPr/>
          </a:p>
        </p:txBody>
      </p:sp>
      <p:sp>
        <p:nvSpPr>
          <p:cNvPr id="380" name="Google Shape;380;p15"/>
          <p:cNvSpPr txBox="1"/>
          <p:nvPr/>
        </p:nvSpPr>
        <p:spPr>
          <a:xfrm>
            <a:off x="3222045" y="297104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11 – We do…</a:t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174584" y="2730707"/>
            <a:ext cx="4454010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Writing the greatest and smallest numbers given a selection of digits.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165465" y="6517178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83" name="Google Shape;383;p15"/>
          <p:cNvSpPr txBox="1"/>
          <p:nvPr/>
        </p:nvSpPr>
        <p:spPr>
          <a:xfrm>
            <a:off x="1349802" y="6549301"/>
            <a:ext cx="21836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Complete the following tasks:</a:t>
            </a:r>
            <a:endParaRPr/>
          </a:p>
        </p:txBody>
      </p:sp>
      <p:sp>
        <p:nvSpPr>
          <p:cNvPr id="384" name="Google Shape;384;p15"/>
          <p:cNvSpPr txBox="1"/>
          <p:nvPr/>
        </p:nvSpPr>
        <p:spPr>
          <a:xfrm>
            <a:off x="153566" y="6948017"/>
            <a:ext cx="214445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R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the following digits: 3, 8, 2.</a:t>
            </a:r>
            <a:endParaRPr/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romanL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greatest 3-digit number you can make?</a:t>
            </a:r>
            <a:endParaRPr/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romanL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smallest 3-digit number you can make?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 txBox="1"/>
          <p:nvPr/>
        </p:nvSpPr>
        <p:spPr>
          <a:xfrm>
            <a:off x="2322617" y="6948017"/>
            <a:ext cx="214445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     Using the following digits: 1, 9, 7.</a:t>
            </a:r>
            <a:endParaRPr/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romanL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greatest 3-digit number you can make?</a:t>
            </a:r>
            <a:endParaRPr/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romanL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smallest 3-digit number you can make?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 txBox="1"/>
          <p:nvPr/>
        </p:nvSpPr>
        <p:spPr>
          <a:xfrm>
            <a:off x="4502375" y="6948017"/>
            <a:ext cx="205435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   Using the following digits: 3, 5, 5.</a:t>
            </a:r>
            <a:endParaRPr/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romanL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greatest 3-digit number you can make?</a:t>
            </a:r>
            <a:endParaRPr/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romanL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smallest 3-digit number you can make?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193662" y="6948017"/>
            <a:ext cx="2054352" cy="277235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2348018" y="6948017"/>
            <a:ext cx="2054352" cy="277235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4502375" y="6948017"/>
            <a:ext cx="2054352" cy="277235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646502" y="8168684"/>
            <a:ext cx="423792" cy="3310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1070294" y="8168684"/>
            <a:ext cx="423792" cy="3310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1494086" y="8168684"/>
            <a:ext cx="423792" cy="3310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grpSp>
        <p:nvGrpSpPr>
          <p:cNvPr id="393" name="Google Shape;393;p15"/>
          <p:cNvGrpSpPr/>
          <p:nvPr/>
        </p:nvGrpSpPr>
        <p:grpSpPr>
          <a:xfrm>
            <a:off x="652850" y="9256341"/>
            <a:ext cx="1271376" cy="331020"/>
            <a:chOff x="695076" y="2968282"/>
            <a:chExt cx="1271376" cy="331020"/>
          </a:xfrm>
        </p:grpSpPr>
        <p:sp>
          <p:nvSpPr>
            <p:cNvPr id="394" name="Google Shape;394;p15"/>
            <p:cNvSpPr/>
            <p:nvPr/>
          </p:nvSpPr>
          <p:spPr>
            <a:xfrm>
              <a:off x="695076" y="2968282"/>
              <a:ext cx="423792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1118868" y="2968282"/>
              <a:ext cx="423792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1542660" y="2968282"/>
              <a:ext cx="423792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</p:grpSp>
      <p:grpSp>
        <p:nvGrpSpPr>
          <p:cNvPr id="397" name="Google Shape;397;p15"/>
          <p:cNvGrpSpPr/>
          <p:nvPr/>
        </p:nvGrpSpPr>
        <p:grpSpPr>
          <a:xfrm>
            <a:off x="2854200" y="8168684"/>
            <a:ext cx="1271376" cy="331020"/>
            <a:chOff x="695076" y="2968282"/>
            <a:chExt cx="1271376" cy="331020"/>
          </a:xfrm>
        </p:grpSpPr>
        <p:sp>
          <p:nvSpPr>
            <p:cNvPr id="398" name="Google Shape;398;p15"/>
            <p:cNvSpPr/>
            <p:nvPr/>
          </p:nvSpPr>
          <p:spPr>
            <a:xfrm>
              <a:off x="695076" y="2968282"/>
              <a:ext cx="423792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1118868" y="2968282"/>
              <a:ext cx="423792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1542660" y="2968282"/>
              <a:ext cx="423792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401" name="Google Shape;401;p15"/>
          <p:cNvGrpSpPr/>
          <p:nvPr/>
        </p:nvGrpSpPr>
        <p:grpSpPr>
          <a:xfrm>
            <a:off x="2854200" y="9262696"/>
            <a:ext cx="1271376" cy="331020"/>
            <a:chOff x="695076" y="2968282"/>
            <a:chExt cx="1271376" cy="331020"/>
          </a:xfrm>
        </p:grpSpPr>
        <p:sp>
          <p:nvSpPr>
            <p:cNvPr id="402" name="Google Shape;402;p15"/>
            <p:cNvSpPr/>
            <p:nvPr/>
          </p:nvSpPr>
          <p:spPr>
            <a:xfrm>
              <a:off x="695076" y="2968282"/>
              <a:ext cx="423792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1118868" y="2968282"/>
              <a:ext cx="423792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1542660" y="2968282"/>
              <a:ext cx="423792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</p:grpSp>
      <p:grpSp>
        <p:nvGrpSpPr>
          <p:cNvPr id="405" name="Google Shape;405;p15"/>
          <p:cNvGrpSpPr/>
          <p:nvPr/>
        </p:nvGrpSpPr>
        <p:grpSpPr>
          <a:xfrm>
            <a:off x="4990155" y="8168684"/>
            <a:ext cx="1271376" cy="331020"/>
            <a:chOff x="695076" y="2968282"/>
            <a:chExt cx="1271376" cy="331020"/>
          </a:xfrm>
        </p:grpSpPr>
        <p:sp>
          <p:nvSpPr>
            <p:cNvPr id="406" name="Google Shape;406;p15"/>
            <p:cNvSpPr/>
            <p:nvPr/>
          </p:nvSpPr>
          <p:spPr>
            <a:xfrm>
              <a:off x="695076" y="2968282"/>
              <a:ext cx="423792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1118868" y="2968282"/>
              <a:ext cx="423792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1542660" y="2968282"/>
              <a:ext cx="423792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409" name="Google Shape;409;p15"/>
          <p:cNvGrpSpPr/>
          <p:nvPr/>
        </p:nvGrpSpPr>
        <p:grpSpPr>
          <a:xfrm>
            <a:off x="4992978" y="9256494"/>
            <a:ext cx="1271376" cy="331020"/>
            <a:chOff x="695076" y="2968282"/>
            <a:chExt cx="1271376" cy="331020"/>
          </a:xfrm>
        </p:grpSpPr>
        <p:sp>
          <p:nvSpPr>
            <p:cNvPr id="410" name="Google Shape;410;p15"/>
            <p:cNvSpPr/>
            <p:nvPr/>
          </p:nvSpPr>
          <p:spPr>
            <a:xfrm>
              <a:off x="695076" y="2968282"/>
              <a:ext cx="423792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1118868" y="2968282"/>
              <a:ext cx="423792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1542660" y="2968282"/>
              <a:ext cx="423792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6"/>
          <p:cNvSpPr txBox="1"/>
          <p:nvPr>
            <p:ph idx="12" type="sldNum"/>
          </p:nvPr>
        </p:nvSpPr>
        <p:spPr>
          <a:xfrm>
            <a:off x="5242759" y="935841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9" name="Google Shape;419;p16"/>
          <p:cNvSpPr txBox="1"/>
          <p:nvPr/>
        </p:nvSpPr>
        <p:spPr>
          <a:xfrm>
            <a:off x="208729" y="443824"/>
            <a:ext cx="205435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R" startAt="4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the following digits: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3, 8, 2, 7.</a:t>
            </a:r>
            <a:endParaRPr/>
          </a:p>
          <a:p>
            <a:pPr indent="-2667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romanL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greatest 4-digit number you can make?</a:t>
            </a:r>
            <a:endParaRPr/>
          </a:p>
          <a:p>
            <a:pPr indent="-2667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romanL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smallest 4-digit number you can make?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 txBox="1"/>
          <p:nvPr/>
        </p:nvSpPr>
        <p:spPr>
          <a:xfrm>
            <a:off x="2330017" y="443824"/>
            <a:ext cx="205435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 Using the following digits: 1, 9, 7, 2.</a:t>
            </a:r>
            <a:endParaRPr/>
          </a:p>
          <a:p>
            <a:pPr indent="-2667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romanL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greatest 4-digit number you can make?</a:t>
            </a:r>
            <a:endParaRPr/>
          </a:p>
          <a:p>
            <a:pPr indent="-2667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romanL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smallest 4-digit number you can make?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 txBox="1"/>
          <p:nvPr/>
        </p:nvSpPr>
        <p:spPr>
          <a:xfrm>
            <a:off x="4484374" y="443824"/>
            <a:ext cx="205435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  Using the following digits: 3, 5, 5, 8.</a:t>
            </a:r>
            <a:endParaRPr/>
          </a:p>
          <a:p>
            <a:pPr indent="-2667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romanL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greatest 4-digit number you can make?</a:t>
            </a:r>
            <a:endParaRPr/>
          </a:p>
          <a:p>
            <a:pPr indent="-2667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romanL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smallest 4-digit number you can make?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175661" y="443824"/>
            <a:ext cx="2054352" cy="277235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2330017" y="443824"/>
            <a:ext cx="2054352" cy="277235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4484374" y="443824"/>
            <a:ext cx="2054352" cy="277235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5" name="Google Shape;425;p16"/>
          <p:cNvGrpSpPr/>
          <p:nvPr/>
        </p:nvGrpSpPr>
        <p:grpSpPr>
          <a:xfrm>
            <a:off x="449114" y="1664417"/>
            <a:ext cx="1687157" cy="331168"/>
            <a:chOff x="410508" y="8150628"/>
            <a:chExt cx="1687157" cy="331168"/>
          </a:xfrm>
        </p:grpSpPr>
        <p:sp>
          <p:nvSpPr>
            <p:cNvPr id="426" name="Google Shape;426;p16"/>
            <p:cNvSpPr/>
            <p:nvPr/>
          </p:nvSpPr>
          <p:spPr>
            <a:xfrm>
              <a:off x="1673873" y="8150776"/>
              <a:ext cx="423792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grpSp>
          <p:nvGrpSpPr>
            <p:cNvPr id="427" name="Google Shape;427;p16"/>
            <p:cNvGrpSpPr/>
            <p:nvPr/>
          </p:nvGrpSpPr>
          <p:grpSpPr>
            <a:xfrm>
              <a:off x="410508" y="8150628"/>
              <a:ext cx="1271376" cy="331020"/>
              <a:chOff x="695076" y="2968282"/>
              <a:chExt cx="1271376" cy="331020"/>
            </a:xfrm>
          </p:grpSpPr>
          <p:sp>
            <p:nvSpPr>
              <p:cNvPr id="428" name="Google Shape;428;p16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</a:t>
                </a:r>
                <a:endParaRPr/>
              </a:p>
            </p:txBody>
          </p:sp>
          <p:sp>
            <p:nvSpPr>
              <p:cNvPr id="429" name="Google Shape;429;p16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/>
              </a:p>
            </p:txBody>
          </p:sp>
          <p:sp>
            <p:nvSpPr>
              <p:cNvPr id="430" name="Google Shape;430;p16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grpSp>
        <p:nvGrpSpPr>
          <p:cNvPr id="431" name="Google Shape;431;p16"/>
          <p:cNvGrpSpPr/>
          <p:nvPr/>
        </p:nvGrpSpPr>
        <p:grpSpPr>
          <a:xfrm>
            <a:off x="449114" y="2752148"/>
            <a:ext cx="1687157" cy="331168"/>
            <a:chOff x="410508" y="8150628"/>
            <a:chExt cx="1687157" cy="331168"/>
          </a:xfrm>
        </p:grpSpPr>
        <p:sp>
          <p:nvSpPr>
            <p:cNvPr id="432" name="Google Shape;432;p16"/>
            <p:cNvSpPr/>
            <p:nvPr/>
          </p:nvSpPr>
          <p:spPr>
            <a:xfrm>
              <a:off x="1673873" y="8150776"/>
              <a:ext cx="423792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grpSp>
          <p:nvGrpSpPr>
            <p:cNvPr id="433" name="Google Shape;433;p16"/>
            <p:cNvGrpSpPr/>
            <p:nvPr/>
          </p:nvGrpSpPr>
          <p:grpSpPr>
            <a:xfrm>
              <a:off x="410508" y="8150628"/>
              <a:ext cx="1271376" cy="331020"/>
              <a:chOff x="695076" y="2968282"/>
              <a:chExt cx="1271376" cy="331020"/>
            </a:xfrm>
          </p:grpSpPr>
          <p:sp>
            <p:nvSpPr>
              <p:cNvPr id="434" name="Google Shape;434;p16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  <p:sp>
            <p:nvSpPr>
              <p:cNvPr id="435" name="Google Shape;435;p16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  <p:sp>
            <p:nvSpPr>
              <p:cNvPr id="436" name="Google Shape;436;p16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/>
              </a:p>
            </p:txBody>
          </p:sp>
        </p:grpSp>
      </p:grpSp>
      <p:grpSp>
        <p:nvGrpSpPr>
          <p:cNvPr id="437" name="Google Shape;437;p16"/>
          <p:cNvGrpSpPr/>
          <p:nvPr/>
        </p:nvGrpSpPr>
        <p:grpSpPr>
          <a:xfrm>
            <a:off x="2567114" y="1664417"/>
            <a:ext cx="1687157" cy="331168"/>
            <a:chOff x="410508" y="8150628"/>
            <a:chExt cx="1687157" cy="331168"/>
          </a:xfrm>
        </p:grpSpPr>
        <p:sp>
          <p:nvSpPr>
            <p:cNvPr id="438" name="Google Shape;438;p16"/>
            <p:cNvSpPr/>
            <p:nvPr/>
          </p:nvSpPr>
          <p:spPr>
            <a:xfrm>
              <a:off x="1673873" y="8150776"/>
              <a:ext cx="423792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grpSp>
          <p:nvGrpSpPr>
            <p:cNvPr id="439" name="Google Shape;439;p16"/>
            <p:cNvGrpSpPr/>
            <p:nvPr/>
          </p:nvGrpSpPr>
          <p:grpSpPr>
            <a:xfrm>
              <a:off x="410508" y="8150628"/>
              <a:ext cx="1271376" cy="331020"/>
              <a:chOff x="695076" y="2968282"/>
              <a:chExt cx="1271376" cy="331020"/>
            </a:xfrm>
          </p:grpSpPr>
          <p:sp>
            <p:nvSpPr>
              <p:cNvPr id="440" name="Google Shape;440;p16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9</a:t>
                </a:r>
                <a:endParaRPr/>
              </a:p>
            </p:txBody>
          </p:sp>
          <p:sp>
            <p:nvSpPr>
              <p:cNvPr id="441" name="Google Shape;441;p16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/>
              </a:p>
            </p:txBody>
          </p:sp>
          <p:sp>
            <p:nvSpPr>
              <p:cNvPr id="442" name="Google Shape;442;p16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443" name="Google Shape;443;p16"/>
          <p:cNvGrpSpPr/>
          <p:nvPr/>
        </p:nvGrpSpPr>
        <p:grpSpPr>
          <a:xfrm>
            <a:off x="2567114" y="2752148"/>
            <a:ext cx="1687157" cy="331168"/>
            <a:chOff x="410508" y="8150628"/>
            <a:chExt cx="1687157" cy="331168"/>
          </a:xfrm>
        </p:grpSpPr>
        <p:sp>
          <p:nvSpPr>
            <p:cNvPr id="444" name="Google Shape;444;p16"/>
            <p:cNvSpPr/>
            <p:nvPr/>
          </p:nvSpPr>
          <p:spPr>
            <a:xfrm>
              <a:off x="1673873" y="8150776"/>
              <a:ext cx="423792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grpSp>
          <p:nvGrpSpPr>
            <p:cNvPr id="445" name="Google Shape;445;p16"/>
            <p:cNvGrpSpPr/>
            <p:nvPr/>
          </p:nvGrpSpPr>
          <p:grpSpPr>
            <a:xfrm>
              <a:off x="410508" y="8150628"/>
              <a:ext cx="1271376" cy="331020"/>
              <a:chOff x="695076" y="2968282"/>
              <a:chExt cx="1271376" cy="331020"/>
            </a:xfrm>
          </p:grpSpPr>
          <p:sp>
            <p:nvSpPr>
              <p:cNvPr id="446" name="Google Shape;446;p16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  <p:sp>
            <p:nvSpPr>
              <p:cNvPr id="447" name="Google Shape;447;p16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  <p:sp>
            <p:nvSpPr>
              <p:cNvPr id="448" name="Google Shape;448;p16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/>
              </a:p>
            </p:txBody>
          </p:sp>
        </p:grpSp>
      </p:grpSp>
      <p:grpSp>
        <p:nvGrpSpPr>
          <p:cNvPr id="449" name="Google Shape;449;p16"/>
          <p:cNvGrpSpPr/>
          <p:nvPr/>
        </p:nvGrpSpPr>
        <p:grpSpPr>
          <a:xfrm>
            <a:off x="4723750" y="1664417"/>
            <a:ext cx="1687157" cy="331168"/>
            <a:chOff x="410508" y="8150628"/>
            <a:chExt cx="1687157" cy="331168"/>
          </a:xfrm>
        </p:grpSpPr>
        <p:sp>
          <p:nvSpPr>
            <p:cNvPr id="450" name="Google Shape;450;p16"/>
            <p:cNvSpPr/>
            <p:nvPr/>
          </p:nvSpPr>
          <p:spPr>
            <a:xfrm>
              <a:off x="1673873" y="8150776"/>
              <a:ext cx="423792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grpSp>
          <p:nvGrpSpPr>
            <p:cNvPr id="451" name="Google Shape;451;p16"/>
            <p:cNvGrpSpPr/>
            <p:nvPr/>
          </p:nvGrpSpPr>
          <p:grpSpPr>
            <a:xfrm>
              <a:off x="410508" y="8150628"/>
              <a:ext cx="1271376" cy="331020"/>
              <a:chOff x="695076" y="2968282"/>
              <a:chExt cx="1271376" cy="331020"/>
            </a:xfrm>
          </p:grpSpPr>
          <p:sp>
            <p:nvSpPr>
              <p:cNvPr id="452" name="Google Shape;452;p16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</a:t>
                </a:r>
                <a:endParaRPr/>
              </a:p>
            </p:txBody>
          </p:sp>
          <p:sp>
            <p:nvSpPr>
              <p:cNvPr id="453" name="Google Shape;453;p16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/>
              </a:p>
            </p:txBody>
          </p:sp>
          <p:sp>
            <p:nvSpPr>
              <p:cNvPr id="454" name="Google Shape;454;p16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/>
              </a:p>
            </p:txBody>
          </p:sp>
        </p:grpSp>
      </p:grpSp>
      <p:grpSp>
        <p:nvGrpSpPr>
          <p:cNvPr id="455" name="Google Shape;455;p16"/>
          <p:cNvGrpSpPr/>
          <p:nvPr/>
        </p:nvGrpSpPr>
        <p:grpSpPr>
          <a:xfrm>
            <a:off x="4723750" y="2752148"/>
            <a:ext cx="1687157" cy="331168"/>
            <a:chOff x="410508" y="8150628"/>
            <a:chExt cx="1687157" cy="331168"/>
          </a:xfrm>
        </p:grpSpPr>
        <p:sp>
          <p:nvSpPr>
            <p:cNvPr id="456" name="Google Shape;456;p16"/>
            <p:cNvSpPr/>
            <p:nvPr/>
          </p:nvSpPr>
          <p:spPr>
            <a:xfrm>
              <a:off x="1673873" y="8150776"/>
              <a:ext cx="423792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grpSp>
          <p:nvGrpSpPr>
            <p:cNvPr id="457" name="Google Shape;457;p16"/>
            <p:cNvGrpSpPr/>
            <p:nvPr/>
          </p:nvGrpSpPr>
          <p:grpSpPr>
            <a:xfrm>
              <a:off x="410508" y="8150628"/>
              <a:ext cx="1271376" cy="331020"/>
              <a:chOff x="695076" y="2968282"/>
              <a:chExt cx="1271376" cy="331020"/>
            </a:xfrm>
          </p:grpSpPr>
          <p:sp>
            <p:nvSpPr>
              <p:cNvPr id="458" name="Google Shape;458;p16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  <p:sp>
            <p:nvSpPr>
              <p:cNvPr id="459" name="Google Shape;459;p16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/>
              </a:p>
            </p:txBody>
          </p:sp>
          <p:sp>
            <p:nvSpPr>
              <p:cNvPr id="460" name="Google Shape;460;p16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/>
              </a:p>
            </p:txBody>
          </p:sp>
        </p:grpSp>
      </p:grpSp>
      <p:sp>
        <p:nvSpPr>
          <p:cNvPr id="461" name="Google Shape;461;p16"/>
          <p:cNvSpPr txBox="1"/>
          <p:nvPr/>
        </p:nvSpPr>
        <p:spPr>
          <a:xfrm>
            <a:off x="195537" y="3428782"/>
            <a:ext cx="193392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Using the following digits: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1, 5, 8, 2, 5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 What is the greatest 5-digit number you can make?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ii. What is the smallest 5-digit number you can make?</a:t>
            </a:r>
            <a:endParaRPr/>
          </a:p>
        </p:txBody>
      </p:sp>
      <p:sp>
        <p:nvSpPr>
          <p:cNvPr id="462" name="Google Shape;462;p16"/>
          <p:cNvSpPr txBox="1"/>
          <p:nvPr/>
        </p:nvSpPr>
        <p:spPr>
          <a:xfrm>
            <a:off x="2437505" y="3411288"/>
            <a:ext cx="195878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 Using the following digits: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4, 7, 2, 9, 3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 What is the greatest 5-digit number you can make?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ii. What is the smallest 5-digit number you can make?</a:t>
            </a:r>
            <a:endParaRPr/>
          </a:p>
        </p:txBody>
      </p:sp>
      <p:sp>
        <p:nvSpPr>
          <p:cNvPr id="463" name="Google Shape;463;p16"/>
          <p:cNvSpPr txBox="1"/>
          <p:nvPr/>
        </p:nvSpPr>
        <p:spPr>
          <a:xfrm>
            <a:off x="4674707" y="3394778"/>
            <a:ext cx="193392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Using the following digits: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9, 4, 6, 2, 8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 What is the greatest 5-digit number you can make?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ii. What is the smallest 5-digit number you can make?</a:t>
            </a:r>
            <a:endParaRPr/>
          </a:p>
        </p:txBody>
      </p:sp>
      <p:grpSp>
        <p:nvGrpSpPr>
          <p:cNvPr id="464" name="Google Shape;464;p16"/>
          <p:cNvGrpSpPr/>
          <p:nvPr/>
        </p:nvGrpSpPr>
        <p:grpSpPr>
          <a:xfrm>
            <a:off x="208217" y="4663770"/>
            <a:ext cx="1945132" cy="496530"/>
            <a:chOff x="285890" y="7980192"/>
            <a:chExt cx="1945132" cy="331020"/>
          </a:xfrm>
        </p:grpSpPr>
        <p:grpSp>
          <p:nvGrpSpPr>
            <p:cNvPr id="465" name="Google Shape;465;p16"/>
            <p:cNvGrpSpPr/>
            <p:nvPr/>
          </p:nvGrpSpPr>
          <p:grpSpPr>
            <a:xfrm>
              <a:off x="285890" y="7980192"/>
              <a:ext cx="1172070" cy="331020"/>
              <a:chOff x="695076" y="2968282"/>
              <a:chExt cx="1271376" cy="331020"/>
            </a:xfrm>
          </p:grpSpPr>
          <p:sp>
            <p:nvSpPr>
              <p:cNvPr id="466" name="Google Shape;466;p16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</a:t>
                </a:r>
                <a:endParaRPr/>
              </a:p>
            </p:txBody>
          </p:sp>
          <p:sp>
            <p:nvSpPr>
              <p:cNvPr id="467" name="Google Shape;467;p16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/>
              </a:p>
            </p:txBody>
          </p:sp>
          <p:sp>
            <p:nvSpPr>
              <p:cNvPr id="468" name="Google Shape;468;p16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/>
              </a:p>
            </p:txBody>
          </p:sp>
        </p:grpSp>
        <p:sp>
          <p:nvSpPr>
            <p:cNvPr id="469" name="Google Shape;469;p16"/>
            <p:cNvSpPr/>
            <p:nvPr/>
          </p:nvSpPr>
          <p:spPr>
            <a:xfrm>
              <a:off x="1457960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1840332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471" name="Google Shape;471;p16"/>
          <p:cNvSpPr/>
          <p:nvPr/>
        </p:nvSpPr>
        <p:spPr>
          <a:xfrm>
            <a:off x="142097" y="3428782"/>
            <a:ext cx="2090900" cy="300067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2366473" y="3428782"/>
            <a:ext cx="2090900" cy="300067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4593850" y="3428782"/>
            <a:ext cx="2090900" cy="300067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 txBox="1"/>
          <p:nvPr/>
        </p:nvSpPr>
        <p:spPr>
          <a:xfrm>
            <a:off x="195537" y="6509219"/>
            <a:ext cx="193392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j) Using the following digits: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5, 8, 2, 3, 0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 What is the greatest 5-digit number you can make?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ii. What is the smallest 5-digit number you can make?</a:t>
            </a:r>
            <a:endParaRPr/>
          </a:p>
        </p:txBody>
      </p:sp>
      <p:sp>
        <p:nvSpPr>
          <p:cNvPr id="475" name="Google Shape;475;p16"/>
          <p:cNvSpPr txBox="1"/>
          <p:nvPr/>
        </p:nvSpPr>
        <p:spPr>
          <a:xfrm>
            <a:off x="2462359" y="6491725"/>
            <a:ext cx="193392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 Using the following digits: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2, 6, 9, 2, 5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 What is the greatest 5-digit number you can make?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ii. What is the smallest 5-digit number you can make?</a:t>
            </a:r>
            <a:endParaRPr/>
          </a:p>
        </p:txBody>
      </p:sp>
      <p:sp>
        <p:nvSpPr>
          <p:cNvPr id="476" name="Google Shape;476;p16"/>
          <p:cNvSpPr txBox="1"/>
          <p:nvPr/>
        </p:nvSpPr>
        <p:spPr>
          <a:xfrm>
            <a:off x="4674707" y="6475215"/>
            <a:ext cx="193392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l) Using the following digits: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7, 9, 3, 2, 1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 What is the greatest 5-digit number you can make?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ii. What is the smallest 5-digit number you can make?</a:t>
            </a:r>
            <a:endParaRPr/>
          </a:p>
        </p:txBody>
      </p:sp>
      <p:sp>
        <p:nvSpPr>
          <p:cNvPr id="477" name="Google Shape;477;p16"/>
          <p:cNvSpPr/>
          <p:nvPr/>
        </p:nvSpPr>
        <p:spPr>
          <a:xfrm>
            <a:off x="142097" y="6509219"/>
            <a:ext cx="2090900" cy="300067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2366473" y="6509219"/>
            <a:ext cx="2090900" cy="300067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4593850" y="6509219"/>
            <a:ext cx="2090900" cy="300067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0" name="Google Shape;480;p16"/>
          <p:cNvGrpSpPr/>
          <p:nvPr/>
        </p:nvGrpSpPr>
        <p:grpSpPr>
          <a:xfrm>
            <a:off x="184331" y="5812313"/>
            <a:ext cx="1945132" cy="496530"/>
            <a:chOff x="285890" y="7980192"/>
            <a:chExt cx="1945132" cy="331020"/>
          </a:xfrm>
        </p:grpSpPr>
        <p:grpSp>
          <p:nvGrpSpPr>
            <p:cNvPr id="481" name="Google Shape;481;p16"/>
            <p:cNvGrpSpPr/>
            <p:nvPr/>
          </p:nvGrpSpPr>
          <p:grpSpPr>
            <a:xfrm>
              <a:off x="285890" y="7980192"/>
              <a:ext cx="1172070" cy="331020"/>
              <a:chOff x="695076" y="2968282"/>
              <a:chExt cx="1271376" cy="331020"/>
            </a:xfrm>
          </p:grpSpPr>
          <p:sp>
            <p:nvSpPr>
              <p:cNvPr id="482" name="Google Shape;482;p16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  <p:sp>
            <p:nvSpPr>
              <p:cNvPr id="483" name="Google Shape;483;p16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  <p:sp>
            <p:nvSpPr>
              <p:cNvPr id="484" name="Google Shape;484;p16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/>
              </a:p>
            </p:txBody>
          </p:sp>
        </p:grpSp>
        <p:sp>
          <p:nvSpPr>
            <p:cNvPr id="485" name="Google Shape;485;p16"/>
            <p:cNvSpPr/>
            <p:nvPr/>
          </p:nvSpPr>
          <p:spPr>
            <a:xfrm>
              <a:off x="1457960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>
              <a:off x="1840332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</p:grpSp>
      <p:grpSp>
        <p:nvGrpSpPr>
          <p:cNvPr id="487" name="Google Shape;487;p16"/>
          <p:cNvGrpSpPr/>
          <p:nvPr/>
        </p:nvGrpSpPr>
        <p:grpSpPr>
          <a:xfrm>
            <a:off x="2461681" y="4680856"/>
            <a:ext cx="1945132" cy="496530"/>
            <a:chOff x="285890" y="7980192"/>
            <a:chExt cx="1945132" cy="331020"/>
          </a:xfrm>
        </p:grpSpPr>
        <p:grpSp>
          <p:nvGrpSpPr>
            <p:cNvPr id="488" name="Google Shape;488;p16"/>
            <p:cNvGrpSpPr/>
            <p:nvPr/>
          </p:nvGrpSpPr>
          <p:grpSpPr>
            <a:xfrm>
              <a:off x="285890" y="7980192"/>
              <a:ext cx="1172070" cy="331020"/>
              <a:chOff x="695076" y="2968282"/>
              <a:chExt cx="1271376" cy="331020"/>
            </a:xfrm>
          </p:grpSpPr>
          <p:sp>
            <p:nvSpPr>
              <p:cNvPr id="489" name="Google Shape;489;p16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9</a:t>
                </a:r>
                <a:endParaRPr/>
              </a:p>
            </p:txBody>
          </p:sp>
          <p:sp>
            <p:nvSpPr>
              <p:cNvPr id="490" name="Google Shape;490;p16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/>
              </a:p>
            </p:txBody>
          </p:sp>
          <p:sp>
            <p:nvSpPr>
              <p:cNvPr id="491" name="Google Shape;491;p16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</p:grpSp>
        <p:sp>
          <p:nvSpPr>
            <p:cNvPr id="492" name="Google Shape;492;p16"/>
            <p:cNvSpPr/>
            <p:nvPr/>
          </p:nvSpPr>
          <p:spPr>
            <a:xfrm>
              <a:off x="1457960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>
              <a:off x="1840332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494" name="Google Shape;494;p16"/>
          <p:cNvGrpSpPr/>
          <p:nvPr/>
        </p:nvGrpSpPr>
        <p:grpSpPr>
          <a:xfrm>
            <a:off x="2461681" y="5812313"/>
            <a:ext cx="1945132" cy="496530"/>
            <a:chOff x="285890" y="7980192"/>
            <a:chExt cx="1945132" cy="331020"/>
          </a:xfrm>
        </p:grpSpPr>
        <p:grpSp>
          <p:nvGrpSpPr>
            <p:cNvPr id="495" name="Google Shape;495;p16"/>
            <p:cNvGrpSpPr/>
            <p:nvPr/>
          </p:nvGrpSpPr>
          <p:grpSpPr>
            <a:xfrm>
              <a:off x="285890" y="7980192"/>
              <a:ext cx="1172070" cy="331020"/>
              <a:chOff x="695076" y="2968282"/>
              <a:chExt cx="1271376" cy="331020"/>
            </a:xfrm>
          </p:grpSpPr>
          <p:sp>
            <p:nvSpPr>
              <p:cNvPr id="496" name="Google Shape;496;p16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  <p:sp>
            <p:nvSpPr>
              <p:cNvPr id="497" name="Google Shape;497;p16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  <p:sp>
            <p:nvSpPr>
              <p:cNvPr id="498" name="Google Shape;498;p16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</p:grpSp>
        <p:sp>
          <p:nvSpPr>
            <p:cNvPr id="499" name="Google Shape;499;p16"/>
            <p:cNvSpPr/>
            <p:nvPr/>
          </p:nvSpPr>
          <p:spPr>
            <a:xfrm>
              <a:off x="1457960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>
              <a:off x="1840332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</p:grpSp>
      <p:grpSp>
        <p:nvGrpSpPr>
          <p:cNvPr id="501" name="Google Shape;501;p16"/>
          <p:cNvGrpSpPr/>
          <p:nvPr/>
        </p:nvGrpSpPr>
        <p:grpSpPr>
          <a:xfrm>
            <a:off x="4701560" y="4680856"/>
            <a:ext cx="1945132" cy="496530"/>
            <a:chOff x="285890" y="7980192"/>
            <a:chExt cx="1945132" cy="331020"/>
          </a:xfrm>
        </p:grpSpPr>
        <p:grpSp>
          <p:nvGrpSpPr>
            <p:cNvPr id="502" name="Google Shape;502;p16"/>
            <p:cNvGrpSpPr/>
            <p:nvPr/>
          </p:nvGrpSpPr>
          <p:grpSpPr>
            <a:xfrm>
              <a:off x="285890" y="7980192"/>
              <a:ext cx="1172070" cy="331020"/>
              <a:chOff x="695076" y="2968282"/>
              <a:chExt cx="1271376" cy="331020"/>
            </a:xfrm>
          </p:grpSpPr>
          <p:sp>
            <p:nvSpPr>
              <p:cNvPr id="503" name="Google Shape;503;p16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9</a:t>
                </a:r>
                <a:endParaRPr/>
              </a:p>
            </p:txBody>
          </p:sp>
          <p:sp>
            <p:nvSpPr>
              <p:cNvPr id="504" name="Google Shape;504;p16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</a:t>
                </a:r>
                <a:endParaRPr/>
              </a:p>
            </p:txBody>
          </p:sp>
          <p:sp>
            <p:nvSpPr>
              <p:cNvPr id="505" name="Google Shape;505;p16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endParaRPr/>
              </a:p>
            </p:txBody>
          </p:sp>
        </p:grpSp>
        <p:sp>
          <p:nvSpPr>
            <p:cNvPr id="506" name="Google Shape;506;p16"/>
            <p:cNvSpPr/>
            <p:nvPr/>
          </p:nvSpPr>
          <p:spPr>
            <a:xfrm>
              <a:off x="1457960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>
              <a:off x="1840332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508" name="Google Shape;508;p16"/>
          <p:cNvGrpSpPr/>
          <p:nvPr/>
        </p:nvGrpSpPr>
        <p:grpSpPr>
          <a:xfrm>
            <a:off x="4649853" y="5812313"/>
            <a:ext cx="1945132" cy="496530"/>
            <a:chOff x="285890" y="7980192"/>
            <a:chExt cx="1945132" cy="331020"/>
          </a:xfrm>
        </p:grpSpPr>
        <p:grpSp>
          <p:nvGrpSpPr>
            <p:cNvPr id="509" name="Google Shape;509;p16"/>
            <p:cNvGrpSpPr/>
            <p:nvPr/>
          </p:nvGrpSpPr>
          <p:grpSpPr>
            <a:xfrm>
              <a:off x="285890" y="7980192"/>
              <a:ext cx="1172070" cy="331020"/>
              <a:chOff x="695076" y="2968282"/>
              <a:chExt cx="1271376" cy="331020"/>
            </a:xfrm>
          </p:grpSpPr>
          <p:sp>
            <p:nvSpPr>
              <p:cNvPr id="510" name="Google Shape;510;p16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  <p:sp>
            <p:nvSpPr>
              <p:cNvPr id="511" name="Google Shape;511;p16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  <p:sp>
            <p:nvSpPr>
              <p:cNvPr id="512" name="Google Shape;512;p16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endParaRPr/>
              </a:p>
            </p:txBody>
          </p:sp>
        </p:grpSp>
        <p:sp>
          <p:nvSpPr>
            <p:cNvPr id="513" name="Google Shape;513;p16"/>
            <p:cNvSpPr/>
            <p:nvPr/>
          </p:nvSpPr>
          <p:spPr>
            <a:xfrm>
              <a:off x="1457960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1840332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</p:grpSp>
      <p:grpSp>
        <p:nvGrpSpPr>
          <p:cNvPr id="515" name="Google Shape;515;p16"/>
          <p:cNvGrpSpPr/>
          <p:nvPr/>
        </p:nvGrpSpPr>
        <p:grpSpPr>
          <a:xfrm>
            <a:off x="195536" y="7694658"/>
            <a:ext cx="1945132" cy="496530"/>
            <a:chOff x="285890" y="7980192"/>
            <a:chExt cx="1945132" cy="331020"/>
          </a:xfrm>
        </p:grpSpPr>
        <p:grpSp>
          <p:nvGrpSpPr>
            <p:cNvPr id="516" name="Google Shape;516;p16"/>
            <p:cNvGrpSpPr/>
            <p:nvPr/>
          </p:nvGrpSpPr>
          <p:grpSpPr>
            <a:xfrm>
              <a:off x="285890" y="7980192"/>
              <a:ext cx="1172070" cy="331020"/>
              <a:chOff x="695076" y="2968282"/>
              <a:chExt cx="1271376" cy="331020"/>
            </a:xfrm>
          </p:grpSpPr>
          <p:sp>
            <p:nvSpPr>
              <p:cNvPr id="517" name="Google Shape;517;p16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</a:t>
                </a:r>
                <a:endParaRPr/>
              </a:p>
            </p:txBody>
          </p:sp>
          <p:sp>
            <p:nvSpPr>
              <p:cNvPr id="518" name="Google Shape;518;p16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/>
              </a:p>
            </p:txBody>
          </p:sp>
          <p:sp>
            <p:nvSpPr>
              <p:cNvPr id="519" name="Google Shape;519;p16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  <p:sp>
          <p:nvSpPr>
            <p:cNvPr id="520" name="Google Shape;520;p16"/>
            <p:cNvSpPr/>
            <p:nvPr/>
          </p:nvSpPr>
          <p:spPr>
            <a:xfrm>
              <a:off x="1457960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>
              <a:off x="1840332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</p:grpSp>
      <p:grpSp>
        <p:nvGrpSpPr>
          <p:cNvPr id="522" name="Google Shape;522;p16"/>
          <p:cNvGrpSpPr/>
          <p:nvPr/>
        </p:nvGrpSpPr>
        <p:grpSpPr>
          <a:xfrm>
            <a:off x="171650" y="8843201"/>
            <a:ext cx="1945132" cy="496530"/>
            <a:chOff x="285890" y="7980192"/>
            <a:chExt cx="1945132" cy="331020"/>
          </a:xfrm>
        </p:grpSpPr>
        <p:grpSp>
          <p:nvGrpSpPr>
            <p:cNvPr id="523" name="Google Shape;523;p16"/>
            <p:cNvGrpSpPr/>
            <p:nvPr/>
          </p:nvGrpSpPr>
          <p:grpSpPr>
            <a:xfrm>
              <a:off x="285890" y="7980192"/>
              <a:ext cx="1172070" cy="331020"/>
              <a:chOff x="695076" y="2968282"/>
              <a:chExt cx="1271376" cy="331020"/>
            </a:xfrm>
          </p:grpSpPr>
          <p:sp>
            <p:nvSpPr>
              <p:cNvPr id="524" name="Google Shape;524;p16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  <p:sp>
            <p:nvSpPr>
              <p:cNvPr id="525" name="Google Shape;525;p16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526" name="Google Shape;526;p16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  <p:sp>
          <p:nvSpPr>
            <p:cNvPr id="527" name="Google Shape;527;p16"/>
            <p:cNvSpPr/>
            <p:nvPr/>
          </p:nvSpPr>
          <p:spPr>
            <a:xfrm>
              <a:off x="1457960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1840332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</p:grpSp>
      <p:grpSp>
        <p:nvGrpSpPr>
          <p:cNvPr id="529" name="Google Shape;529;p16"/>
          <p:cNvGrpSpPr/>
          <p:nvPr/>
        </p:nvGrpSpPr>
        <p:grpSpPr>
          <a:xfrm>
            <a:off x="2449000" y="7711744"/>
            <a:ext cx="1945132" cy="496530"/>
            <a:chOff x="285890" y="7980192"/>
            <a:chExt cx="1945132" cy="331020"/>
          </a:xfrm>
        </p:grpSpPr>
        <p:grpSp>
          <p:nvGrpSpPr>
            <p:cNvPr id="530" name="Google Shape;530;p16"/>
            <p:cNvGrpSpPr/>
            <p:nvPr/>
          </p:nvGrpSpPr>
          <p:grpSpPr>
            <a:xfrm>
              <a:off x="285890" y="7980192"/>
              <a:ext cx="1172070" cy="331020"/>
              <a:chOff x="695076" y="2968282"/>
              <a:chExt cx="1271376" cy="331020"/>
            </a:xfrm>
          </p:grpSpPr>
          <p:sp>
            <p:nvSpPr>
              <p:cNvPr id="531" name="Google Shape;531;p16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9</a:t>
                </a:r>
                <a:endParaRPr/>
              </a:p>
            </p:txBody>
          </p:sp>
          <p:sp>
            <p:nvSpPr>
              <p:cNvPr id="532" name="Google Shape;532;p16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endParaRPr/>
              </a:p>
            </p:txBody>
          </p:sp>
          <p:sp>
            <p:nvSpPr>
              <p:cNvPr id="533" name="Google Shape;533;p16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/>
              </a:p>
            </p:txBody>
          </p:sp>
        </p:grpSp>
        <p:sp>
          <p:nvSpPr>
            <p:cNvPr id="534" name="Google Shape;534;p16"/>
            <p:cNvSpPr/>
            <p:nvPr/>
          </p:nvSpPr>
          <p:spPr>
            <a:xfrm>
              <a:off x="1457960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1840332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536" name="Google Shape;536;p16"/>
          <p:cNvGrpSpPr/>
          <p:nvPr/>
        </p:nvGrpSpPr>
        <p:grpSpPr>
          <a:xfrm>
            <a:off x="2449000" y="8843201"/>
            <a:ext cx="1945132" cy="496530"/>
            <a:chOff x="285890" y="7980192"/>
            <a:chExt cx="1945132" cy="331020"/>
          </a:xfrm>
        </p:grpSpPr>
        <p:grpSp>
          <p:nvGrpSpPr>
            <p:cNvPr id="537" name="Google Shape;537;p16"/>
            <p:cNvGrpSpPr/>
            <p:nvPr/>
          </p:nvGrpSpPr>
          <p:grpSpPr>
            <a:xfrm>
              <a:off x="285890" y="7980192"/>
              <a:ext cx="1172070" cy="331020"/>
              <a:chOff x="695076" y="2968282"/>
              <a:chExt cx="1271376" cy="331020"/>
            </a:xfrm>
          </p:grpSpPr>
          <p:sp>
            <p:nvSpPr>
              <p:cNvPr id="538" name="Google Shape;538;p16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  <p:sp>
            <p:nvSpPr>
              <p:cNvPr id="539" name="Google Shape;539;p16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  <p:sp>
            <p:nvSpPr>
              <p:cNvPr id="540" name="Google Shape;540;p16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/>
              </a:p>
            </p:txBody>
          </p:sp>
        </p:grpSp>
        <p:sp>
          <p:nvSpPr>
            <p:cNvPr id="541" name="Google Shape;541;p16"/>
            <p:cNvSpPr/>
            <p:nvPr/>
          </p:nvSpPr>
          <p:spPr>
            <a:xfrm>
              <a:off x="1457960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1840332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</p:grpSp>
      <p:grpSp>
        <p:nvGrpSpPr>
          <p:cNvPr id="543" name="Google Shape;543;p16"/>
          <p:cNvGrpSpPr/>
          <p:nvPr/>
        </p:nvGrpSpPr>
        <p:grpSpPr>
          <a:xfrm>
            <a:off x="4688879" y="7711744"/>
            <a:ext cx="1945132" cy="496530"/>
            <a:chOff x="285890" y="7980192"/>
            <a:chExt cx="1945132" cy="331020"/>
          </a:xfrm>
        </p:grpSpPr>
        <p:grpSp>
          <p:nvGrpSpPr>
            <p:cNvPr id="544" name="Google Shape;544;p16"/>
            <p:cNvGrpSpPr/>
            <p:nvPr/>
          </p:nvGrpSpPr>
          <p:grpSpPr>
            <a:xfrm>
              <a:off x="285890" y="7980192"/>
              <a:ext cx="1172070" cy="331020"/>
              <a:chOff x="695076" y="2968282"/>
              <a:chExt cx="1271376" cy="331020"/>
            </a:xfrm>
          </p:grpSpPr>
          <p:sp>
            <p:nvSpPr>
              <p:cNvPr id="545" name="Google Shape;545;p16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9</a:t>
                </a:r>
                <a:endParaRPr/>
              </a:p>
            </p:txBody>
          </p:sp>
          <p:sp>
            <p:nvSpPr>
              <p:cNvPr id="546" name="Google Shape;546;p16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/>
              </a:p>
            </p:txBody>
          </p:sp>
          <p:sp>
            <p:nvSpPr>
              <p:cNvPr id="547" name="Google Shape;547;p16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  <p:sp>
          <p:nvSpPr>
            <p:cNvPr id="548" name="Google Shape;548;p16"/>
            <p:cNvSpPr/>
            <p:nvPr/>
          </p:nvSpPr>
          <p:spPr>
            <a:xfrm>
              <a:off x="1457960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1840332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550" name="Google Shape;550;p16"/>
          <p:cNvGrpSpPr/>
          <p:nvPr/>
        </p:nvGrpSpPr>
        <p:grpSpPr>
          <a:xfrm>
            <a:off x="4637172" y="8843201"/>
            <a:ext cx="1945132" cy="496530"/>
            <a:chOff x="285890" y="7980192"/>
            <a:chExt cx="1945132" cy="331020"/>
          </a:xfrm>
        </p:grpSpPr>
        <p:grpSp>
          <p:nvGrpSpPr>
            <p:cNvPr id="551" name="Google Shape;551;p16"/>
            <p:cNvGrpSpPr/>
            <p:nvPr/>
          </p:nvGrpSpPr>
          <p:grpSpPr>
            <a:xfrm>
              <a:off x="285890" y="7980192"/>
              <a:ext cx="1172070" cy="331020"/>
              <a:chOff x="695076" y="2968282"/>
              <a:chExt cx="1271376" cy="331020"/>
            </a:xfrm>
          </p:grpSpPr>
          <p:sp>
            <p:nvSpPr>
              <p:cNvPr id="552" name="Google Shape;552;p16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  <p:sp>
            <p:nvSpPr>
              <p:cNvPr id="553" name="Google Shape;553;p16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  <p:sp>
            <p:nvSpPr>
              <p:cNvPr id="554" name="Google Shape;554;p16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  <p:sp>
          <p:nvSpPr>
            <p:cNvPr id="555" name="Google Shape;555;p16"/>
            <p:cNvSpPr/>
            <p:nvPr/>
          </p:nvSpPr>
          <p:spPr>
            <a:xfrm>
              <a:off x="1457960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>
              <a:off x="1840332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7"/>
          <p:cNvSpPr txBox="1"/>
          <p:nvPr>
            <p:ph idx="12" type="sldNum"/>
          </p:nvPr>
        </p:nvSpPr>
        <p:spPr>
          <a:xfrm>
            <a:off x="5314950" y="946424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63" name="Google Shape;563;p17"/>
          <p:cNvSpPr txBox="1"/>
          <p:nvPr/>
        </p:nvSpPr>
        <p:spPr>
          <a:xfrm>
            <a:off x="115556" y="3451342"/>
            <a:ext cx="6542653" cy="166968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7532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2357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7"/>
          <p:cNvSpPr txBox="1"/>
          <p:nvPr/>
        </p:nvSpPr>
        <p:spPr>
          <a:xfrm>
            <a:off x="164747" y="3517118"/>
            <a:ext cx="142769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are four digits:</a:t>
            </a:r>
            <a:endParaRPr/>
          </a:p>
        </p:txBody>
      </p:sp>
      <p:sp>
        <p:nvSpPr>
          <p:cNvPr id="565" name="Google Shape;565;p17"/>
          <p:cNvSpPr/>
          <p:nvPr/>
        </p:nvSpPr>
        <p:spPr>
          <a:xfrm>
            <a:off x="2265245" y="3568466"/>
            <a:ext cx="396000" cy="396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566" name="Google Shape;566;p17"/>
          <p:cNvSpPr/>
          <p:nvPr/>
        </p:nvSpPr>
        <p:spPr>
          <a:xfrm>
            <a:off x="2925645" y="3568466"/>
            <a:ext cx="396000" cy="396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67" name="Google Shape;567;p17"/>
          <p:cNvSpPr/>
          <p:nvPr/>
        </p:nvSpPr>
        <p:spPr>
          <a:xfrm>
            <a:off x="3586045" y="3568466"/>
            <a:ext cx="396000" cy="396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68" name="Google Shape;568;p17"/>
          <p:cNvSpPr/>
          <p:nvPr/>
        </p:nvSpPr>
        <p:spPr>
          <a:xfrm>
            <a:off x="4246445" y="3568466"/>
            <a:ext cx="396000" cy="396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69" name="Google Shape;569;p17"/>
          <p:cNvSpPr txBox="1"/>
          <p:nvPr/>
        </p:nvSpPr>
        <p:spPr>
          <a:xfrm>
            <a:off x="164747" y="4063829"/>
            <a:ext cx="60016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the greatest 4-digit number and the smallest 4-digit number?</a:t>
            </a:r>
            <a:endParaRPr/>
          </a:p>
        </p:txBody>
      </p:sp>
      <p:sp>
        <p:nvSpPr>
          <p:cNvPr id="570" name="Google Shape;570;p17"/>
          <p:cNvSpPr txBox="1"/>
          <p:nvPr/>
        </p:nvSpPr>
        <p:spPr>
          <a:xfrm>
            <a:off x="39328" y="3187265"/>
            <a:ext cx="90588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7.</a:t>
            </a:r>
            <a:endParaRPr/>
          </a:p>
        </p:txBody>
      </p:sp>
      <p:sp>
        <p:nvSpPr>
          <p:cNvPr id="571" name="Google Shape;571;p17"/>
          <p:cNvSpPr txBox="1"/>
          <p:nvPr/>
        </p:nvSpPr>
        <p:spPr>
          <a:xfrm>
            <a:off x="115556" y="5141494"/>
            <a:ext cx="6585130" cy="216000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lang="en-GB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2" name="Google Shape;572;p17"/>
          <p:cNvGraphicFramePr/>
          <p:nvPr/>
        </p:nvGraphicFramePr>
        <p:xfrm>
          <a:off x="114758" y="53574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{B0447999-CE35-417B-BC38-9FB97F6716EC}</a:tableStyleId>
              </a:tblPr>
              <a:tblGrid>
                <a:gridCol w="65714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value of the underlined digit in the following number?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b="0" lang="en-GB" sz="1200" u="sng">
                          <a:solidFill>
                            <a:schemeClr val="dk1"/>
                          </a:solidFill>
                        </a:rPr>
                        <a:t>5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A. 500              B. 50                 C. 5           D. 158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value of the underlined digit in the following number?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7,</a:t>
                      </a:r>
                      <a:r>
                        <a:rPr b="0" lang="en-GB" sz="1200" u="sng">
                          <a:solidFill>
                            <a:schemeClr val="dk1"/>
                          </a:solidFill>
                        </a:rPr>
                        <a:t>5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67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A. 5 ones              B. 5 tens                C. 5 hundreds         D. 5 thousands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value of the underlined digit in the following number?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b="0" lang="en-GB" sz="1200" u="sng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b="0" lang="en-GB" sz="1200" u="none">
                          <a:solidFill>
                            <a:schemeClr val="dk1"/>
                          </a:solidFill>
                        </a:rPr>
                        <a:t>3,405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A. 20              B. 200,000        C. 20,000         D. 2000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value of the underlined digit in the following number?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>
                          <a:solidFill>
                            <a:schemeClr val="dk1"/>
                          </a:solidFill>
                        </a:rPr>
                        <a:t>2, </a:t>
                      </a:r>
                      <a:r>
                        <a:rPr b="0" lang="en-GB" sz="1200" u="sng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b="0" lang="en-GB" sz="1200" u="none">
                          <a:solidFill>
                            <a:schemeClr val="dk1"/>
                          </a:solidFill>
                        </a:rPr>
                        <a:t>20, 662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A. 70,000,000                     B. 700,000                       C. 70,000                 D. 7,000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smallest four digit number you could make using the following digits?</a:t>
                      </a:r>
                      <a:endParaRPr/>
                    </a:p>
                    <a:p>
                      <a:pPr indent="-342900" lvl="0" marL="3429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lain" startAt="6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5      1     9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A. 1,956              B. 9,651        C. 1,569         D. 9,651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3" name="Google Shape;573;p17"/>
          <p:cNvSpPr txBox="1"/>
          <p:nvPr/>
        </p:nvSpPr>
        <p:spPr>
          <a:xfrm>
            <a:off x="168197" y="273772"/>
            <a:ext cx="2000591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m) Using the following digits: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1, 6, 2, 7, 3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 What is the greatest 5-digit number you can make?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ii. What is the smallest 5-digit number you can make?</a:t>
            </a:r>
            <a:endParaRPr/>
          </a:p>
        </p:txBody>
      </p:sp>
      <p:sp>
        <p:nvSpPr>
          <p:cNvPr id="574" name="Google Shape;574;p17"/>
          <p:cNvSpPr txBox="1"/>
          <p:nvPr/>
        </p:nvSpPr>
        <p:spPr>
          <a:xfrm>
            <a:off x="2401152" y="256278"/>
            <a:ext cx="199501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 Using the following digits: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9, 4, 2, 1, 0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 What is the greatest 5-digit number you can make?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ii. What is the smallest 5-digit number you can make?</a:t>
            </a:r>
            <a:endParaRPr/>
          </a:p>
        </p:txBody>
      </p:sp>
      <p:sp>
        <p:nvSpPr>
          <p:cNvPr id="575" name="Google Shape;575;p17"/>
          <p:cNvSpPr txBox="1"/>
          <p:nvPr/>
        </p:nvSpPr>
        <p:spPr>
          <a:xfrm>
            <a:off x="4613500" y="239768"/>
            <a:ext cx="199501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o) Using the following digits: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7, 9, 4, 2, 6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 What is the greatest 5-digit number you can make?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ii. What is the smallest 5-digit number you can make?</a:t>
            </a:r>
            <a:endParaRPr/>
          </a:p>
        </p:txBody>
      </p:sp>
      <p:sp>
        <p:nvSpPr>
          <p:cNvPr id="576" name="Google Shape;576;p17"/>
          <p:cNvSpPr/>
          <p:nvPr/>
        </p:nvSpPr>
        <p:spPr>
          <a:xfrm>
            <a:off x="114758" y="273772"/>
            <a:ext cx="2090900" cy="300067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7"/>
          <p:cNvSpPr/>
          <p:nvPr/>
        </p:nvSpPr>
        <p:spPr>
          <a:xfrm>
            <a:off x="2339134" y="273772"/>
            <a:ext cx="2090900" cy="300067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7"/>
          <p:cNvSpPr/>
          <p:nvPr/>
        </p:nvSpPr>
        <p:spPr>
          <a:xfrm>
            <a:off x="4566511" y="273772"/>
            <a:ext cx="2090900" cy="300067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9" name="Google Shape;579;p17"/>
          <p:cNvGrpSpPr/>
          <p:nvPr/>
        </p:nvGrpSpPr>
        <p:grpSpPr>
          <a:xfrm>
            <a:off x="168197" y="1433553"/>
            <a:ext cx="1945132" cy="496530"/>
            <a:chOff x="285890" y="7980192"/>
            <a:chExt cx="1945132" cy="331020"/>
          </a:xfrm>
        </p:grpSpPr>
        <p:grpSp>
          <p:nvGrpSpPr>
            <p:cNvPr id="580" name="Google Shape;580;p17"/>
            <p:cNvGrpSpPr/>
            <p:nvPr/>
          </p:nvGrpSpPr>
          <p:grpSpPr>
            <a:xfrm>
              <a:off x="285890" y="7980192"/>
              <a:ext cx="1172070" cy="331020"/>
              <a:chOff x="695076" y="2968282"/>
              <a:chExt cx="1271376" cy="331020"/>
            </a:xfrm>
          </p:grpSpPr>
          <p:sp>
            <p:nvSpPr>
              <p:cNvPr id="581" name="Google Shape;581;p17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/>
              </a:p>
            </p:txBody>
          </p:sp>
          <p:sp>
            <p:nvSpPr>
              <p:cNvPr id="582" name="Google Shape;582;p17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endParaRPr/>
              </a:p>
            </p:txBody>
          </p:sp>
          <p:sp>
            <p:nvSpPr>
              <p:cNvPr id="583" name="Google Shape;583;p17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  <p:sp>
          <p:nvSpPr>
            <p:cNvPr id="584" name="Google Shape;584;p17"/>
            <p:cNvSpPr/>
            <p:nvPr/>
          </p:nvSpPr>
          <p:spPr>
            <a:xfrm>
              <a:off x="1457960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585" name="Google Shape;585;p17"/>
            <p:cNvSpPr/>
            <p:nvPr/>
          </p:nvSpPr>
          <p:spPr>
            <a:xfrm>
              <a:off x="1840332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586" name="Google Shape;586;p17"/>
          <p:cNvGrpSpPr/>
          <p:nvPr/>
        </p:nvGrpSpPr>
        <p:grpSpPr>
          <a:xfrm>
            <a:off x="144311" y="2582096"/>
            <a:ext cx="1945132" cy="496530"/>
            <a:chOff x="285890" y="7980192"/>
            <a:chExt cx="1945132" cy="331020"/>
          </a:xfrm>
        </p:grpSpPr>
        <p:grpSp>
          <p:nvGrpSpPr>
            <p:cNvPr id="587" name="Google Shape;587;p17"/>
            <p:cNvGrpSpPr/>
            <p:nvPr/>
          </p:nvGrpSpPr>
          <p:grpSpPr>
            <a:xfrm>
              <a:off x="285890" y="7980192"/>
              <a:ext cx="1172070" cy="331020"/>
              <a:chOff x="695076" y="2968282"/>
              <a:chExt cx="1271376" cy="331020"/>
            </a:xfrm>
          </p:grpSpPr>
          <p:sp>
            <p:nvSpPr>
              <p:cNvPr id="588" name="Google Shape;588;p17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  <p:sp>
            <p:nvSpPr>
              <p:cNvPr id="589" name="Google Shape;589;p17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  <p:sp>
            <p:nvSpPr>
              <p:cNvPr id="590" name="Google Shape;590;p17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  <p:sp>
          <p:nvSpPr>
            <p:cNvPr id="591" name="Google Shape;591;p17"/>
            <p:cNvSpPr/>
            <p:nvPr/>
          </p:nvSpPr>
          <p:spPr>
            <a:xfrm>
              <a:off x="1457960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592" name="Google Shape;592;p17"/>
            <p:cNvSpPr/>
            <p:nvPr/>
          </p:nvSpPr>
          <p:spPr>
            <a:xfrm>
              <a:off x="1840332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</p:grpSp>
      <p:grpSp>
        <p:nvGrpSpPr>
          <p:cNvPr id="593" name="Google Shape;593;p17"/>
          <p:cNvGrpSpPr/>
          <p:nvPr/>
        </p:nvGrpSpPr>
        <p:grpSpPr>
          <a:xfrm>
            <a:off x="2421661" y="1450639"/>
            <a:ext cx="1945132" cy="496530"/>
            <a:chOff x="285890" y="7980192"/>
            <a:chExt cx="1945132" cy="331020"/>
          </a:xfrm>
        </p:grpSpPr>
        <p:grpSp>
          <p:nvGrpSpPr>
            <p:cNvPr id="594" name="Google Shape;594;p17"/>
            <p:cNvGrpSpPr/>
            <p:nvPr/>
          </p:nvGrpSpPr>
          <p:grpSpPr>
            <a:xfrm>
              <a:off x="285890" y="7980192"/>
              <a:ext cx="1172070" cy="331020"/>
              <a:chOff x="695076" y="2968282"/>
              <a:chExt cx="1271376" cy="331020"/>
            </a:xfrm>
          </p:grpSpPr>
          <p:sp>
            <p:nvSpPr>
              <p:cNvPr id="595" name="Google Shape;595;p17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9</a:t>
                </a:r>
                <a:endParaRPr/>
              </a:p>
            </p:txBody>
          </p:sp>
          <p:sp>
            <p:nvSpPr>
              <p:cNvPr id="596" name="Google Shape;596;p17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  <p:sp>
            <p:nvSpPr>
              <p:cNvPr id="597" name="Google Shape;597;p17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  <p:sp>
          <p:nvSpPr>
            <p:cNvPr id="598" name="Google Shape;598;p17"/>
            <p:cNvSpPr/>
            <p:nvPr/>
          </p:nvSpPr>
          <p:spPr>
            <a:xfrm>
              <a:off x="1457960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599" name="Google Shape;599;p17"/>
            <p:cNvSpPr/>
            <p:nvPr/>
          </p:nvSpPr>
          <p:spPr>
            <a:xfrm>
              <a:off x="1840332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</p:grpSp>
      <p:grpSp>
        <p:nvGrpSpPr>
          <p:cNvPr id="600" name="Google Shape;600;p17"/>
          <p:cNvGrpSpPr/>
          <p:nvPr/>
        </p:nvGrpSpPr>
        <p:grpSpPr>
          <a:xfrm>
            <a:off x="2421661" y="2582096"/>
            <a:ext cx="1945132" cy="496530"/>
            <a:chOff x="285890" y="7980192"/>
            <a:chExt cx="1945132" cy="331020"/>
          </a:xfrm>
        </p:grpSpPr>
        <p:grpSp>
          <p:nvGrpSpPr>
            <p:cNvPr id="601" name="Google Shape;601;p17"/>
            <p:cNvGrpSpPr/>
            <p:nvPr/>
          </p:nvGrpSpPr>
          <p:grpSpPr>
            <a:xfrm>
              <a:off x="285890" y="7980192"/>
              <a:ext cx="1172070" cy="331020"/>
              <a:chOff x="695076" y="2968282"/>
              <a:chExt cx="1271376" cy="331020"/>
            </a:xfrm>
          </p:grpSpPr>
          <p:sp>
            <p:nvSpPr>
              <p:cNvPr id="602" name="Google Shape;602;p17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  <p:sp>
            <p:nvSpPr>
              <p:cNvPr id="603" name="Google Shape;603;p17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604" name="Google Shape;604;p17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  <p:sp>
          <p:nvSpPr>
            <p:cNvPr id="605" name="Google Shape;605;p17"/>
            <p:cNvSpPr/>
            <p:nvPr/>
          </p:nvSpPr>
          <p:spPr>
            <a:xfrm>
              <a:off x="1457960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606" name="Google Shape;606;p17"/>
            <p:cNvSpPr/>
            <p:nvPr/>
          </p:nvSpPr>
          <p:spPr>
            <a:xfrm>
              <a:off x="1840332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</p:grpSp>
      <p:grpSp>
        <p:nvGrpSpPr>
          <p:cNvPr id="607" name="Google Shape;607;p17"/>
          <p:cNvGrpSpPr/>
          <p:nvPr/>
        </p:nvGrpSpPr>
        <p:grpSpPr>
          <a:xfrm>
            <a:off x="4661540" y="1450639"/>
            <a:ext cx="1945132" cy="496530"/>
            <a:chOff x="285890" y="7980192"/>
            <a:chExt cx="1945132" cy="331020"/>
          </a:xfrm>
        </p:grpSpPr>
        <p:grpSp>
          <p:nvGrpSpPr>
            <p:cNvPr id="608" name="Google Shape;608;p17"/>
            <p:cNvGrpSpPr/>
            <p:nvPr/>
          </p:nvGrpSpPr>
          <p:grpSpPr>
            <a:xfrm>
              <a:off x="285890" y="7980192"/>
              <a:ext cx="1172070" cy="331020"/>
              <a:chOff x="695076" y="2968282"/>
              <a:chExt cx="1271376" cy="331020"/>
            </a:xfrm>
          </p:grpSpPr>
          <p:sp>
            <p:nvSpPr>
              <p:cNvPr id="609" name="Google Shape;609;p17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9</a:t>
                </a:r>
                <a:endParaRPr/>
              </a:p>
            </p:txBody>
          </p:sp>
          <p:sp>
            <p:nvSpPr>
              <p:cNvPr id="610" name="Google Shape;610;p17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/>
              </a:p>
            </p:txBody>
          </p:sp>
          <p:sp>
            <p:nvSpPr>
              <p:cNvPr id="611" name="Google Shape;611;p17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endParaRPr/>
              </a:p>
            </p:txBody>
          </p:sp>
        </p:grpSp>
        <p:sp>
          <p:nvSpPr>
            <p:cNvPr id="612" name="Google Shape;612;p17"/>
            <p:cNvSpPr/>
            <p:nvPr/>
          </p:nvSpPr>
          <p:spPr>
            <a:xfrm>
              <a:off x="1457960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1840332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614" name="Google Shape;614;p17"/>
          <p:cNvGrpSpPr/>
          <p:nvPr/>
        </p:nvGrpSpPr>
        <p:grpSpPr>
          <a:xfrm>
            <a:off x="4609833" y="2582096"/>
            <a:ext cx="1945132" cy="496530"/>
            <a:chOff x="285890" y="7980192"/>
            <a:chExt cx="1945132" cy="331020"/>
          </a:xfrm>
        </p:grpSpPr>
        <p:grpSp>
          <p:nvGrpSpPr>
            <p:cNvPr id="615" name="Google Shape;615;p17"/>
            <p:cNvGrpSpPr/>
            <p:nvPr/>
          </p:nvGrpSpPr>
          <p:grpSpPr>
            <a:xfrm>
              <a:off x="285890" y="7980192"/>
              <a:ext cx="1172070" cy="331020"/>
              <a:chOff x="695076" y="2968282"/>
              <a:chExt cx="1271376" cy="331020"/>
            </a:xfrm>
          </p:grpSpPr>
          <p:sp>
            <p:nvSpPr>
              <p:cNvPr id="616" name="Google Shape;616;p17"/>
              <p:cNvSpPr/>
              <p:nvPr/>
            </p:nvSpPr>
            <p:spPr>
              <a:xfrm>
                <a:off x="695076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  <p:sp>
            <p:nvSpPr>
              <p:cNvPr id="617" name="Google Shape;617;p17"/>
              <p:cNvSpPr/>
              <p:nvPr/>
            </p:nvSpPr>
            <p:spPr>
              <a:xfrm>
                <a:off x="1118868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  <p:sp>
            <p:nvSpPr>
              <p:cNvPr id="618" name="Google Shape;618;p17"/>
              <p:cNvSpPr/>
              <p:nvPr/>
            </p:nvSpPr>
            <p:spPr>
              <a:xfrm>
                <a:off x="1542660" y="2968282"/>
                <a:ext cx="423792" cy="33102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endParaRPr/>
              </a:p>
            </p:txBody>
          </p:sp>
        </p:grpSp>
        <p:sp>
          <p:nvSpPr>
            <p:cNvPr id="619" name="Google Shape;619;p17"/>
            <p:cNvSpPr/>
            <p:nvPr/>
          </p:nvSpPr>
          <p:spPr>
            <a:xfrm>
              <a:off x="1457960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620" name="Google Shape;620;p17"/>
            <p:cNvSpPr/>
            <p:nvPr/>
          </p:nvSpPr>
          <p:spPr>
            <a:xfrm>
              <a:off x="1840332" y="7980192"/>
              <a:ext cx="390690" cy="33102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</p:grpSp>
      <p:cxnSp>
        <p:nvCxnSpPr>
          <p:cNvPr id="621" name="Google Shape;621;p17"/>
          <p:cNvCxnSpPr/>
          <p:nvPr/>
        </p:nvCxnSpPr>
        <p:spPr>
          <a:xfrm>
            <a:off x="3307068" y="4879484"/>
            <a:ext cx="57332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2" name="Google Shape;622;p17"/>
          <p:cNvSpPr txBox="1"/>
          <p:nvPr/>
        </p:nvSpPr>
        <p:spPr>
          <a:xfrm>
            <a:off x="1894098" y="4856416"/>
            <a:ext cx="345288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5175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7"/>
          <p:cNvSpPr txBox="1"/>
          <p:nvPr/>
        </p:nvSpPr>
        <p:spPr>
          <a:xfrm>
            <a:off x="2257980" y="4407446"/>
            <a:ext cx="34528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1"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7"/>
          <p:cNvSpPr/>
          <p:nvPr/>
        </p:nvSpPr>
        <p:spPr>
          <a:xfrm>
            <a:off x="2615863" y="5763798"/>
            <a:ext cx="778790" cy="449451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7"/>
          <p:cNvSpPr/>
          <p:nvPr/>
        </p:nvSpPr>
        <p:spPr>
          <a:xfrm>
            <a:off x="3277873" y="6595690"/>
            <a:ext cx="1199138" cy="449451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3304802" y="7365394"/>
            <a:ext cx="1199138" cy="449451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2316375" y="8221149"/>
            <a:ext cx="1199138" cy="449451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7"/>
          <p:cNvSpPr/>
          <p:nvPr/>
        </p:nvSpPr>
        <p:spPr>
          <a:xfrm>
            <a:off x="3296044" y="9149233"/>
            <a:ext cx="1199138" cy="449451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