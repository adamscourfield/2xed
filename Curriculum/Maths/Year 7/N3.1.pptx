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B0103B-78A2-4147-A115-53CBF0ACEB66}">
  <a:tblStyle styleId="{7CB0103B-78A2-4147-A115-53CBF0ACEB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1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1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1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11" Type="http://schemas.openxmlformats.org/officeDocument/2006/relationships/image" Target="../media/image4.png"/><Relationship Id="rId10" Type="http://schemas.openxmlformats.org/officeDocument/2006/relationships/image" Target="../media/image34.png"/><Relationship Id="rId9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29.png"/><Relationship Id="rId7" Type="http://schemas.openxmlformats.org/officeDocument/2006/relationships/image" Target="../media/image18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collinsdictionary.com/dictionary/english/arithmetica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35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5169177" y="924332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87515" y="63395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234850"/>
                <a:gridCol w="2234850"/>
                <a:gridCol w="2234850"/>
              </a:tblGrid>
              <a:tr h="2338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1 - I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338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</a:t>
                      </a:r>
                      <a:r>
                        <a:rPr lang="en-GB" sz="1200"/>
                        <a:t> the </a:t>
                      </a:r>
                      <a:r>
                        <a:rPr b="1" lang="en-GB" sz="1200"/>
                        <a:t>multiplication</a:t>
                      </a:r>
                      <a:r>
                        <a:rPr lang="en-GB" sz="1200"/>
                        <a:t> facts from the bar models and array given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099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0" name="Google Shape;90;p13"/>
          <p:cNvGrpSpPr/>
          <p:nvPr/>
        </p:nvGrpSpPr>
        <p:grpSpPr>
          <a:xfrm>
            <a:off x="4703274" y="7261779"/>
            <a:ext cx="1940329" cy="388212"/>
            <a:chOff x="258320" y="1806520"/>
            <a:chExt cx="2923791" cy="388212"/>
          </a:xfrm>
        </p:grpSpPr>
        <p:sp>
          <p:nvSpPr>
            <p:cNvPr id="91" name="Google Shape;91;p1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6" name="Google Shape;96;p13"/>
          <p:cNvGrpSpPr/>
          <p:nvPr/>
        </p:nvGrpSpPr>
        <p:grpSpPr>
          <a:xfrm>
            <a:off x="4703274" y="8222112"/>
            <a:ext cx="1940329" cy="388212"/>
            <a:chOff x="258320" y="1806520"/>
            <a:chExt cx="2923791" cy="388212"/>
          </a:xfrm>
        </p:grpSpPr>
        <p:sp>
          <p:nvSpPr>
            <p:cNvPr id="97" name="Google Shape;97;p13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3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2" name="Google Shape;102;p13"/>
          <p:cNvGrpSpPr/>
          <p:nvPr/>
        </p:nvGrpSpPr>
        <p:grpSpPr>
          <a:xfrm>
            <a:off x="2782811" y="7507114"/>
            <a:ext cx="1179149" cy="279914"/>
            <a:chOff x="2718463" y="5224437"/>
            <a:chExt cx="1179149" cy="279914"/>
          </a:xfrm>
        </p:grpSpPr>
        <p:sp>
          <p:nvSpPr>
            <p:cNvPr id="103" name="Google Shape;103;p13"/>
            <p:cNvSpPr/>
            <p:nvPr/>
          </p:nvSpPr>
          <p:spPr>
            <a:xfrm>
              <a:off x="2718463" y="5224437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017550" y="5229106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3323606" y="5229106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3633567" y="5230527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3"/>
          <p:cNvGrpSpPr/>
          <p:nvPr/>
        </p:nvGrpSpPr>
        <p:grpSpPr>
          <a:xfrm>
            <a:off x="2791791" y="7808029"/>
            <a:ext cx="1179149" cy="279914"/>
            <a:chOff x="2718463" y="5224437"/>
            <a:chExt cx="1179149" cy="279914"/>
          </a:xfrm>
        </p:grpSpPr>
        <p:sp>
          <p:nvSpPr>
            <p:cNvPr id="108" name="Google Shape;108;p13"/>
            <p:cNvSpPr/>
            <p:nvPr/>
          </p:nvSpPr>
          <p:spPr>
            <a:xfrm>
              <a:off x="2718463" y="5224437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3017550" y="5229106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3323606" y="5229106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3633567" y="5230527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3"/>
          <p:cNvGrpSpPr/>
          <p:nvPr/>
        </p:nvGrpSpPr>
        <p:grpSpPr>
          <a:xfrm>
            <a:off x="2786347" y="8120839"/>
            <a:ext cx="1179149" cy="279914"/>
            <a:chOff x="2718463" y="5224437"/>
            <a:chExt cx="1179149" cy="279914"/>
          </a:xfrm>
        </p:grpSpPr>
        <p:sp>
          <p:nvSpPr>
            <p:cNvPr id="113" name="Google Shape;113;p13"/>
            <p:cNvSpPr/>
            <p:nvPr/>
          </p:nvSpPr>
          <p:spPr>
            <a:xfrm>
              <a:off x="2718463" y="5224437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3017550" y="5229106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323606" y="5229106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633567" y="5230527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7" name="Google Shape;1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55" y="7074551"/>
            <a:ext cx="2162427" cy="75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169" y="8030071"/>
            <a:ext cx="2162427" cy="77229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98879" y="5981487"/>
            <a:ext cx="1889877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Properties of multiplication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4783437" y="7278135"/>
            <a:ext cx="176362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4          3           12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3          4           12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62231" y="349311"/>
            <a:ext cx="6728829" cy="150505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-2618" y="3326"/>
            <a:ext cx="6860618" cy="27024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N3.1 - Properties of Multiplication and Division</a:t>
            </a: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76715" y="781379"/>
            <a:ext cx="11493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413965" y="1065144"/>
            <a:ext cx="50553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visually represent multiplication and division.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bar models to write multiplication and division.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680590" y="382333"/>
            <a:ext cx="5326153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understand the properties of multiplication and division. 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5369907" y="794603"/>
            <a:ext cx="1335630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/>
          </a:p>
        </p:txBody>
      </p:sp>
      <p:cxnSp>
        <p:nvCxnSpPr>
          <p:cNvPr id="127" name="Google Shape;127;p13"/>
          <p:cNvCxnSpPr/>
          <p:nvPr/>
        </p:nvCxnSpPr>
        <p:spPr>
          <a:xfrm flipH="1" rot="10800000">
            <a:off x="1040840" y="5581057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3"/>
          <p:cNvSpPr/>
          <p:nvPr/>
        </p:nvSpPr>
        <p:spPr>
          <a:xfrm>
            <a:off x="76715" y="3447133"/>
            <a:ext cx="6701659" cy="226644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3"/>
          <p:cNvCxnSpPr/>
          <p:nvPr/>
        </p:nvCxnSpPr>
        <p:spPr>
          <a:xfrm>
            <a:off x="157073" y="4938286"/>
            <a:ext cx="662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" name="Google Shape;130;p13"/>
          <p:cNvCxnSpPr>
            <a:stCxn id="128" idx="2"/>
            <a:endCxn id="128" idx="0"/>
          </p:cNvCxnSpPr>
          <p:nvPr/>
        </p:nvCxnSpPr>
        <p:spPr>
          <a:xfrm rot="10800000">
            <a:off x="3427545" y="3447075"/>
            <a:ext cx="0" cy="226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3"/>
          <p:cNvSpPr txBox="1"/>
          <p:nvPr/>
        </p:nvSpPr>
        <p:spPr>
          <a:xfrm>
            <a:off x="99212" y="3447131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5738895" y="3550298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122255" y="4903946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5666425" y="4910757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2774242" y="4749857"/>
            <a:ext cx="1491883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87515" y="3674954"/>
            <a:ext cx="34046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Repeated addition of the same number.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3455769" y="3608307"/>
            <a:ext cx="334614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ften represented by the "×" sign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Commutative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Distributive property: 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 can be distributed over addition. For example, 3 × (2 + 4) is the same as (3 × 2) + (3 × 4), and both equal 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122255" y="5086474"/>
            <a:ext cx="33669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have 3 groups of 4 apples, you can use multiplication to find the total number of apples by calculating 3 × 4, which equals 12.</a:t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3563549" y="5106016"/>
            <a:ext cx="33561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Sarah has 12 cookies. She wants to share them equally among 4 friends. How many cookies will each friend get? This is a </a:t>
            </a:r>
            <a:r>
              <a:rPr b="1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problem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35687" y="1838137"/>
            <a:ext cx="677475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subtopic, we’ll explore the properties of multiplication and division that help us understand how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work together. We'll look at fact families, which show how multiplication and division are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connected, just like addition and subtraction. You'll also revisit the commutative property—where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of numbers doesn't change the result—and see how it applies to multiplication but </a:t>
            </a:r>
            <a:r>
              <a:rPr i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division. These properties are key to solving problems such as area, square and cube numbers, and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of operations. Understanding how multiplication and division work together will strengthen your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number sense and prepare you for more complex maths.</a:t>
            </a:r>
            <a:endParaRPr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67730" y="1880639"/>
            <a:ext cx="6719168" cy="150193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" name="Google Shape;146;p14"/>
          <p:cNvGraphicFramePr/>
          <p:nvPr/>
        </p:nvGraphicFramePr>
        <p:xfrm>
          <a:off x="71988" y="3864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232525"/>
                <a:gridCol w="2232525"/>
                <a:gridCol w="2232525"/>
              </a:tblGrid>
              <a:tr h="2352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</a:t>
                      </a: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 do</a:t>
                      </a:r>
                      <a:endParaRPr sz="12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352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</a:t>
                      </a:r>
                      <a:r>
                        <a:rPr lang="en-GB" sz="1200"/>
                        <a:t> the </a:t>
                      </a:r>
                      <a:r>
                        <a:rPr b="1" lang="en-GB" sz="1200"/>
                        <a:t>multiplication</a:t>
                      </a:r>
                      <a:r>
                        <a:rPr lang="en-GB" sz="1200"/>
                        <a:t> facts from the bar model and array given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05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47" name="Google Shape;147;p14"/>
          <p:cNvGrpSpPr/>
          <p:nvPr/>
        </p:nvGrpSpPr>
        <p:grpSpPr>
          <a:xfrm rot="-5400000">
            <a:off x="3042948" y="4979191"/>
            <a:ext cx="772104" cy="1141540"/>
            <a:chOff x="3771832" y="858710"/>
            <a:chExt cx="473238" cy="714149"/>
          </a:xfrm>
        </p:grpSpPr>
        <p:sp>
          <p:nvSpPr>
            <p:cNvPr id="148" name="Google Shape;148;p14"/>
            <p:cNvSpPr/>
            <p:nvPr/>
          </p:nvSpPr>
          <p:spPr>
            <a:xfrm>
              <a:off x="3772046" y="858710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4039330" y="858710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3771832" y="110666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4039116" y="110666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3776118" y="135949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4036026" y="135949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4"/>
          <p:cNvGrpSpPr/>
          <p:nvPr/>
        </p:nvGrpSpPr>
        <p:grpSpPr>
          <a:xfrm>
            <a:off x="4680756" y="4758894"/>
            <a:ext cx="1940329" cy="388212"/>
            <a:chOff x="258320" y="1806520"/>
            <a:chExt cx="2923791" cy="388212"/>
          </a:xfrm>
        </p:grpSpPr>
        <p:sp>
          <p:nvSpPr>
            <p:cNvPr id="155" name="Google Shape;155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4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9" name="Google Shape;159;p14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60" name="Google Shape;160;p14"/>
          <p:cNvGrpSpPr/>
          <p:nvPr/>
        </p:nvGrpSpPr>
        <p:grpSpPr>
          <a:xfrm>
            <a:off x="4680756" y="5741558"/>
            <a:ext cx="1940329" cy="388212"/>
            <a:chOff x="258320" y="1806520"/>
            <a:chExt cx="2923791" cy="388212"/>
          </a:xfrm>
        </p:grpSpPr>
        <p:sp>
          <p:nvSpPr>
            <p:cNvPr id="161" name="Google Shape;161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4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5" name="Google Shape;165;p14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aphicFrame>
        <p:nvGraphicFramePr>
          <p:cNvPr id="166" name="Google Shape;166;p14"/>
          <p:cNvGraphicFramePr/>
          <p:nvPr/>
        </p:nvGraphicFramePr>
        <p:xfrm>
          <a:off x="64997" y="1755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234850"/>
                <a:gridCol w="2234850"/>
                <a:gridCol w="2234850"/>
              </a:tblGrid>
              <a:tr h="22080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</a:t>
                      </a:r>
                      <a:endParaRPr sz="1200">
                        <a:solidFill>
                          <a:schemeClr val="accent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2080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</a:t>
                      </a:r>
                      <a:r>
                        <a:rPr lang="en-GB" sz="1200"/>
                        <a:t> the </a:t>
                      </a:r>
                      <a:r>
                        <a:rPr b="1" lang="en-GB" sz="1200"/>
                        <a:t>multiplication</a:t>
                      </a:r>
                      <a:r>
                        <a:rPr lang="en-GB" sz="1200"/>
                        <a:t> facts from the bar model and array given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75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Why does this example only have one bar model and one multiplication fact?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Because it is the same number multiplied by itself (3) to make 9.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grpSp>
        <p:nvGrpSpPr>
          <p:cNvPr id="167" name="Google Shape;167;p14"/>
          <p:cNvGrpSpPr/>
          <p:nvPr/>
        </p:nvGrpSpPr>
        <p:grpSpPr>
          <a:xfrm>
            <a:off x="4680756" y="989433"/>
            <a:ext cx="1940329" cy="388212"/>
            <a:chOff x="258320" y="1806520"/>
            <a:chExt cx="2923791" cy="388212"/>
          </a:xfrm>
        </p:grpSpPr>
        <p:sp>
          <p:nvSpPr>
            <p:cNvPr id="168" name="Google Shape;168;p1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4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2" name="Google Shape;172;p14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73" name="Google Shape;173;p14"/>
          <p:cNvGrpSpPr/>
          <p:nvPr/>
        </p:nvGrpSpPr>
        <p:grpSpPr>
          <a:xfrm>
            <a:off x="2855419" y="1181781"/>
            <a:ext cx="1126471" cy="1075912"/>
            <a:chOff x="4763408" y="7874555"/>
            <a:chExt cx="747708" cy="714149"/>
          </a:xfrm>
        </p:grpSpPr>
        <p:sp>
          <p:nvSpPr>
            <p:cNvPr id="174" name="Google Shape;174;p14"/>
            <p:cNvSpPr/>
            <p:nvPr/>
          </p:nvSpPr>
          <p:spPr>
            <a:xfrm>
              <a:off x="4763408" y="7874555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5030692" y="7874555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5297976" y="7880327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4770569" y="812250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5033806" y="812250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5301091" y="8128281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4770808" y="837534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5038092" y="837534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5305376" y="8373023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3" name="Google Shape;1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140" y="1340158"/>
            <a:ext cx="2106953" cy="746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21" y="4655650"/>
            <a:ext cx="2101672" cy="732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421" y="5644183"/>
            <a:ext cx="2101672" cy="75059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/>
          <p:nvPr/>
        </p:nvSpPr>
        <p:spPr>
          <a:xfrm>
            <a:off x="814455" y="7097920"/>
            <a:ext cx="49357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Write the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facts from the bar models or arrays given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71988" y="6867088"/>
            <a:ext cx="1034917" cy="461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8" name="Google Shape;188;p14"/>
          <p:cNvGraphicFramePr/>
          <p:nvPr/>
        </p:nvGraphicFramePr>
        <p:xfrm>
          <a:off x="87042" y="7474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830325"/>
                <a:gridCol w="3253650"/>
                <a:gridCol w="2598525"/>
              </a:tblGrid>
              <a:tr h="26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Representations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Multiplication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3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14"/>
          <p:cNvSpPr txBox="1"/>
          <p:nvPr>
            <p:ph idx="12" type="sldNum"/>
          </p:nvPr>
        </p:nvSpPr>
        <p:spPr>
          <a:xfrm>
            <a:off x="5310370" y="950761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0" name="Google Shape;19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2902" y="7798091"/>
            <a:ext cx="225742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12902" y="8626693"/>
            <a:ext cx="226695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4"/>
          <p:cNvGrpSpPr/>
          <p:nvPr/>
        </p:nvGrpSpPr>
        <p:grpSpPr>
          <a:xfrm>
            <a:off x="4579753" y="8193722"/>
            <a:ext cx="1940329" cy="828433"/>
            <a:chOff x="4405241" y="4314100"/>
            <a:chExt cx="1940329" cy="828433"/>
          </a:xfrm>
        </p:grpSpPr>
        <p:grpSp>
          <p:nvGrpSpPr>
            <p:cNvPr id="193" name="Google Shape;193;p14"/>
            <p:cNvGrpSpPr/>
            <p:nvPr/>
          </p:nvGrpSpPr>
          <p:grpSpPr>
            <a:xfrm>
              <a:off x="4405241" y="4314100"/>
              <a:ext cx="1940329" cy="388212"/>
              <a:chOff x="258320" y="1806520"/>
              <a:chExt cx="2923791" cy="388212"/>
            </a:xfrm>
          </p:grpSpPr>
          <p:sp>
            <p:nvSpPr>
              <p:cNvPr id="194" name="Google Shape;194;p14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4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4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4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98" name="Google Shape;198;p14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199" name="Google Shape;199;p14"/>
            <p:cNvGrpSpPr/>
            <p:nvPr/>
          </p:nvGrpSpPr>
          <p:grpSpPr>
            <a:xfrm>
              <a:off x="4405241" y="4754321"/>
              <a:ext cx="1940329" cy="388212"/>
              <a:chOff x="258320" y="1806520"/>
              <a:chExt cx="2923791" cy="388212"/>
            </a:xfrm>
          </p:grpSpPr>
          <p:sp>
            <p:nvSpPr>
              <p:cNvPr id="200" name="Google Shape;200;p14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4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4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4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04" name="Google Shape;204;p14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205" name="Google Shape;205;p14"/>
          <p:cNvSpPr txBox="1"/>
          <p:nvPr/>
        </p:nvSpPr>
        <p:spPr>
          <a:xfrm>
            <a:off x="4773923" y="4794760"/>
            <a:ext cx="1646605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2          3           6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3          2           6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4757588" y="997495"/>
            <a:ext cx="169950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3           3           9</a:t>
            </a:r>
            <a:br>
              <a:rPr b="1" lang="en-GB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4652629" y="8177797"/>
            <a:ext cx="176362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2          5           10</a:t>
            </a:r>
            <a:br>
              <a:rPr b="1" lang="en-GB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5          2           10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Google Shape;212;p15"/>
          <p:cNvGraphicFramePr/>
          <p:nvPr/>
        </p:nvGraphicFramePr>
        <p:xfrm>
          <a:off x="87042" y="2539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830500"/>
                <a:gridCol w="3254325"/>
                <a:gridCol w="2599075"/>
              </a:tblGrid>
              <a:tr h="26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Representations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Multiplication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213" name="Google Shape;213;p15"/>
          <p:cNvGrpSpPr/>
          <p:nvPr/>
        </p:nvGrpSpPr>
        <p:grpSpPr>
          <a:xfrm>
            <a:off x="4570078" y="927361"/>
            <a:ext cx="1940329" cy="828433"/>
            <a:chOff x="4421370" y="5437190"/>
            <a:chExt cx="1940329" cy="828433"/>
          </a:xfrm>
        </p:grpSpPr>
        <p:grpSp>
          <p:nvGrpSpPr>
            <p:cNvPr id="214" name="Google Shape;214;p15"/>
            <p:cNvGrpSpPr/>
            <p:nvPr/>
          </p:nvGrpSpPr>
          <p:grpSpPr>
            <a:xfrm>
              <a:off x="4421370" y="5437190"/>
              <a:ext cx="1940329" cy="388212"/>
              <a:chOff x="258320" y="1806520"/>
              <a:chExt cx="2923791" cy="388212"/>
            </a:xfrm>
          </p:grpSpPr>
          <p:sp>
            <p:nvSpPr>
              <p:cNvPr id="215" name="Google Shape;215;p15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5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5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19" name="Google Shape;219;p15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220" name="Google Shape;220;p15"/>
            <p:cNvGrpSpPr/>
            <p:nvPr/>
          </p:nvGrpSpPr>
          <p:grpSpPr>
            <a:xfrm>
              <a:off x="4421370" y="5877411"/>
              <a:ext cx="1940329" cy="388212"/>
              <a:chOff x="258320" y="1806520"/>
              <a:chExt cx="2923791" cy="388212"/>
            </a:xfrm>
          </p:grpSpPr>
          <p:sp>
            <p:nvSpPr>
              <p:cNvPr id="221" name="Google Shape;221;p15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5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5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5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25" name="Google Shape;225;p15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226" name="Google Shape;226;p15"/>
          <p:cNvGrpSpPr/>
          <p:nvPr/>
        </p:nvGrpSpPr>
        <p:grpSpPr>
          <a:xfrm>
            <a:off x="4516113" y="2761120"/>
            <a:ext cx="1940329" cy="828433"/>
            <a:chOff x="4438257" y="6415947"/>
            <a:chExt cx="1940329" cy="828433"/>
          </a:xfrm>
        </p:grpSpPr>
        <p:grpSp>
          <p:nvGrpSpPr>
            <p:cNvPr id="227" name="Google Shape;227;p15"/>
            <p:cNvGrpSpPr/>
            <p:nvPr/>
          </p:nvGrpSpPr>
          <p:grpSpPr>
            <a:xfrm>
              <a:off x="4438257" y="6415947"/>
              <a:ext cx="1940329" cy="388212"/>
              <a:chOff x="258320" y="1806520"/>
              <a:chExt cx="2923791" cy="388212"/>
            </a:xfrm>
          </p:grpSpPr>
          <p:sp>
            <p:nvSpPr>
              <p:cNvPr id="228" name="Google Shape;228;p15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5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5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5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32" name="Google Shape;232;p15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233" name="Google Shape;233;p15"/>
            <p:cNvGrpSpPr/>
            <p:nvPr/>
          </p:nvGrpSpPr>
          <p:grpSpPr>
            <a:xfrm>
              <a:off x="4438257" y="6856168"/>
              <a:ext cx="1940329" cy="388212"/>
              <a:chOff x="258320" y="1806520"/>
              <a:chExt cx="2923791" cy="388212"/>
            </a:xfrm>
          </p:grpSpPr>
          <p:sp>
            <p:nvSpPr>
              <p:cNvPr id="234" name="Google Shape;234;p15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15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5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5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38" name="Google Shape;238;p15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239" name="Google Shape;239;p15"/>
          <p:cNvGrpSpPr/>
          <p:nvPr/>
        </p:nvGrpSpPr>
        <p:grpSpPr>
          <a:xfrm>
            <a:off x="4518222" y="4490005"/>
            <a:ext cx="1940329" cy="828433"/>
            <a:chOff x="4464661" y="8465072"/>
            <a:chExt cx="1940329" cy="828433"/>
          </a:xfrm>
        </p:grpSpPr>
        <p:grpSp>
          <p:nvGrpSpPr>
            <p:cNvPr id="240" name="Google Shape;240;p15"/>
            <p:cNvGrpSpPr/>
            <p:nvPr/>
          </p:nvGrpSpPr>
          <p:grpSpPr>
            <a:xfrm>
              <a:off x="4464661" y="8465072"/>
              <a:ext cx="1940329" cy="388212"/>
              <a:chOff x="258320" y="1806520"/>
              <a:chExt cx="2923791" cy="388212"/>
            </a:xfrm>
          </p:grpSpPr>
          <p:sp>
            <p:nvSpPr>
              <p:cNvPr id="241" name="Google Shape;241;p15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15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15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15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45" name="Google Shape;245;p15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246" name="Google Shape;246;p15"/>
            <p:cNvGrpSpPr/>
            <p:nvPr/>
          </p:nvGrpSpPr>
          <p:grpSpPr>
            <a:xfrm>
              <a:off x="4464661" y="8905293"/>
              <a:ext cx="1940329" cy="388212"/>
              <a:chOff x="258320" y="1806520"/>
              <a:chExt cx="2923791" cy="388212"/>
            </a:xfrm>
          </p:grpSpPr>
          <p:sp>
            <p:nvSpPr>
              <p:cNvPr id="247" name="Google Shape;247;p15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15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15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15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51" name="Google Shape;251;p15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252" name="Google Shape;252;p15"/>
          <p:cNvSpPr txBox="1"/>
          <p:nvPr>
            <p:ph idx="12" type="sldNum"/>
          </p:nvPr>
        </p:nvSpPr>
        <p:spPr>
          <a:xfrm>
            <a:off x="5238058" y="946660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53" name="Google Shape;253;p15"/>
          <p:cNvGrpSpPr/>
          <p:nvPr/>
        </p:nvGrpSpPr>
        <p:grpSpPr>
          <a:xfrm>
            <a:off x="4519789" y="6081122"/>
            <a:ext cx="1940329" cy="828433"/>
            <a:chOff x="4464661" y="8465072"/>
            <a:chExt cx="1940329" cy="828433"/>
          </a:xfrm>
        </p:grpSpPr>
        <p:grpSp>
          <p:nvGrpSpPr>
            <p:cNvPr id="254" name="Google Shape;254;p15"/>
            <p:cNvGrpSpPr/>
            <p:nvPr/>
          </p:nvGrpSpPr>
          <p:grpSpPr>
            <a:xfrm>
              <a:off x="4464661" y="8465072"/>
              <a:ext cx="1940329" cy="388212"/>
              <a:chOff x="258320" y="1806520"/>
              <a:chExt cx="2923791" cy="388212"/>
            </a:xfrm>
          </p:grpSpPr>
          <p:sp>
            <p:nvSpPr>
              <p:cNvPr id="255" name="Google Shape;255;p15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5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5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5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59" name="Google Shape;259;p15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260" name="Google Shape;260;p15"/>
            <p:cNvGrpSpPr/>
            <p:nvPr/>
          </p:nvGrpSpPr>
          <p:grpSpPr>
            <a:xfrm>
              <a:off x="4464661" y="8905293"/>
              <a:ext cx="1940329" cy="388212"/>
              <a:chOff x="258320" y="1806520"/>
              <a:chExt cx="2923791" cy="388212"/>
            </a:xfrm>
          </p:grpSpPr>
          <p:sp>
            <p:nvSpPr>
              <p:cNvPr id="261" name="Google Shape;261;p15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5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5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5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65" name="Google Shape;265;p15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266" name="Google Shape;266;p15"/>
          <p:cNvGrpSpPr/>
          <p:nvPr/>
        </p:nvGrpSpPr>
        <p:grpSpPr>
          <a:xfrm>
            <a:off x="4511948" y="8011508"/>
            <a:ext cx="1940329" cy="828433"/>
            <a:chOff x="4464661" y="8465072"/>
            <a:chExt cx="1940329" cy="828433"/>
          </a:xfrm>
        </p:grpSpPr>
        <p:grpSp>
          <p:nvGrpSpPr>
            <p:cNvPr id="267" name="Google Shape;267;p15"/>
            <p:cNvGrpSpPr/>
            <p:nvPr/>
          </p:nvGrpSpPr>
          <p:grpSpPr>
            <a:xfrm>
              <a:off x="4464661" y="8465072"/>
              <a:ext cx="1940329" cy="388212"/>
              <a:chOff x="258320" y="1806520"/>
              <a:chExt cx="2923791" cy="388212"/>
            </a:xfrm>
          </p:grpSpPr>
          <p:sp>
            <p:nvSpPr>
              <p:cNvPr id="268" name="Google Shape;268;p15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5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5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5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72" name="Google Shape;272;p15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273" name="Google Shape;273;p15"/>
            <p:cNvGrpSpPr/>
            <p:nvPr/>
          </p:nvGrpSpPr>
          <p:grpSpPr>
            <a:xfrm>
              <a:off x="4464661" y="8905293"/>
              <a:ext cx="1940329" cy="388212"/>
              <a:chOff x="258320" y="1806520"/>
              <a:chExt cx="2923791" cy="388212"/>
            </a:xfrm>
          </p:grpSpPr>
          <p:sp>
            <p:nvSpPr>
              <p:cNvPr id="274" name="Google Shape;274;p15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5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5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5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78" name="Google Shape;278;p15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pic>
        <p:nvPicPr>
          <p:cNvPr id="279" name="Google Shape;2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8114" y="588558"/>
            <a:ext cx="22764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8114" y="1460646"/>
            <a:ext cx="22764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58114" y="2356307"/>
            <a:ext cx="2286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7312" y="3178636"/>
            <a:ext cx="226695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67186" y="4046031"/>
            <a:ext cx="226695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86236" y="4853230"/>
            <a:ext cx="22479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86236" y="5734183"/>
            <a:ext cx="227647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93254" y="6521105"/>
            <a:ext cx="22574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76637" y="7415196"/>
            <a:ext cx="259080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5"/>
          <p:cNvSpPr txBox="1"/>
          <p:nvPr/>
        </p:nvSpPr>
        <p:spPr>
          <a:xfrm>
            <a:off x="4645067" y="995287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2         10          20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10        2           20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4570078" y="2789599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4           5         20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5          4           20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4570077" y="4527033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3         10          20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10        3           30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4551817" y="6134213"/>
            <a:ext cx="182774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15         2          30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2          15          30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4551817" y="8073063"/>
            <a:ext cx="181652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5           6          30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6           5          30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" name="Google Shape;297;p16"/>
          <p:cNvGraphicFramePr/>
          <p:nvPr/>
        </p:nvGraphicFramePr>
        <p:xfrm>
          <a:off x="99943" y="558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830500"/>
                <a:gridCol w="3117125"/>
                <a:gridCol w="2736300"/>
              </a:tblGrid>
              <a:tr h="28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Representations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Multiplication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7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24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For the following questions, complete the bar models and write the multiplication facts.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77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Multiplication Facts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7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7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5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98" name="Google Shape;298;p16"/>
          <p:cNvSpPr txBox="1"/>
          <p:nvPr>
            <p:ph idx="12" type="sldNum"/>
          </p:nvPr>
        </p:nvSpPr>
        <p:spPr>
          <a:xfrm>
            <a:off x="5389829" y="957653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99" name="Google Shape;299;p16"/>
          <p:cNvGrpSpPr/>
          <p:nvPr/>
        </p:nvGrpSpPr>
        <p:grpSpPr>
          <a:xfrm>
            <a:off x="4435204" y="466514"/>
            <a:ext cx="1940329" cy="828433"/>
            <a:chOff x="4213855" y="440283"/>
            <a:chExt cx="1940329" cy="828433"/>
          </a:xfrm>
        </p:grpSpPr>
        <p:grpSp>
          <p:nvGrpSpPr>
            <p:cNvPr id="300" name="Google Shape;300;p16"/>
            <p:cNvGrpSpPr/>
            <p:nvPr/>
          </p:nvGrpSpPr>
          <p:grpSpPr>
            <a:xfrm>
              <a:off x="4213855" y="440283"/>
              <a:ext cx="1940329" cy="388212"/>
              <a:chOff x="258320" y="1806520"/>
              <a:chExt cx="2923791" cy="388212"/>
            </a:xfrm>
          </p:grpSpPr>
          <p:sp>
            <p:nvSpPr>
              <p:cNvPr id="301" name="Google Shape;301;p16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6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05" name="Google Shape;305;p16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306" name="Google Shape;306;p16"/>
            <p:cNvGrpSpPr/>
            <p:nvPr/>
          </p:nvGrpSpPr>
          <p:grpSpPr>
            <a:xfrm>
              <a:off x="4213855" y="880504"/>
              <a:ext cx="1940329" cy="388212"/>
              <a:chOff x="258320" y="1806520"/>
              <a:chExt cx="2923791" cy="388212"/>
            </a:xfrm>
          </p:grpSpPr>
          <p:sp>
            <p:nvSpPr>
              <p:cNvPr id="307" name="Google Shape;307;p16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6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11" name="Google Shape;311;p16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312" name="Google Shape;312;p16"/>
          <p:cNvGrpSpPr/>
          <p:nvPr/>
        </p:nvGrpSpPr>
        <p:grpSpPr>
          <a:xfrm>
            <a:off x="4435204" y="1518769"/>
            <a:ext cx="1940329" cy="828433"/>
            <a:chOff x="4213855" y="1620497"/>
            <a:chExt cx="1940329" cy="828433"/>
          </a:xfrm>
        </p:grpSpPr>
        <p:grpSp>
          <p:nvGrpSpPr>
            <p:cNvPr id="313" name="Google Shape;313;p16"/>
            <p:cNvGrpSpPr/>
            <p:nvPr/>
          </p:nvGrpSpPr>
          <p:grpSpPr>
            <a:xfrm>
              <a:off x="4213855" y="1620497"/>
              <a:ext cx="1940329" cy="388212"/>
              <a:chOff x="258320" y="1806520"/>
              <a:chExt cx="2923791" cy="388212"/>
            </a:xfrm>
          </p:grpSpPr>
          <p:sp>
            <p:nvSpPr>
              <p:cNvPr id="314" name="Google Shape;314;p16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6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18" name="Google Shape;318;p16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319" name="Google Shape;319;p16"/>
            <p:cNvGrpSpPr/>
            <p:nvPr/>
          </p:nvGrpSpPr>
          <p:grpSpPr>
            <a:xfrm>
              <a:off x="4213855" y="2060718"/>
              <a:ext cx="1940329" cy="388212"/>
              <a:chOff x="258320" y="1806520"/>
              <a:chExt cx="2923791" cy="388212"/>
            </a:xfrm>
          </p:grpSpPr>
          <p:sp>
            <p:nvSpPr>
              <p:cNvPr id="320" name="Google Shape;320;p16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6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24" name="Google Shape;324;p16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325" name="Google Shape;325;p16"/>
          <p:cNvGrpSpPr/>
          <p:nvPr/>
        </p:nvGrpSpPr>
        <p:grpSpPr>
          <a:xfrm>
            <a:off x="4435204" y="2845644"/>
            <a:ext cx="1940329" cy="828433"/>
            <a:chOff x="4234951" y="2668860"/>
            <a:chExt cx="1940329" cy="828433"/>
          </a:xfrm>
        </p:grpSpPr>
        <p:grpSp>
          <p:nvGrpSpPr>
            <p:cNvPr id="326" name="Google Shape;326;p16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327" name="Google Shape;327;p16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6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6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16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31" name="Google Shape;331;p16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332" name="Google Shape;332;p16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333" name="Google Shape;333;p16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6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6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6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37" name="Google Shape;337;p16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338" name="Google Shape;338;p16"/>
          <p:cNvGrpSpPr/>
          <p:nvPr/>
        </p:nvGrpSpPr>
        <p:grpSpPr>
          <a:xfrm>
            <a:off x="4435204" y="5143804"/>
            <a:ext cx="1940329" cy="828433"/>
            <a:chOff x="4234951" y="4771802"/>
            <a:chExt cx="1940329" cy="828433"/>
          </a:xfrm>
        </p:grpSpPr>
        <p:grpSp>
          <p:nvGrpSpPr>
            <p:cNvPr id="339" name="Google Shape;339;p16"/>
            <p:cNvGrpSpPr/>
            <p:nvPr/>
          </p:nvGrpSpPr>
          <p:grpSpPr>
            <a:xfrm>
              <a:off x="4234951" y="4771802"/>
              <a:ext cx="1940329" cy="388212"/>
              <a:chOff x="258320" y="1806520"/>
              <a:chExt cx="2923791" cy="388212"/>
            </a:xfrm>
          </p:grpSpPr>
          <p:sp>
            <p:nvSpPr>
              <p:cNvPr id="340" name="Google Shape;340;p16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6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6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6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44" name="Google Shape;344;p16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345" name="Google Shape;345;p16"/>
            <p:cNvGrpSpPr/>
            <p:nvPr/>
          </p:nvGrpSpPr>
          <p:grpSpPr>
            <a:xfrm>
              <a:off x="4234951" y="5212023"/>
              <a:ext cx="1940329" cy="388212"/>
              <a:chOff x="258320" y="1806520"/>
              <a:chExt cx="2923791" cy="388212"/>
            </a:xfrm>
          </p:grpSpPr>
          <p:sp>
            <p:nvSpPr>
              <p:cNvPr id="346" name="Google Shape;346;p16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6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6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6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50" name="Google Shape;350;p16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351" name="Google Shape;351;p16"/>
          <p:cNvGrpSpPr/>
          <p:nvPr/>
        </p:nvGrpSpPr>
        <p:grpSpPr>
          <a:xfrm>
            <a:off x="4419664" y="6729103"/>
            <a:ext cx="1940329" cy="828433"/>
            <a:chOff x="4234951" y="6803898"/>
            <a:chExt cx="1940329" cy="828433"/>
          </a:xfrm>
        </p:grpSpPr>
        <p:grpSp>
          <p:nvGrpSpPr>
            <p:cNvPr id="352" name="Google Shape;352;p16"/>
            <p:cNvGrpSpPr/>
            <p:nvPr/>
          </p:nvGrpSpPr>
          <p:grpSpPr>
            <a:xfrm>
              <a:off x="4234951" y="6803898"/>
              <a:ext cx="1940329" cy="388212"/>
              <a:chOff x="258320" y="1806520"/>
              <a:chExt cx="2923791" cy="388212"/>
            </a:xfrm>
          </p:grpSpPr>
          <p:sp>
            <p:nvSpPr>
              <p:cNvPr id="353" name="Google Shape;353;p16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16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6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6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57" name="Google Shape;357;p16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358" name="Google Shape;358;p16"/>
            <p:cNvGrpSpPr/>
            <p:nvPr/>
          </p:nvGrpSpPr>
          <p:grpSpPr>
            <a:xfrm>
              <a:off x="4234951" y="7244119"/>
              <a:ext cx="1940329" cy="388212"/>
              <a:chOff x="258320" y="1806520"/>
              <a:chExt cx="2923791" cy="388212"/>
            </a:xfrm>
          </p:grpSpPr>
          <p:sp>
            <p:nvSpPr>
              <p:cNvPr id="359" name="Google Shape;359;p16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6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6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6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63" name="Google Shape;363;p16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364" name="Google Shape;364;p16"/>
          <p:cNvGrpSpPr/>
          <p:nvPr/>
        </p:nvGrpSpPr>
        <p:grpSpPr>
          <a:xfrm>
            <a:off x="4435204" y="8350015"/>
            <a:ext cx="1940329" cy="828433"/>
            <a:chOff x="4234951" y="7841732"/>
            <a:chExt cx="1940329" cy="828433"/>
          </a:xfrm>
        </p:grpSpPr>
        <p:grpSp>
          <p:nvGrpSpPr>
            <p:cNvPr id="365" name="Google Shape;365;p16"/>
            <p:cNvGrpSpPr/>
            <p:nvPr/>
          </p:nvGrpSpPr>
          <p:grpSpPr>
            <a:xfrm>
              <a:off x="4234951" y="7841732"/>
              <a:ext cx="1940329" cy="388212"/>
              <a:chOff x="258320" y="1806520"/>
              <a:chExt cx="2923791" cy="388212"/>
            </a:xfrm>
          </p:grpSpPr>
          <p:sp>
            <p:nvSpPr>
              <p:cNvPr id="366" name="Google Shape;366;p16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6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70" name="Google Shape;370;p16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371" name="Google Shape;371;p16"/>
            <p:cNvGrpSpPr/>
            <p:nvPr/>
          </p:nvGrpSpPr>
          <p:grpSpPr>
            <a:xfrm>
              <a:off x="4234951" y="8281953"/>
              <a:ext cx="1940329" cy="388212"/>
              <a:chOff x="258320" y="1806520"/>
              <a:chExt cx="2923791" cy="388212"/>
            </a:xfrm>
          </p:grpSpPr>
          <p:sp>
            <p:nvSpPr>
              <p:cNvPr id="372" name="Google Shape;372;p16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6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76" name="Google Shape;376;p16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aphicFrame>
        <p:nvGraphicFramePr>
          <p:cNvPr id="377" name="Google Shape;377;p16"/>
          <p:cNvGraphicFramePr/>
          <p:nvPr/>
        </p:nvGraphicFramePr>
        <p:xfrm>
          <a:off x="1283139" y="16064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601775"/>
                <a:gridCol w="601775"/>
                <a:gridCol w="601775"/>
                <a:gridCol w="601775"/>
              </a:tblGrid>
              <a:tr h="28640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8" name="Google Shape;378;p16"/>
          <p:cNvGraphicFramePr/>
          <p:nvPr/>
        </p:nvGraphicFramePr>
        <p:xfrm>
          <a:off x="1286947" y="25592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01300"/>
                <a:gridCol w="201300"/>
                <a:gridCol w="201300"/>
                <a:gridCol w="201300"/>
                <a:gridCol w="201300"/>
                <a:gridCol w="201300"/>
                <a:gridCol w="201300"/>
                <a:gridCol w="201300"/>
                <a:gridCol w="201300"/>
                <a:gridCol w="201300"/>
                <a:gridCol w="201300"/>
                <a:gridCol w="201300"/>
              </a:tblGrid>
              <a:tr h="286400">
                <a:tc gridSpan="1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9" name="Google Shape;379;p16"/>
          <p:cNvGraphicFramePr/>
          <p:nvPr/>
        </p:nvGraphicFramePr>
        <p:xfrm>
          <a:off x="1291181" y="3306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1205650"/>
                <a:gridCol w="1205650"/>
              </a:tblGrid>
              <a:tr h="2864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0" name="Google Shape;380;p16"/>
          <p:cNvGraphicFramePr/>
          <p:nvPr/>
        </p:nvGraphicFramePr>
        <p:xfrm>
          <a:off x="1283139" y="48737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597975"/>
                <a:gridCol w="597975"/>
                <a:gridCol w="597975"/>
                <a:gridCol w="597975"/>
              </a:tblGrid>
              <a:tr h="28640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1" name="Google Shape;381;p16"/>
          <p:cNvGraphicFramePr/>
          <p:nvPr/>
        </p:nvGraphicFramePr>
        <p:xfrm>
          <a:off x="1290752" y="5584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98650"/>
                <a:gridCol w="398650"/>
                <a:gridCol w="398650"/>
                <a:gridCol w="398650"/>
                <a:gridCol w="398650"/>
                <a:gridCol w="398650"/>
              </a:tblGrid>
              <a:tr h="286400">
                <a:tc grid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2" name="Google Shape;382;p16"/>
          <p:cNvGraphicFramePr/>
          <p:nvPr/>
        </p:nvGraphicFramePr>
        <p:xfrm>
          <a:off x="1290750" y="64398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39200"/>
                <a:gridCol w="239200"/>
                <a:gridCol w="239200"/>
                <a:gridCol w="239200"/>
                <a:gridCol w="239200"/>
                <a:gridCol w="239200"/>
                <a:gridCol w="239200"/>
                <a:gridCol w="239200"/>
                <a:gridCol w="239200"/>
                <a:gridCol w="239200"/>
              </a:tblGrid>
              <a:tr h="286400">
                <a:tc gridSpan="10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3" name="Google Shape;383;p16"/>
          <p:cNvGraphicFramePr/>
          <p:nvPr/>
        </p:nvGraphicFramePr>
        <p:xfrm>
          <a:off x="1290750" y="71699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597975"/>
                <a:gridCol w="597975"/>
                <a:gridCol w="597975"/>
                <a:gridCol w="597975"/>
              </a:tblGrid>
              <a:tr h="28640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40</a:t>
                      </a:r>
                      <a:endParaRPr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84" name="Google Shape;3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371" y="496479"/>
            <a:ext cx="2925792" cy="7275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5" name="Google Shape;385;p16"/>
          <p:cNvGraphicFramePr/>
          <p:nvPr/>
        </p:nvGraphicFramePr>
        <p:xfrm>
          <a:off x="1298363" y="80141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98650"/>
                <a:gridCol w="398650"/>
                <a:gridCol w="398650"/>
                <a:gridCol w="398650"/>
                <a:gridCol w="398650"/>
                <a:gridCol w="398650"/>
              </a:tblGrid>
              <a:tr h="286400">
                <a:tc grid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86" name="Google Shape;3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1107" y="8696152"/>
            <a:ext cx="2475211" cy="88030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6"/>
          <p:cNvSpPr txBox="1"/>
          <p:nvPr/>
        </p:nvSpPr>
        <p:spPr>
          <a:xfrm>
            <a:off x="4468088" y="521241"/>
            <a:ext cx="176362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2          8          16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8          2           16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 txBox="1"/>
          <p:nvPr/>
        </p:nvSpPr>
        <p:spPr>
          <a:xfrm>
            <a:off x="4484195" y="1585650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4          4          16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4          4           16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 txBox="1"/>
          <p:nvPr/>
        </p:nvSpPr>
        <p:spPr>
          <a:xfrm>
            <a:off x="4468088" y="2904936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12         2          24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2          12         24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 txBox="1"/>
          <p:nvPr/>
        </p:nvSpPr>
        <p:spPr>
          <a:xfrm>
            <a:off x="4468088" y="5161946"/>
            <a:ext cx="181652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4           6          24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6           4           24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 txBox="1"/>
          <p:nvPr/>
        </p:nvSpPr>
        <p:spPr>
          <a:xfrm>
            <a:off x="4450586" y="6749282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10        4          40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4         10         40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 txBox="1"/>
          <p:nvPr/>
        </p:nvSpPr>
        <p:spPr>
          <a:xfrm>
            <a:off x="4462477" y="8417787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6           3          18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3          6           18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 txBox="1"/>
          <p:nvPr/>
        </p:nvSpPr>
        <p:spPr>
          <a:xfrm>
            <a:off x="1353381" y="5856081"/>
            <a:ext cx="23150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4     4      4     4      4     4</a:t>
            </a:r>
            <a:endParaRPr/>
          </a:p>
        </p:txBody>
      </p:sp>
      <p:sp>
        <p:nvSpPr>
          <p:cNvPr id="394" name="Google Shape;394;p16"/>
          <p:cNvSpPr txBox="1"/>
          <p:nvPr/>
        </p:nvSpPr>
        <p:spPr>
          <a:xfrm>
            <a:off x="1392330" y="7427886"/>
            <a:ext cx="228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10       10       10       10</a:t>
            </a:r>
            <a:endParaRPr/>
          </a:p>
        </p:txBody>
      </p:sp>
      <p:sp>
        <p:nvSpPr>
          <p:cNvPr id="395" name="Google Shape;395;p16"/>
          <p:cNvSpPr txBox="1"/>
          <p:nvPr/>
        </p:nvSpPr>
        <p:spPr>
          <a:xfrm>
            <a:off x="1549188" y="9158666"/>
            <a:ext cx="1963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6             6              6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0" name="Google Shape;400;p17"/>
          <p:cNvGraphicFramePr/>
          <p:nvPr/>
        </p:nvGraphicFramePr>
        <p:xfrm>
          <a:off x="99943" y="558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830500"/>
                <a:gridCol w="3117125"/>
                <a:gridCol w="2736300"/>
              </a:tblGrid>
              <a:tr h="278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Multiplication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52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3. For the following questions, use the one bar model to deduce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both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multiplication facts.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05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1" name="Google Shape;401;p17"/>
          <p:cNvSpPr txBox="1"/>
          <p:nvPr>
            <p:ph idx="12" type="sldNum"/>
          </p:nvPr>
        </p:nvSpPr>
        <p:spPr>
          <a:xfrm>
            <a:off x="5389829" y="957653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02" name="Google Shape;402;p17"/>
          <p:cNvGrpSpPr/>
          <p:nvPr/>
        </p:nvGrpSpPr>
        <p:grpSpPr>
          <a:xfrm>
            <a:off x="4435204" y="911486"/>
            <a:ext cx="1940329" cy="828433"/>
            <a:chOff x="4213855" y="440283"/>
            <a:chExt cx="1940329" cy="828433"/>
          </a:xfrm>
        </p:grpSpPr>
        <p:grpSp>
          <p:nvGrpSpPr>
            <p:cNvPr id="403" name="Google Shape;403;p17"/>
            <p:cNvGrpSpPr/>
            <p:nvPr/>
          </p:nvGrpSpPr>
          <p:grpSpPr>
            <a:xfrm>
              <a:off x="4213855" y="440283"/>
              <a:ext cx="1940329" cy="388212"/>
              <a:chOff x="258320" y="1806520"/>
              <a:chExt cx="2923791" cy="388212"/>
            </a:xfrm>
          </p:grpSpPr>
          <p:sp>
            <p:nvSpPr>
              <p:cNvPr id="404" name="Google Shape;404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08" name="Google Shape;408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09" name="Google Shape;409;p17"/>
            <p:cNvGrpSpPr/>
            <p:nvPr/>
          </p:nvGrpSpPr>
          <p:grpSpPr>
            <a:xfrm>
              <a:off x="4213855" y="880504"/>
              <a:ext cx="1940329" cy="388212"/>
              <a:chOff x="258320" y="1806520"/>
              <a:chExt cx="2923791" cy="388212"/>
            </a:xfrm>
          </p:grpSpPr>
          <p:sp>
            <p:nvSpPr>
              <p:cNvPr id="410" name="Google Shape;410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14" name="Google Shape;414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415" name="Google Shape;415;p17"/>
          <p:cNvGrpSpPr/>
          <p:nvPr/>
        </p:nvGrpSpPr>
        <p:grpSpPr>
          <a:xfrm>
            <a:off x="4435204" y="2657754"/>
            <a:ext cx="1940329" cy="828433"/>
            <a:chOff x="4234951" y="2668860"/>
            <a:chExt cx="1940329" cy="828433"/>
          </a:xfrm>
        </p:grpSpPr>
        <p:grpSp>
          <p:nvGrpSpPr>
            <p:cNvPr id="416" name="Google Shape;416;p17"/>
            <p:cNvGrpSpPr/>
            <p:nvPr/>
          </p:nvGrpSpPr>
          <p:grpSpPr>
            <a:xfrm>
              <a:off x="4234951" y="2668860"/>
              <a:ext cx="1940329" cy="388212"/>
              <a:chOff x="258320" y="1806520"/>
              <a:chExt cx="2923791" cy="388212"/>
            </a:xfrm>
          </p:grpSpPr>
          <p:sp>
            <p:nvSpPr>
              <p:cNvPr id="417" name="Google Shape;417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21" name="Google Shape;421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22" name="Google Shape;422;p17"/>
            <p:cNvGrpSpPr/>
            <p:nvPr/>
          </p:nvGrpSpPr>
          <p:grpSpPr>
            <a:xfrm>
              <a:off x="4234951" y="3109081"/>
              <a:ext cx="1940329" cy="388212"/>
              <a:chOff x="258320" y="1806520"/>
              <a:chExt cx="2923791" cy="388212"/>
            </a:xfrm>
          </p:grpSpPr>
          <p:sp>
            <p:nvSpPr>
              <p:cNvPr id="423" name="Google Shape;423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27" name="Google Shape;427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428" name="Google Shape;428;p17"/>
          <p:cNvGrpSpPr/>
          <p:nvPr/>
        </p:nvGrpSpPr>
        <p:grpSpPr>
          <a:xfrm>
            <a:off x="4435204" y="4519120"/>
            <a:ext cx="1940329" cy="828433"/>
            <a:chOff x="4234951" y="4771802"/>
            <a:chExt cx="1940329" cy="828433"/>
          </a:xfrm>
        </p:grpSpPr>
        <p:grpSp>
          <p:nvGrpSpPr>
            <p:cNvPr id="429" name="Google Shape;429;p17"/>
            <p:cNvGrpSpPr/>
            <p:nvPr/>
          </p:nvGrpSpPr>
          <p:grpSpPr>
            <a:xfrm>
              <a:off x="4234951" y="4771802"/>
              <a:ext cx="1940329" cy="388212"/>
              <a:chOff x="258320" y="1806520"/>
              <a:chExt cx="2923791" cy="388212"/>
            </a:xfrm>
          </p:grpSpPr>
          <p:sp>
            <p:nvSpPr>
              <p:cNvPr id="430" name="Google Shape;430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34" name="Google Shape;434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35" name="Google Shape;435;p17"/>
            <p:cNvGrpSpPr/>
            <p:nvPr/>
          </p:nvGrpSpPr>
          <p:grpSpPr>
            <a:xfrm>
              <a:off x="4234951" y="5212023"/>
              <a:ext cx="1940329" cy="388212"/>
              <a:chOff x="258320" y="1806520"/>
              <a:chExt cx="2923791" cy="388212"/>
            </a:xfrm>
          </p:grpSpPr>
          <p:sp>
            <p:nvSpPr>
              <p:cNvPr id="436" name="Google Shape;436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40" name="Google Shape;440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441" name="Google Shape;441;p17"/>
          <p:cNvGrpSpPr/>
          <p:nvPr/>
        </p:nvGrpSpPr>
        <p:grpSpPr>
          <a:xfrm>
            <a:off x="4435204" y="5580665"/>
            <a:ext cx="1940329" cy="828433"/>
            <a:chOff x="4234951" y="5770223"/>
            <a:chExt cx="1940329" cy="828433"/>
          </a:xfrm>
        </p:grpSpPr>
        <p:grpSp>
          <p:nvGrpSpPr>
            <p:cNvPr id="442" name="Google Shape;442;p17"/>
            <p:cNvGrpSpPr/>
            <p:nvPr/>
          </p:nvGrpSpPr>
          <p:grpSpPr>
            <a:xfrm>
              <a:off x="4234951" y="5770223"/>
              <a:ext cx="1940329" cy="388212"/>
              <a:chOff x="258320" y="1806520"/>
              <a:chExt cx="2923791" cy="388212"/>
            </a:xfrm>
          </p:grpSpPr>
          <p:sp>
            <p:nvSpPr>
              <p:cNvPr id="443" name="Google Shape;443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47" name="Google Shape;447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48" name="Google Shape;448;p17"/>
            <p:cNvGrpSpPr/>
            <p:nvPr/>
          </p:nvGrpSpPr>
          <p:grpSpPr>
            <a:xfrm>
              <a:off x="4234951" y="6210444"/>
              <a:ext cx="1940329" cy="388212"/>
              <a:chOff x="258320" y="1806520"/>
              <a:chExt cx="2923791" cy="388212"/>
            </a:xfrm>
          </p:grpSpPr>
          <p:sp>
            <p:nvSpPr>
              <p:cNvPr id="449" name="Google Shape;449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53" name="Google Shape;453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454" name="Google Shape;454;p17"/>
          <p:cNvGrpSpPr/>
          <p:nvPr/>
        </p:nvGrpSpPr>
        <p:grpSpPr>
          <a:xfrm>
            <a:off x="4435204" y="6611596"/>
            <a:ext cx="1940329" cy="828433"/>
            <a:chOff x="4234951" y="6803898"/>
            <a:chExt cx="1940329" cy="828433"/>
          </a:xfrm>
        </p:grpSpPr>
        <p:grpSp>
          <p:nvGrpSpPr>
            <p:cNvPr id="455" name="Google Shape;455;p17"/>
            <p:cNvGrpSpPr/>
            <p:nvPr/>
          </p:nvGrpSpPr>
          <p:grpSpPr>
            <a:xfrm>
              <a:off x="4234951" y="6803898"/>
              <a:ext cx="1940329" cy="388212"/>
              <a:chOff x="258320" y="1806520"/>
              <a:chExt cx="2923791" cy="388212"/>
            </a:xfrm>
          </p:grpSpPr>
          <p:sp>
            <p:nvSpPr>
              <p:cNvPr id="456" name="Google Shape;456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60" name="Google Shape;460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61" name="Google Shape;461;p17"/>
            <p:cNvGrpSpPr/>
            <p:nvPr/>
          </p:nvGrpSpPr>
          <p:grpSpPr>
            <a:xfrm>
              <a:off x="4234951" y="7244119"/>
              <a:ext cx="1940329" cy="388212"/>
              <a:chOff x="258320" y="1806520"/>
              <a:chExt cx="2923791" cy="388212"/>
            </a:xfrm>
          </p:grpSpPr>
          <p:sp>
            <p:nvSpPr>
              <p:cNvPr id="462" name="Google Shape;462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66" name="Google Shape;466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467" name="Google Shape;467;p17"/>
          <p:cNvGrpSpPr/>
          <p:nvPr/>
        </p:nvGrpSpPr>
        <p:grpSpPr>
          <a:xfrm>
            <a:off x="4419664" y="7691168"/>
            <a:ext cx="1940329" cy="828433"/>
            <a:chOff x="4234951" y="7841732"/>
            <a:chExt cx="1940329" cy="828433"/>
          </a:xfrm>
        </p:grpSpPr>
        <p:grpSp>
          <p:nvGrpSpPr>
            <p:cNvPr id="468" name="Google Shape;468;p17"/>
            <p:cNvGrpSpPr/>
            <p:nvPr/>
          </p:nvGrpSpPr>
          <p:grpSpPr>
            <a:xfrm>
              <a:off x="4234951" y="7841732"/>
              <a:ext cx="1940329" cy="388212"/>
              <a:chOff x="258320" y="1806520"/>
              <a:chExt cx="2923791" cy="388212"/>
            </a:xfrm>
          </p:grpSpPr>
          <p:sp>
            <p:nvSpPr>
              <p:cNvPr id="469" name="Google Shape;469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73" name="Google Shape;473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74" name="Google Shape;474;p17"/>
            <p:cNvGrpSpPr/>
            <p:nvPr/>
          </p:nvGrpSpPr>
          <p:grpSpPr>
            <a:xfrm>
              <a:off x="4234951" y="8281953"/>
              <a:ext cx="1940329" cy="388212"/>
              <a:chOff x="258320" y="1806520"/>
              <a:chExt cx="2923791" cy="388212"/>
            </a:xfrm>
          </p:grpSpPr>
          <p:sp>
            <p:nvSpPr>
              <p:cNvPr id="475" name="Google Shape;475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79" name="Google Shape;479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480" name="Google Shape;480;p17"/>
          <p:cNvGrpSpPr/>
          <p:nvPr/>
        </p:nvGrpSpPr>
        <p:grpSpPr>
          <a:xfrm>
            <a:off x="4435204" y="8748104"/>
            <a:ext cx="1940329" cy="828433"/>
            <a:chOff x="4242959" y="8880655"/>
            <a:chExt cx="1940329" cy="828433"/>
          </a:xfrm>
        </p:grpSpPr>
        <p:grpSp>
          <p:nvGrpSpPr>
            <p:cNvPr id="481" name="Google Shape;481;p17"/>
            <p:cNvGrpSpPr/>
            <p:nvPr/>
          </p:nvGrpSpPr>
          <p:grpSpPr>
            <a:xfrm>
              <a:off x="4242959" y="8880655"/>
              <a:ext cx="1940329" cy="388212"/>
              <a:chOff x="258320" y="1806520"/>
              <a:chExt cx="2923791" cy="388212"/>
            </a:xfrm>
          </p:grpSpPr>
          <p:sp>
            <p:nvSpPr>
              <p:cNvPr id="482" name="Google Shape;482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86" name="Google Shape;486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487" name="Google Shape;487;p17"/>
            <p:cNvGrpSpPr/>
            <p:nvPr/>
          </p:nvGrpSpPr>
          <p:grpSpPr>
            <a:xfrm>
              <a:off x="4242959" y="9320876"/>
              <a:ext cx="1940329" cy="388212"/>
              <a:chOff x="258320" y="1806520"/>
              <a:chExt cx="2923791" cy="388212"/>
            </a:xfrm>
          </p:grpSpPr>
          <p:sp>
            <p:nvSpPr>
              <p:cNvPr id="488" name="Google Shape;488;p17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17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17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17"/>
              <p:cNvSpPr txBox="1"/>
              <p:nvPr/>
            </p:nvSpPr>
            <p:spPr>
              <a:xfrm>
                <a:off x="783942" y="1806520"/>
                <a:ext cx="5318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492" name="Google Shape;492;p17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aphicFrame>
        <p:nvGraphicFramePr>
          <p:cNvPr id="493" name="Google Shape;493;p17"/>
          <p:cNvGraphicFramePr/>
          <p:nvPr/>
        </p:nvGraphicFramePr>
        <p:xfrm>
          <a:off x="1431654" y="45593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446725"/>
                <a:gridCol w="446725"/>
                <a:gridCol w="446725"/>
                <a:gridCol w="446725"/>
                <a:gridCol w="446725"/>
              </a:tblGrid>
              <a:tr h="286400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4" name="Google Shape;494;p17"/>
          <p:cNvGraphicFramePr/>
          <p:nvPr/>
        </p:nvGraphicFramePr>
        <p:xfrm>
          <a:off x="1411736" y="56436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450725"/>
                <a:gridCol w="450725"/>
                <a:gridCol w="450725"/>
                <a:gridCol w="450725"/>
                <a:gridCol w="450725"/>
              </a:tblGrid>
              <a:tr h="286400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5" name="Google Shape;495;p17"/>
          <p:cNvGraphicFramePr/>
          <p:nvPr/>
        </p:nvGraphicFramePr>
        <p:xfrm>
          <a:off x="1417268" y="87787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21150"/>
                <a:gridCol w="321150"/>
                <a:gridCol w="321150"/>
                <a:gridCol w="321150"/>
                <a:gridCol w="321150"/>
                <a:gridCol w="321150"/>
                <a:gridCol w="321150"/>
              </a:tblGrid>
              <a:tr h="286400">
                <a:tc grid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6" name="Google Shape;496;p17"/>
          <p:cNvGraphicFramePr/>
          <p:nvPr/>
        </p:nvGraphicFramePr>
        <p:xfrm>
          <a:off x="1402885" y="66704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23200"/>
                <a:gridCol w="323200"/>
                <a:gridCol w="323200"/>
                <a:gridCol w="323200"/>
                <a:gridCol w="323200"/>
                <a:gridCol w="323200"/>
                <a:gridCol w="323200"/>
              </a:tblGrid>
              <a:tr h="286400">
                <a:tc grid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497" name="Google Shape;4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388" y="449913"/>
            <a:ext cx="226695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9310" y="1307594"/>
            <a:ext cx="2286028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9310" y="2253420"/>
            <a:ext cx="2286028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79310" y="3076612"/>
            <a:ext cx="2286028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79310" y="7676996"/>
            <a:ext cx="2300412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7"/>
          <p:cNvSpPr txBox="1"/>
          <p:nvPr/>
        </p:nvSpPr>
        <p:spPr>
          <a:xfrm>
            <a:off x="2312972" y="136932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503" name="Google Shape;503;p17"/>
          <p:cNvSpPr txBox="1"/>
          <p:nvPr/>
        </p:nvSpPr>
        <p:spPr>
          <a:xfrm>
            <a:off x="2310626" y="314545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504" name="Google Shape;504;p17"/>
          <p:cNvSpPr txBox="1"/>
          <p:nvPr/>
        </p:nvSpPr>
        <p:spPr>
          <a:xfrm>
            <a:off x="4506524" y="937116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7          3          21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3          7           21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 txBox="1"/>
          <p:nvPr/>
        </p:nvSpPr>
        <p:spPr>
          <a:xfrm>
            <a:off x="4500655" y="2722050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4          8          32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8          4           32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 txBox="1"/>
          <p:nvPr/>
        </p:nvSpPr>
        <p:spPr>
          <a:xfrm>
            <a:off x="4500655" y="4552027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5          7          35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7          5           35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 txBox="1"/>
          <p:nvPr/>
        </p:nvSpPr>
        <p:spPr>
          <a:xfrm>
            <a:off x="4532485" y="5653967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5          9          45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9          5           45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 txBox="1"/>
          <p:nvPr/>
        </p:nvSpPr>
        <p:spPr>
          <a:xfrm>
            <a:off x="4503364" y="6670494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7          7          49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7          7           49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 txBox="1"/>
          <p:nvPr/>
        </p:nvSpPr>
        <p:spPr>
          <a:xfrm>
            <a:off x="4500655" y="7737374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3          8          24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8          3           24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 txBox="1"/>
          <p:nvPr/>
        </p:nvSpPr>
        <p:spPr>
          <a:xfrm>
            <a:off x="4500655" y="8787096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7          9          63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9          7           63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Google Shape;515;p18"/>
          <p:cNvGraphicFramePr/>
          <p:nvPr/>
        </p:nvGraphicFramePr>
        <p:xfrm>
          <a:off x="74200" y="2981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232675"/>
                <a:gridCol w="2232675"/>
                <a:gridCol w="2232675"/>
              </a:tblGrid>
              <a:tr h="15202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4 - I do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456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</a:t>
                      </a:r>
                      <a:r>
                        <a:rPr lang="en-GB" sz="1200"/>
                        <a:t> the</a:t>
                      </a:r>
                      <a:r>
                        <a:rPr b="1" lang="en-GB" sz="1200"/>
                        <a:t> division </a:t>
                      </a:r>
                      <a:r>
                        <a:rPr lang="en-GB" sz="1200"/>
                        <a:t>facts from the bar model and array given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82740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27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  <a:tr h="827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</a:tbl>
          </a:graphicData>
        </a:graphic>
      </p:graphicFrame>
      <p:grpSp>
        <p:nvGrpSpPr>
          <p:cNvPr id="516" name="Google Shape;516;p18"/>
          <p:cNvGrpSpPr/>
          <p:nvPr/>
        </p:nvGrpSpPr>
        <p:grpSpPr>
          <a:xfrm>
            <a:off x="4677561" y="3868361"/>
            <a:ext cx="1940329" cy="388212"/>
            <a:chOff x="258320" y="1806520"/>
            <a:chExt cx="2923791" cy="388212"/>
          </a:xfrm>
        </p:grpSpPr>
        <p:sp>
          <p:nvSpPr>
            <p:cNvPr id="517" name="Google Shape;517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21" name="Google Shape;521;p18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522" name="Google Shape;522;p18"/>
          <p:cNvGrpSpPr/>
          <p:nvPr/>
        </p:nvGrpSpPr>
        <p:grpSpPr>
          <a:xfrm>
            <a:off x="4677561" y="4308582"/>
            <a:ext cx="1940329" cy="388212"/>
            <a:chOff x="258320" y="1806520"/>
            <a:chExt cx="2923791" cy="388212"/>
          </a:xfrm>
        </p:grpSpPr>
        <p:sp>
          <p:nvSpPr>
            <p:cNvPr id="523" name="Google Shape;523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27" name="Google Shape;527;p18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aphicFrame>
        <p:nvGraphicFramePr>
          <p:cNvPr id="528" name="Google Shape;528;p18"/>
          <p:cNvGraphicFramePr/>
          <p:nvPr/>
        </p:nvGraphicFramePr>
        <p:xfrm>
          <a:off x="289248" y="39124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434550"/>
                <a:gridCol w="434550"/>
                <a:gridCol w="434550"/>
                <a:gridCol w="434550"/>
              </a:tblGrid>
              <a:tr h="28640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529" name="Google Shape;529;p18"/>
          <p:cNvGrpSpPr/>
          <p:nvPr/>
        </p:nvGrpSpPr>
        <p:grpSpPr>
          <a:xfrm>
            <a:off x="3001315" y="4439612"/>
            <a:ext cx="891933" cy="681896"/>
            <a:chOff x="-4597659" y="1720099"/>
            <a:chExt cx="1276646" cy="923938"/>
          </a:xfrm>
        </p:grpSpPr>
        <p:sp>
          <p:nvSpPr>
            <p:cNvPr id="530" name="Google Shape;530;p18"/>
            <p:cNvSpPr/>
            <p:nvPr/>
          </p:nvSpPr>
          <p:spPr>
            <a:xfrm>
              <a:off x="-4597659" y="1720099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8"/>
            <p:cNvSpPr/>
            <p:nvPr/>
          </p:nvSpPr>
          <p:spPr>
            <a:xfrm>
              <a:off x="-4254630" y="1720099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8"/>
            <p:cNvSpPr/>
            <p:nvPr/>
          </p:nvSpPr>
          <p:spPr>
            <a:xfrm>
              <a:off x="-3911600" y="1727507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-4588469" y="2038320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-4245439" y="2038320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-3902410" y="2045728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-4582969" y="2362806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-4239940" y="2362806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-3896911" y="2370213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-3599747" y="1727507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-3590557" y="2045728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-3585058" y="2370213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2" name="Google Shape;542;p18"/>
          <p:cNvGrpSpPr/>
          <p:nvPr/>
        </p:nvGrpSpPr>
        <p:grpSpPr>
          <a:xfrm>
            <a:off x="2991053" y="5279531"/>
            <a:ext cx="891933" cy="681896"/>
            <a:chOff x="-4597659" y="1720099"/>
            <a:chExt cx="1276646" cy="923938"/>
          </a:xfrm>
        </p:grpSpPr>
        <p:sp>
          <p:nvSpPr>
            <p:cNvPr id="543" name="Google Shape;543;p18"/>
            <p:cNvSpPr/>
            <p:nvPr/>
          </p:nvSpPr>
          <p:spPr>
            <a:xfrm>
              <a:off x="-4597659" y="1720099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-4254630" y="1720099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-3911600" y="1727507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-4588469" y="2038320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-4245439" y="2038320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-3902410" y="2045728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-4582969" y="2362806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-4239940" y="2362806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-3896911" y="2370213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-3599747" y="1727507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-3590557" y="2045728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-3585058" y="2370213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5" name="Google Shape;555;p18"/>
          <p:cNvGrpSpPr/>
          <p:nvPr/>
        </p:nvGrpSpPr>
        <p:grpSpPr>
          <a:xfrm>
            <a:off x="2992885" y="3606947"/>
            <a:ext cx="891933" cy="681896"/>
            <a:chOff x="-4597659" y="1720099"/>
            <a:chExt cx="1276646" cy="923938"/>
          </a:xfrm>
        </p:grpSpPr>
        <p:sp>
          <p:nvSpPr>
            <p:cNvPr id="556" name="Google Shape;556;p18"/>
            <p:cNvSpPr/>
            <p:nvPr/>
          </p:nvSpPr>
          <p:spPr>
            <a:xfrm>
              <a:off x="-4597659" y="1720099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-4254630" y="1720099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-3911600" y="1727507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-4588469" y="2038320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-4245439" y="2038320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-3902410" y="2045728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-4582969" y="2362806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-4239940" y="2362806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-3896911" y="2370213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-3599747" y="1727507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-3590557" y="2045728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-3585058" y="2370213"/>
              <a:ext cx="264045" cy="273824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68" name="Google Shape;568;p18"/>
          <p:cNvCxnSpPr/>
          <p:nvPr/>
        </p:nvCxnSpPr>
        <p:spPr>
          <a:xfrm>
            <a:off x="3220325" y="4382284"/>
            <a:ext cx="10386" cy="80884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69" name="Google Shape;569;p18"/>
          <p:cNvCxnSpPr/>
          <p:nvPr/>
        </p:nvCxnSpPr>
        <p:spPr>
          <a:xfrm>
            <a:off x="3457434" y="4369584"/>
            <a:ext cx="10386" cy="80884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70" name="Google Shape;570;p18"/>
          <p:cNvCxnSpPr/>
          <p:nvPr/>
        </p:nvCxnSpPr>
        <p:spPr>
          <a:xfrm>
            <a:off x="3685569" y="4369583"/>
            <a:ext cx="10386" cy="80884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71" name="Google Shape;571;p18"/>
          <p:cNvCxnSpPr/>
          <p:nvPr/>
        </p:nvCxnSpPr>
        <p:spPr>
          <a:xfrm flipH="1" rot="10800000">
            <a:off x="2916494" y="5499272"/>
            <a:ext cx="1044220" cy="219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72" name="Google Shape;572;p18"/>
          <p:cNvCxnSpPr/>
          <p:nvPr/>
        </p:nvCxnSpPr>
        <p:spPr>
          <a:xfrm flipH="1" rot="10800000">
            <a:off x="2916494" y="5739243"/>
            <a:ext cx="1044220" cy="219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graphicFrame>
        <p:nvGraphicFramePr>
          <p:cNvPr id="573" name="Google Shape;573;p18"/>
          <p:cNvGraphicFramePr/>
          <p:nvPr/>
        </p:nvGraphicFramePr>
        <p:xfrm>
          <a:off x="79982" y="61879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232675"/>
                <a:gridCol w="2232675"/>
                <a:gridCol w="2232675"/>
              </a:tblGrid>
              <a:tr h="26872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5 - We do</a:t>
                      </a:r>
                      <a:endParaRPr sz="1200">
                        <a:solidFill>
                          <a:schemeClr val="accent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6872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</a:t>
                      </a:r>
                      <a:r>
                        <a:rPr lang="en-GB" sz="1200"/>
                        <a:t> the</a:t>
                      </a:r>
                      <a:r>
                        <a:rPr b="1" lang="en-GB" sz="1200"/>
                        <a:t> division </a:t>
                      </a:r>
                      <a:r>
                        <a:rPr lang="en-GB" sz="1200"/>
                        <a:t>facts from the bar model and array given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672925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105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  <a:tr h="7137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  <a:tr h="8105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Why does this example only have one bar model and one multiplication fact?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Because the divisor is the same as the answer, so writing it the other way would be the same.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574" name="Google Shape;574;p18"/>
          <p:cNvGraphicFramePr/>
          <p:nvPr/>
        </p:nvGraphicFramePr>
        <p:xfrm>
          <a:off x="295030" y="70162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579400"/>
                <a:gridCol w="579400"/>
                <a:gridCol w="579400"/>
              </a:tblGrid>
              <a:tr h="28640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575" name="Google Shape;575;p18"/>
          <p:cNvGrpSpPr/>
          <p:nvPr/>
        </p:nvGrpSpPr>
        <p:grpSpPr>
          <a:xfrm>
            <a:off x="3108606" y="6760496"/>
            <a:ext cx="645511" cy="609607"/>
            <a:chOff x="4774854" y="7874555"/>
            <a:chExt cx="740308" cy="714149"/>
          </a:xfrm>
        </p:grpSpPr>
        <p:sp>
          <p:nvSpPr>
            <p:cNvPr id="576" name="Google Shape;576;p18"/>
            <p:cNvSpPr/>
            <p:nvPr/>
          </p:nvSpPr>
          <p:spPr>
            <a:xfrm>
              <a:off x="4774854" y="7874555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8"/>
            <p:cNvSpPr/>
            <p:nvPr/>
          </p:nvSpPr>
          <p:spPr>
            <a:xfrm>
              <a:off x="5042138" y="7874555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5309422" y="7874555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8"/>
            <p:cNvSpPr/>
            <p:nvPr/>
          </p:nvSpPr>
          <p:spPr>
            <a:xfrm>
              <a:off x="4774854" y="812250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8"/>
            <p:cNvSpPr/>
            <p:nvPr/>
          </p:nvSpPr>
          <p:spPr>
            <a:xfrm>
              <a:off x="5042138" y="812250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5309422" y="812250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4774854" y="837534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5042138" y="837534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5309422" y="837534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5" name="Google Shape;585;p18"/>
          <p:cNvGrpSpPr/>
          <p:nvPr/>
        </p:nvGrpSpPr>
        <p:grpSpPr>
          <a:xfrm>
            <a:off x="4683343" y="7145110"/>
            <a:ext cx="1940329" cy="388212"/>
            <a:chOff x="258320" y="1806520"/>
            <a:chExt cx="2923791" cy="388212"/>
          </a:xfrm>
        </p:grpSpPr>
        <p:sp>
          <p:nvSpPr>
            <p:cNvPr id="586" name="Google Shape;586;p18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8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90" name="Google Shape;590;p18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cxnSp>
        <p:nvCxnSpPr>
          <p:cNvPr id="591" name="Google Shape;591;p18"/>
          <p:cNvCxnSpPr/>
          <p:nvPr/>
        </p:nvCxnSpPr>
        <p:spPr>
          <a:xfrm flipH="1" rot="10800000">
            <a:off x="2929904" y="8487734"/>
            <a:ext cx="1044220" cy="219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92" name="Google Shape;592;p18"/>
          <p:cNvCxnSpPr/>
          <p:nvPr/>
        </p:nvCxnSpPr>
        <p:spPr>
          <a:xfrm flipH="1" rot="10800000">
            <a:off x="2937524" y="8705107"/>
            <a:ext cx="1044220" cy="219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93" name="Google Shape;593;p18"/>
          <p:cNvCxnSpPr/>
          <p:nvPr/>
        </p:nvCxnSpPr>
        <p:spPr>
          <a:xfrm>
            <a:off x="3310534" y="7425698"/>
            <a:ext cx="10386" cy="80884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94" name="Google Shape;594;p18"/>
          <p:cNvCxnSpPr/>
          <p:nvPr/>
        </p:nvCxnSpPr>
        <p:spPr>
          <a:xfrm>
            <a:off x="3548643" y="7421888"/>
            <a:ext cx="10386" cy="80884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595" name="Google Shape;595;p18"/>
          <p:cNvGrpSpPr/>
          <p:nvPr/>
        </p:nvGrpSpPr>
        <p:grpSpPr>
          <a:xfrm>
            <a:off x="3108606" y="7521506"/>
            <a:ext cx="645511" cy="609607"/>
            <a:chOff x="4774854" y="7874555"/>
            <a:chExt cx="740308" cy="714149"/>
          </a:xfrm>
        </p:grpSpPr>
        <p:sp>
          <p:nvSpPr>
            <p:cNvPr id="596" name="Google Shape;596;p18"/>
            <p:cNvSpPr/>
            <p:nvPr/>
          </p:nvSpPr>
          <p:spPr>
            <a:xfrm>
              <a:off x="4774854" y="7874555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8"/>
            <p:cNvSpPr/>
            <p:nvPr/>
          </p:nvSpPr>
          <p:spPr>
            <a:xfrm>
              <a:off x="5042138" y="7874555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5309422" y="7874555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8"/>
            <p:cNvSpPr/>
            <p:nvPr/>
          </p:nvSpPr>
          <p:spPr>
            <a:xfrm>
              <a:off x="4774854" y="812250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8"/>
            <p:cNvSpPr/>
            <p:nvPr/>
          </p:nvSpPr>
          <p:spPr>
            <a:xfrm>
              <a:off x="5042138" y="812250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8"/>
            <p:cNvSpPr/>
            <p:nvPr/>
          </p:nvSpPr>
          <p:spPr>
            <a:xfrm>
              <a:off x="5309422" y="812250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8"/>
            <p:cNvSpPr/>
            <p:nvPr/>
          </p:nvSpPr>
          <p:spPr>
            <a:xfrm>
              <a:off x="4774854" y="837534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8"/>
            <p:cNvSpPr/>
            <p:nvPr/>
          </p:nvSpPr>
          <p:spPr>
            <a:xfrm>
              <a:off x="5042138" y="837534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8"/>
            <p:cNvSpPr/>
            <p:nvPr/>
          </p:nvSpPr>
          <p:spPr>
            <a:xfrm>
              <a:off x="5309422" y="837534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5" name="Google Shape;605;p18"/>
          <p:cNvGrpSpPr/>
          <p:nvPr/>
        </p:nvGrpSpPr>
        <p:grpSpPr>
          <a:xfrm>
            <a:off x="3108606" y="8277163"/>
            <a:ext cx="645511" cy="609607"/>
            <a:chOff x="4774854" y="7874555"/>
            <a:chExt cx="740308" cy="714149"/>
          </a:xfrm>
        </p:grpSpPr>
        <p:sp>
          <p:nvSpPr>
            <p:cNvPr id="606" name="Google Shape;606;p18"/>
            <p:cNvSpPr/>
            <p:nvPr/>
          </p:nvSpPr>
          <p:spPr>
            <a:xfrm>
              <a:off x="4774854" y="7874555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5042138" y="7874555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5309422" y="7874555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4774854" y="812250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5042138" y="812250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8"/>
            <p:cNvSpPr/>
            <p:nvPr/>
          </p:nvSpPr>
          <p:spPr>
            <a:xfrm>
              <a:off x="5309422" y="8122509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4774854" y="837534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8"/>
            <p:cNvSpPr/>
            <p:nvPr/>
          </p:nvSpPr>
          <p:spPr>
            <a:xfrm>
              <a:off x="5042138" y="837534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8"/>
            <p:cNvSpPr/>
            <p:nvPr/>
          </p:nvSpPr>
          <p:spPr>
            <a:xfrm>
              <a:off x="5309422" y="8375344"/>
              <a:ext cx="205740" cy="21336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5" name="Google Shape;615;p18"/>
          <p:cNvSpPr txBox="1"/>
          <p:nvPr>
            <p:ph idx="12" type="sldNum"/>
          </p:nvPr>
        </p:nvSpPr>
        <p:spPr>
          <a:xfrm>
            <a:off x="5327848" y="954667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616" name="Google Shape;616;p18"/>
          <p:cNvGraphicFramePr/>
          <p:nvPr/>
        </p:nvGraphicFramePr>
        <p:xfrm>
          <a:off x="299753" y="5022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579400"/>
                <a:gridCol w="579400"/>
                <a:gridCol w="579400"/>
              </a:tblGrid>
              <a:tr h="28640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17" name="Google Shape;617;p18"/>
          <p:cNvSpPr txBox="1"/>
          <p:nvPr/>
        </p:nvSpPr>
        <p:spPr>
          <a:xfrm>
            <a:off x="74200" y="2665015"/>
            <a:ext cx="1526000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Properties of division</a:t>
            </a:r>
            <a:endParaRPr/>
          </a:p>
        </p:txBody>
      </p:sp>
      <p:sp>
        <p:nvSpPr>
          <p:cNvPr id="618" name="Google Shape;618;p18"/>
          <p:cNvSpPr txBox="1"/>
          <p:nvPr/>
        </p:nvSpPr>
        <p:spPr>
          <a:xfrm>
            <a:off x="4735108" y="3913386"/>
            <a:ext cx="165782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12       4            3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12        3           4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8"/>
          <p:cNvSpPr txBox="1"/>
          <p:nvPr/>
        </p:nvSpPr>
        <p:spPr>
          <a:xfrm>
            <a:off x="4743708" y="7201737"/>
            <a:ext cx="1593706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9          3          3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/>
          <p:nvPr/>
        </p:nvSpPr>
        <p:spPr>
          <a:xfrm>
            <a:off x="106750" y="47800"/>
            <a:ext cx="6679742" cy="25572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18"/>
          <p:cNvCxnSpPr/>
          <p:nvPr/>
        </p:nvCxnSpPr>
        <p:spPr>
          <a:xfrm>
            <a:off x="107801" y="1453801"/>
            <a:ext cx="667974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2" name="Google Shape;622;p18"/>
          <p:cNvCxnSpPr/>
          <p:nvPr/>
        </p:nvCxnSpPr>
        <p:spPr>
          <a:xfrm rot="10800000">
            <a:off x="3382453" y="47800"/>
            <a:ext cx="0" cy="26608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3" name="Google Shape;623;p18"/>
          <p:cNvSpPr txBox="1"/>
          <p:nvPr/>
        </p:nvSpPr>
        <p:spPr>
          <a:xfrm>
            <a:off x="124504" y="47799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 txBox="1"/>
          <p:nvPr/>
        </p:nvSpPr>
        <p:spPr>
          <a:xfrm>
            <a:off x="5648555" y="15413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 txBox="1"/>
          <p:nvPr/>
        </p:nvSpPr>
        <p:spPr>
          <a:xfrm>
            <a:off x="94048" y="1414963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8"/>
          <p:cNvSpPr txBox="1"/>
          <p:nvPr/>
        </p:nvSpPr>
        <p:spPr>
          <a:xfrm>
            <a:off x="5630470" y="1439124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 txBox="1"/>
          <p:nvPr/>
        </p:nvSpPr>
        <p:spPr>
          <a:xfrm>
            <a:off x="123843" y="296274"/>
            <a:ext cx="3230335" cy="478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the </a:t>
            </a:r>
            <a:r>
              <a:rPr b="0" i="0" lang="en-GB" sz="1200" u="sng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arithmetical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process of dividing one number into another number.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 txBox="1"/>
          <p:nvPr/>
        </p:nvSpPr>
        <p:spPr>
          <a:xfrm>
            <a:off x="3490895" y="107560"/>
            <a:ext cx="3201379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Involves two numbers: dividend and divisor.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of division is called the quotient.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result in a whole number, a fraction, or a decimal, depending on the numbers involved.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Denoted by the symbol "÷" or the fraction bar "⁄“</a:t>
            </a:r>
            <a:endParaRPr/>
          </a:p>
          <a:p>
            <a:pPr indent="-171450" lvl="1" marL="6286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commutative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 txBox="1"/>
          <p:nvPr/>
        </p:nvSpPr>
        <p:spPr>
          <a:xfrm>
            <a:off x="2905280" y="1297088"/>
            <a:ext cx="923651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8"/>
          <p:cNvSpPr txBox="1"/>
          <p:nvPr/>
        </p:nvSpPr>
        <p:spPr>
          <a:xfrm>
            <a:off x="191274" y="1684886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÷ 2 =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÷ 4 =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 ÷ 7 =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 ÷ 0.5 = 3 </a:t>
            </a:r>
            <a:endParaRPr/>
          </a:p>
        </p:txBody>
      </p:sp>
      <p:sp>
        <p:nvSpPr>
          <p:cNvPr id="631" name="Google Shape;631;p18"/>
          <p:cNvSpPr txBox="1"/>
          <p:nvPr/>
        </p:nvSpPr>
        <p:spPr>
          <a:xfrm>
            <a:off x="3330519" y="1652624"/>
            <a:ext cx="372800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 &amp; subtraction are not division operations.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 is the inverse of division but is a different operation.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Ratios and proportions are related concepts but are not division.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6" name="Google Shape;636;p19"/>
          <p:cNvGraphicFramePr/>
          <p:nvPr/>
        </p:nvGraphicFramePr>
        <p:xfrm>
          <a:off x="79578" y="1162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232675"/>
                <a:gridCol w="2232675"/>
                <a:gridCol w="2232675"/>
              </a:tblGrid>
              <a:tr h="20780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6 - You do</a:t>
                      </a:r>
                      <a:endParaRPr sz="12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4600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</a:t>
                      </a:r>
                      <a:r>
                        <a:rPr lang="en-GB" sz="1200"/>
                        <a:t> the</a:t>
                      </a:r>
                      <a:r>
                        <a:rPr b="1" lang="en-GB" sz="1200"/>
                        <a:t> division </a:t>
                      </a:r>
                      <a:r>
                        <a:rPr lang="en-GB" sz="1200"/>
                        <a:t>facts from the bar model and array given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96815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68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  <a:tr h="968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</a:tbl>
          </a:graphicData>
        </a:graphic>
      </p:graphicFrame>
      <p:graphicFrame>
        <p:nvGraphicFramePr>
          <p:cNvPr id="637" name="Google Shape;637;p19"/>
          <p:cNvGraphicFramePr/>
          <p:nvPr/>
        </p:nvGraphicFramePr>
        <p:xfrm>
          <a:off x="93699" y="40081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830500"/>
                <a:gridCol w="3244375"/>
                <a:gridCol w="2609025"/>
              </a:tblGrid>
              <a:tr h="36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Representations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Division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5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638" name="Google Shape;638;p19"/>
          <p:cNvGrpSpPr/>
          <p:nvPr/>
        </p:nvGrpSpPr>
        <p:grpSpPr>
          <a:xfrm>
            <a:off x="4538044" y="4749271"/>
            <a:ext cx="1940329" cy="828433"/>
            <a:chOff x="4386443" y="4477560"/>
            <a:chExt cx="1940329" cy="828433"/>
          </a:xfrm>
        </p:grpSpPr>
        <p:grpSp>
          <p:nvGrpSpPr>
            <p:cNvPr id="639" name="Google Shape;639;p19"/>
            <p:cNvGrpSpPr/>
            <p:nvPr/>
          </p:nvGrpSpPr>
          <p:grpSpPr>
            <a:xfrm>
              <a:off x="4386443" y="4477560"/>
              <a:ext cx="1940329" cy="388212"/>
              <a:chOff x="258320" y="1806520"/>
              <a:chExt cx="2923791" cy="388212"/>
            </a:xfrm>
          </p:grpSpPr>
          <p:sp>
            <p:nvSpPr>
              <p:cNvPr id="640" name="Google Shape;640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9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44" name="Google Shape;644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645" name="Google Shape;645;p19"/>
            <p:cNvGrpSpPr/>
            <p:nvPr/>
          </p:nvGrpSpPr>
          <p:grpSpPr>
            <a:xfrm>
              <a:off x="4386443" y="4917781"/>
              <a:ext cx="1940329" cy="388212"/>
              <a:chOff x="258320" y="1806520"/>
              <a:chExt cx="2923791" cy="388212"/>
            </a:xfrm>
          </p:grpSpPr>
          <p:sp>
            <p:nvSpPr>
              <p:cNvPr id="646" name="Google Shape;646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9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50" name="Google Shape;650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651" name="Google Shape;651;p19"/>
          <p:cNvGrpSpPr/>
          <p:nvPr/>
        </p:nvGrpSpPr>
        <p:grpSpPr>
          <a:xfrm>
            <a:off x="4504930" y="6638865"/>
            <a:ext cx="1940329" cy="828433"/>
            <a:chOff x="4402572" y="5600650"/>
            <a:chExt cx="1940329" cy="828433"/>
          </a:xfrm>
        </p:grpSpPr>
        <p:grpSp>
          <p:nvGrpSpPr>
            <p:cNvPr id="652" name="Google Shape;652;p19"/>
            <p:cNvGrpSpPr/>
            <p:nvPr/>
          </p:nvGrpSpPr>
          <p:grpSpPr>
            <a:xfrm>
              <a:off x="4402572" y="5600650"/>
              <a:ext cx="1940329" cy="388212"/>
              <a:chOff x="258320" y="1806520"/>
              <a:chExt cx="2923791" cy="388212"/>
            </a:xfrm>
          </p:grpSpPr>
          <p:sp>
            <p:nvSpPr>
              <p:cNvPr id="653" name="Google Shape;653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9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57" name="Google Shape;657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658" name="Google Shape;658;p19"/>
            <p:cNvGrpSpPr/>
            <p:nvPr/>
          </p:nvGrpSpPr>
          <p:grpSpPr>
            <a:xfrm>
              <a:off x="4402572" y="6040871"/>
              <a:ext cx="1940329" cy="388212"/>
              <a:chOff x="258320" y="1806520"/>
              <a:chExt cx="2923791" cy="388212"/>
            </a:xfrm>
          </p:grpSpPr>
          <p:sp>
            <p:nvSpPr>
              <p:cNvPr id="659" name="Google Shape;659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9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63" name="Google Shape;663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664" name="Google Shape;664;p19"/>
          <p:cNvSpPr/>
          <p:nvPr/>
        </p:nvSpPr>
        <p:spPr>
          <a:xfrm>
            <a:off x="1088119" y="3705175"/>
            <a:ext cx="48858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Write the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facts from the representations given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5" name="Google Shape;665;p19"/>
          <p:cNvGrpSpPr/>
          <p:nvPr/>
        </p:nvGrpSpPr>
        <p:grpSpPr>
          <a:xfrm>
            <a:off x="4700744" y="1594327"/>
            <a:ext cx="1940329" cy="388212"/>
            <a:chOff x="258320" y="1806520"/>
            <a:chExt cx="2923791" cy="388212"/>
          </a:xfrm>
        </p:grpSpPr>
        <p:sp>
          <p:nvSpPr>
            <p:cNvPr id="666" name="Google Shape;666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70" name="Google Shape;670;p19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71" name="Google Shape;671;p19"/>
          <p:cNvGrpSpPr/>
          <p:nvPr/>
        </p:nvGrpSpPr>
        <p:grpSpPr>
          <a:xfrm>
            <a:off x="4700744" y="2387397"/>
            <a:ext cx="1940329" cy="388212"/>
            <a:chOff x="258320" y="1806520"/>
            <a:chExt cx="2923791" cy="388212"/>
          </a:xfrm>
        </p:grpSpPr>
        <p:sp>
          <p:nvSpPr>
            <p:cNvPr id="672" name="Google Shape;672;p19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9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76" name="Google Shape;676;p19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677" name="Google Shape;677;p19"/>
          <p:cNvSpPr txBox="1"/>
          <p:nvPr>
            <p:ph idx="12" type="sldNum"/>
          </p:nvPr>
        </p:nvSpPr>
        <p:spPr>
          <a:xfrm>
            <a:off x="5368766" y="957663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678" name="Google Shape;678;p19"/>
          <p:cNvGraphicFramePr/>
          <p:nvPr/>
        </p:nvGraphicFramePr>
        <p:xfrm>
          <a:off x="195569" y="1535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504100"/>
                <a:gridCol w="504100"/>
                <a:gridCol w="504100"/>
                <a:gridCol w="504100"/>
              </a:tblGrid>
              <a:tr h="28640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9" name="Google Shape;679;p19"/>
          <p:cNvGraphicFramePr/>
          <p:nvPr/>
        </p:nvGraphicFramePr>
        <p:xfrm>
          <a:off x="190756" y="24608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36075"/>
                <a:gridCol w="336075"/>
                <a:gridCol w="336075"/>
                <a:gridCol w="336075"/>
                <a:gridCol w="336075"/>
                <a:gridCol w="336075"/>
              </a:tblGrid>
              <a:tr h="286400">
                <a:tc grid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680" name="Google Shape;680;p19"/>
          <p:cNvGrpSpPr/>
          <p:nvPr/>
        </p:nvGrpSpPr>
        <p:grpSpPr>
          <a:xfrm>
            <a:off x="2684828" y="728573"/>
            <a:ext cx="1411684" cy="868485"/>
            <a:chOff x="2419884" y="926034"/>
            <a:chExt cx="1538372" cy="944399"/>
          </a:xfrm>
        </p:grpSpPr>
        <p:grpSp>
          <p:nvGrpSpPr>
            <p:cNvPr id="681" name="Google Shape;681;p19"/>
            <p:cNvGrpSpPr/>
            <p:nvPr/>
          </p:nvGrpSpPr>
          <p:grpSpPr>
            <a:xfrm>
              <a:off x="2419884" y="932622"/>
              <a:ext cx="475150" cy="686214"/>
              <a:chOff x="3772046" y="858710"/>
              <a:chExt cx="484470" cy="714149"/>
            </a:xfrm>
          </p:grpSpPr>
          <p:sp>
            <p:nvSpPr>
              <p:cNvPr id="682" name="Google Shape;682;p19"/>
              <p:cNvSpPr/>
              <p:nvPr/>
            </p:nvSpPr>
            <p:spPr>
              <a:xfrm>
                <a:off x="3772046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19"/>
              <p:cNvSpPr/>
              <p:nvPr/>
            </p:nvSpPr>
            <p:spPr>
              <a:xfrm>
                <a:off x="4039330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19"/>
              <p:cNvSpPr/>
              <p:nvPr/>
            </p:nvSpPr>
            <p:spPr>
              <a:xfrm>
                <a:off x="3779207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19"/>
              <p:cNvSpPr/>
              <p:nvPr/>
            </p:nvSpPr>
            <p:spPr>
              <a:xfrm>
                <a:off x="4046491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19"/>
              <p:cNvSpPr/>
              <p:nvPr/>
            </p:nvSpPr>
            <p:spPr>
              <a:xfrm>
                <a:off x="3783492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19"/>
              <p:cNvSpPr/>
              <p:nvPr/>
            </p:nvSpPr>
            <p:spPr>
              <a:xfrm>
                <a:off x="4050776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8" name="Google Shape;688;p19"/>
            <p:cNvGrpSpPr/>
            <p:nvPr/>
          </p:nvGrpSpPr>
          <p:grpSpPr>
            <a:xfrm>
              <a:off x="2955070" y="932622"/>
              <a:ext cx="475150" cy="686214"/>
              <a:chOff x="3772046" y="858710"/>
              <a:chExt cx="484470" cy="714149"/>
            </a:xfrm>
          </p:grpSpPr>
          <p:sp>
            <p:nvSpPr>
              <p:cNvPr id="689" name="Google Shape;689;p19"/>
              <p:cNvSpPr/>
              <p:nvPr/>
            </p:nvSpPr>
            <p:spPr>
              <a:xfrm>
                <a:off x="3772046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19"/>
              <p:cNvSpPr/>
              <p:nvPr/>
            </p:nvSpPr>
            <p:spPr>
              <a:xfrm>
                <a:off x="4039330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19"/>
              <p:cNvSpPr/>
              <p:nvPr/>
            </p:nvSpPr>
            <p:spPr>
              <a:xfrm>
                <a:off x="3779207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19"/>
              <p:cNvSpPr/>
              <p:nvPr/>
            </p:nvSpPr>
            <p:spPr>
              <a:xfrm>
                <a:off x="4046491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19"/>
              <p:cNvSpPr/>
              <p:nvPr/>
            </p:nvSpPr>
            <p:spPr>
              <a:xfrm>
                <a:off x="3783492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19"/>
              <p:cNvSpPr/>
              <p:nvPr/>
            </p:nvSpPr>
            <p:spPr>
              <a:xfrm>
                <a:off x="4050776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5" name="Google Shape;695;p19"/>
            <p:cNvGrpSpPr/>
            <p:nvPr/>
          </p:nvGrpSpPr>
          <p:grpSpPr>
            <a:xfrm>
              <a:off x="3467261" y="926034"/>
              <a:ext cx="475150" cy="686214"/>
              <a:chOff x="3772046" y="858710"/>
              <a:chExt cx="484470" cy="714149"/>
            </a:xfrm>
          </p:grpSpPr>
          <p:sp>
            <p:nvSpPr>
              <p:cNvPr id="696" name="Google Shape;696;p19"/>
              <p:cNvSpPr/>
              <p:nvPr/>
            </p:nvSpPr>
            <p:spPr>
              <a:xfrm>
                <a:off x="3772046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19"/>
              <p:cNvSpPr/>
              <p:nvPr/>
            </p:nvSpPr>
            <p:spPr>
              <a:xfrm>
                <a:off x="4039330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19"/>
              <p:cNvSpPr/>
              <p:nvPr/>
            </p:nvSpPr>
            <p:spPr>
              <a:xfrm>
                <a:off x="3779207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19"/>
              <p:cNvSpPr/>
              <p:nvPr/>
            </p:nvSpPr>
            <p:spPr>
              <a:xfrm>
                <a:off x="4046491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19"/>
              <p:cNvSpPr/>
              <p:nvPr/>
            </p:nvSpPr>
            <p:spPr>
              <a:xfrm>
                <a:off x="3783492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19"/>
              <p:cNvSpPr/>
              <p:nvPr/>
            </p:nvSpPr>
            <p:spPr>
              <a:xfrm>
                <a:off x="4050776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2" name="Google Shape;702;p19"/>
            <p:cNvGrpSpPr/>
            <p:nvPr/>
          </p:nvGrpSpPr>
          <p:grpSpPr>
            <a:xfrm>
              <a:off x="2427074" y="1657571"/>
              <a:ext cx="1531182" cy="212862"/>
              <a:chOff x="2185071" y="1620025"/>
              <a:chExt cx="1561216" cy="221527"/>
            </a:xfrm>
          </p:grpSpPr>
          <p:sp>
            <p:nvSpPr>
              <p:cNvPr id="703" name="Google Shape;703;p19"/>
              <p:cNvSpPr/>
              <p:nvPr/>
            </p:nvSpPr>
            <p:spPr>
              <a:xfrm>
                <a:off x="3540547" y="1628192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9"/>
              <p:cNvSpPr/>
              <p:nvPr/>
            </p:nvSpPr>
            <p:spPr>
              <a:xfrm>
                <a:off x="2735401" y="1620025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9"/>
              <p:cNvSpPr/>
              <p:nvPr/>
            </p:nvSpPr>
            <p:spPr>
              <a:xfrm>
                <a:off x="3259689" y="1628192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19"/>
              <p:cNvSpPr/>
              <p:nvPr/>
            </p:nvSpPr>
            <p:spPr>
              <a:xfrm>
                <a:off x="2445022" y="1620025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19"/>
              <p:cNvSpPr/>
              <p:nvPr/>
            </p:nvSpPr>
            <p:spPr>
              <a:xfrm>
                <a:off x="2992784" y="1628192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19"/>
              <p:cNvSpPr/>
              <p:nvPr/>
            </p:nvSpPr>
            <p:spPr>
              <a:xfrm>
                <a:off x="2185071" y="1620025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9" name="Google Shape;709;p19"/>
          <p:cNvGrpSpPr/>
          <p:nvPr/>
        </p:nvGrpSpPr>
        <p:grpSpPr>
          <a:xfrm>
            <a:off x="2691273" y="1703774"/>
            <a:ext cx="1411684" cy="868485"/>
            <a:chOff x="2419884" y="926034"/>
            <a:chExt cx="1538372" cy="944399"/>
          </a:xfrm>
        </p:grpSpPr>
        <p:grpSp>
          <p:nvGrpSpPr>
            <p:cNvPr id="710" name="Google Shape;710;p19"/>
            <p:cNvGrpSpPr/>
            <p:nvPr/>
          </p:nvGrpSpPr>
          <p:grpSpPr>
            <a:xfrm>
              <a:off x="2419884" y="932622"/>
              <a:ext cx="475150" cy="686214"/>
              <a:chOff x="3772046" y="858710"/>
              <a:chExt cx="484470" cy="714149"/>
            </a:xfrm>
          </p:grpSpPr>
          <p:sp>
            <p:nvSpPr>
              <p:cNvPr id="711" name="Google Shape;711;p19"/>
              <p:cNvSpPr/>
              <p:nvPr/>
            </p:nvSpPr>
            <p:spPr>
              <a:xfrm>
                <a:off x="3772046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19"/>
              <p:cNvSpPr/>
              <p:nvPr/>
            </p:nvSpPr>
            <p:spPr>
              <a:xfrm>
                <a:off x="4039330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19"/>
              <p:cNvSpPr/>
              <p:nvPr/>
            </p:nvSpPr>
            <p:spPr>
              <a:xfrm>
                <a:off x="3779207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19"/>
              <p:cNvSpPr/>
              <p:nvPr/>
            </p:nvSpPr>
            <p:spPr>
              <a:xfrm>
                <a:off x="4046491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19"/>
              <p:cNvSpPr/>
              <p:nvPr/>
            </p:nvSpPr>
            <p:spPr>
              <a:xfrm>
                <a:off x="3783492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19"/>
              <p:cNvSpPr/>
              <p:nvPr/>
            </p:nvSpPr>
            <p:spPr>
              <a:xfrm>
                <a:off x="4050776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7" name="Google Shape;717;p19"/>
            <p:cNvGrpSpPr/>
            <p:nvPr/>
          </p:nvGrpSpPr>
          <p:grpSpPr>
            <a:xfrm>
              <a:off x="2955070" y="932622"/>
              <a:ext cx="475150" cy="686214"/>
              <a:chOff x="3772046" y="858710"/>
              <a:chExt cx="484470" cy="714149"/>
            </a:xfrm>
          </p:grpSpPr>
          <p:sp>
            <p:nvSpPr>
              <p:cNvPr id="718" name="Google Shape;718;p19"/>
              <p:cNvSpPr/>
              <p:nvPr/>
            </p:nvSpPr>
            <p:spPr>
              <a:xfrm>
                <a:off x="3772046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19"/>
              <p:cNvSpPr/>
              <p:nvPr/>
            </p:nvSpPr>
            <p:spPr>
              <a:xfrm>
                <a:off x="4039330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9"/>
              <p:cNvSpPr/>
              <p:nvPr/>
            </p:nvSpPr>
            <p:spPr>
              <a:xfrm>
                <a:off x="3779207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9"/>
              <p:cNvSpPr/>
              <p:nvPr/>
            </p:nvSpPr>
            <p:spPr>
              <a:xfrm>
                <a:off x="4046491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19"/>
              <p:cNvSpPr/>
              <p:nvPr/>
            </p:nvSpPr>
            <p:spPr>
              <a:xfrm>
                <a:off x="3783492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19"/>
              <p:cNvSpPr/>
              <p:nvPr/>
            </p:nvSpPr>
            <p:spPr>
              <a:xfrm>
                <a:off x="4050776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4" name="Google Shape;724;p19"/>
            <p:cNvGrpSpPr/>
            <p:nvPr/>
          </p:nvGrpSpPr>
          <p:grpSpPr>
            <a:xfrm>
              <a:off x="3467261" y="926034"/>
              <a:ext cx="475150" cy="686214"/>
              <a:chOff x="3772046" y="858710"/>
              <a:chExt cx="484470" cy="714149"/>
            </a:xfrm>
          </p:grpSpPr>
          <p:sp>
            <p:nvSpPr>
              <p:cNvPr id="725" name="Google Shape;725;p19"/>
              <p:cNvSpPr/>
              <p:nvPr/>
            </p:nvSpPr>
            <p:spPr>
              <a:xfrm>
                <a:off x="3772046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19"/>
              <p:cNvSpPr/>
              <p:nvPr/>
            </p:nvSpPr>
            <p:spPr>
              <a:xfrm>
                <a:off x="4039330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19"/>
              <p:cNvSpPr/>
              <p:nvPr/>
            </p:nvSpPr>
            <p:spPr>
              <a:xfrm>
                <a:off x="3779207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19"/>
              <p:cNvSpPr/>
              <p:nvPr/>
            </p:nvSpPr>
            <p:spPr>
              <a:xfrm>
                <a:off x="4046491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19"/>
              <p:cNvSpPr/>
              <p:nvPr/>
            </p:nvSpPr>
            <p:spPr>
              <a:xfrm>
                <a:off x="3783492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19"/>
              <p:cNvSpPr/>
              <p:nvPr/>
            </p:nvSpPr>
            <p:spPr>
              <a:xfrm>
                <a:off x="4050776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1" name="Google Shape;731;p19"/>
            <p:cNvGrpSpPr/>
            <p:nvPr/>
          </p:nvGrpSpPr>
          <p:grpSpPr>
            <a:xfrm>
              <a:off x="2427074" y="1657571"/>
              <a:ext cx="1531182" cy="212862"/>
              <a:chOff x="2185071" y="1620025"/>
              <a:chExt cx="1561216" cy="221527"/>
            </a:xfrm>
          </p:grpSpPr>
          <p:sp>
            <p:nvSpPr>
              <p:cNvPr id="732" name="Google Shape;732;p19"/>
              <p:cNvSpPr/>
              <p:nvPr/>
            </p:nvSpPr>
            <p:spPr>
              <a:xfrm>
                <a:off x="3540547" y="1628192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9"/>
              <p:cNvSpPr/>
              <p:nvPr/>
            </p:nvSpPr>
            <p:spPr>
              <a:xfrm>
                <a:off x="2735401" y="1620025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19"/>
              <p:cNvSpPr/>
              <p:nvPr/>
            </p:nvSpPr>
            <p:spPr>
              <a:xfrm>
                <a:off x="3259689" y="1628192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9"/>
              <p:cNvSpPr/>
              <p:nvPr/>
            </p:nvSpPr>
            <p:spPr>
              <a:xfrm>
                <a:off x="2445022" y="1620025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9"/>
              <p:cNvSpPr/>
              <p:nvPr/>
            </p:nvSpPr>
            <p:spPr>
              <a:xfrm>
                <a:off x="2992784" y="1628192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9"/>
              <p:cNvSpPr/>
              <p:nvPr/>
            </p:nvSpPr>
            <p:spPr>
              <a:xfrm>
                <a:off x="2185071" y="1620025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8" name="Google Shape;738;p19"/>
          <p:cNvGrpSpPr/>
          <p:nvPr/>
        </p:nvGrpSpPr>
        <p:grpSpPr>
          <a:xfrm>
            <a:off x="2700373" y="2672444"/>
            <a:ext cx="1411684" cy="868485"/>
            <a:chOff x="2419884" y="926034"/>
            <a:chExt cx="1538372" cy="944399"/>
          </a:xfrm>
        </p:grpSpPr>
        <p:grpSp>
          <p:nvGrpSpPr>
            <p:cNvPr id="739" name="Google Shape;739;p19"/>
            <p:cNvGrpSpPr/>
            <p:nvPr/>
          </p:nvGrpSpPr>
          <p:grpSpPr>
            <a:xfrm>
              <a:off x="2419884" y="932622"/>
              <a:ext cx="475150" cy="686214"/>
              <a:chOff x="3772046" y="858710"/>
              <a:chExt cx="484470" cy="714149"/>
            </a:xfrm>
          </p:grpSpPr>
          <p:sp>
            <p:nvSpPr>
              <p:cNvPr id="740" name="Google Shape;740;p19"/>
              <p:cNvSpPr/>
              <p:nvPr/>
            </p:nvSpPr>
            <p:spPr>
              <a:xfrm>
                <a:off x="3772046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9"/>
              <p:cNvSpPr/>
              <p:nvPr/>
            </p:nvSpPr>
            <p:spPr>
              <a:xfrm>
                <a:off x="4039330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9"/>
              <p:cNvSpPr/>
              <p:nvPr/>
            </p:nvSpPr>
            <p:spPr>
              <a:xfrm>
                <a:off x="3779207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9"/>
              <p:cNvSpPr/>
              <p:nvPr/>
            </p:nvSpPr>
            <p:spPr>
              <a:xfrm>
                <a:off x="4046491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9"/>
              <p:cNvSpPr/>
              <p:nvPr/>
            </p:nvSpPr>
            <p:spPr>
              <a:xfrm>
                <a:off x="3783492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9"/>
              <p:cNvSpPr/>
              <p:nvPr/>
            </p:nvSpPr>
            <p:spPr>
              <a:xfrm>
                <a:off x="4050776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6" name="Google Shape;746;p19"/>
            <p:cNvGrpSpPr/>
            <p:nvPr/>
          </p:nvGrpSpPr>
          <p:grpSpPr>
            <a:xfrm>
              <a:off x="2955070" y="932622"/>
              <a:ext cx="475150" cy="686214"/>
              <a:chOff x="3772046" y="858710"/>
              <a:chExt cx="484470" cy="714149"/>
            </a:xfrm>
          </p:grpSpPr>
          <p:sp>
            <p:nvSpPr>
              <p:cNvPr id="747" name="Google Shape;747;p19"/>
              <p:cNvSpPr/>
              <p:nvPr/>
            </p:nvSpPr>
            <p:spPr>
              <a:xfrm>
                <a:off x="3772046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9"/>
              <p:cNvSpPr/>
              <p:nvPr/>
            </p:nvSpPr>
            <p:spPr>
              <a:xfrm>
                <a:off x="4039330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9"/>
              <p:cNvSpPr/>
              <p:nvPr/>
            </p:nvSpPr>
            <p:spPr>
              <a:xfrm>
                <a:off x="3779207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19"/>
              <p:cNvSpPr/>
              <p:nvPr/>
            </p:nvSpPr>
            <p:spPr>
              <a:xfrm>
                <a:off x="4046491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9"/>
              <p:cNvSpPr/>
              <p:nvPr/>
            </p:nvSpPr>
            <p:spPr>
              <a:xfrm>
                <a:off x="3783492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9"/>
              <p:cNvSpPr/>
              <p:nvPr/>
            </p:nvSpPr>
            <p:spPr>
              <a:xfrm>
                <a:off x="4050776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3" name="Google Shape;753;p19"/>
            <p:cNvGrpSpPr/>
            <p:nvPr/>
          </p:nvGrpSpPr>
          <p:grpSpPr>
            <a:xfrm>
              <a:off x="3467261" y="926034"/>
              <a:ext cx="475150" cy="686214"/>
              <a:chOff x="3772046" y="858710"/>
              <a:chExt cx="484470" cy="714149"/>
            </a:xfrm>
          </p:grpSpPr>
          <p:sp>
            <p:nvSpPr>
              <p:cNvPr id="754" name="Google Shape;754;p19"/>
              <p:cNvSpPr/>
              <p:nvPr/>
            </p:nvSpPr>
            <p:spPr>
              <a:xfrm>
                <a:off x="3772046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19"/>
              <p:cNvSpPr/>
              <p:nvPr/>
            </p:nvSpPr>
            <p:spPr>
              <a:xfrm>
                <a:off x="4039330" y="858710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19"/>
              <p:cNvSpPr/>
              <p:nvPr/>
            </p:nvSpPr>
            <p:spPr>
              <a:xfrm>
                <a:off x="3779207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19"/>
              <p:cNvSpPr/>
              <p:nvPr/>
            </p:nvSpPr>
            <p:spPr>
              <a:xfrm>
                <a:off x="4046491" y="1106664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19"/>
              <p:cNvSpPr/>
              <p:nvPr/>
            </p:nvSpPr>
            <p:spPr>
              <a:xfrm>
                <a:off x="3783492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19"/>
              <p:cNvSpPr/>
              <p:nvPr/>
            </p:nvSpPr>
            <p:spPr>
              <a:xfrm>
                <a:off x="4050776" y="1359499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0" name="Google Shape;760;p19"/>
            <p:cNvGrpSpPr/>
            <p:nvPr/>
          </p:nvGrpSpPr>
          <p:grpSpPr>
            <a:xfrm>
              <a:off x="2427074" y="1657571"/>
              <a:ext cx="1531182" cy="212862"/>
              <a:chOff x="2185071" y="1620025"/>
              <a:chExt cx="1561216" cy="221527"/>
            </a:xfrm>
          </p:grpSpPr>
          <p:sp>
            <p:nvSpPr>
              <p:cNvPr id="761" name="Google Shape;761;p19"/>
              <p:cNvSpPr/>
              <p:nvPr/>
            </p:nvSpPr>
            <p:spPr>
              <a:xfrm>
                <a:off x="3540547" y="1628192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19"/>
              <p:cNvSpPr/>
              <p:nvPr/>
            </p:nvSpPr>
            <p:spPr>
              <a:xfrm>
                <a:off x="2735401" y="1620025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19"/>
              <p:cNvSpPr/>
              <p:nvPr/>
            </p:nvSpPr>
            <p:spPr>
              <a:xfrm>
                <a:off x="3259689" y="1628192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19"/>
              <p:cNvSpPr/>
              <p:nvPr/>
            </p:nvSpPr>
            <p:spPr>
              <a:xfrm>
                <a:off x="2445022" y="1620025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19"/>
              <p:cNvSpPr/>
              <p:nvPr/>
            </p:nvSpPr>
            <p:spPr>
              <a:xfrm>
                <a:off x="2992784" y="1628192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19"/>
              <p:cNvSpPr/>
              <p:nvPr/>
            </p:nvSpPr>
            <p:spPr>
              <a:xfrm>
                <a:off x="2185071" y="1620025"/>
                <a:ext cx="205740" cy="213360"/>
              </a:xfrm>
              <a:prstGeom prst="ellipse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67" name="Google Shape;767;p19"/>
          <p:cNvCxnSpPr/>
          <p:nvPr/>
        </p:nvCxnSpPr>
        <p:spPr>
          <a:xfrm>
            <a:off x="3404462" y="1655646"/>
            <a:ext cx="0" cy="92943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68" name="Google Shape;768;p19"/>
          <p:cNvCxnSpPr/>
          <p:nvPr/>
        </p:nvCxnSpPr>
        <p:spPr>
          <a:xfrm>
            <a:off x="2648644" y="2132275"/>
            <a:ext cx="1566527" cy="1401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69" name="Google Shape;769;p19"/>
          <p:cNvCxnSpPr/>
          <p:nvPr/>
        </p:nvCxnSpPr>
        <p:spPr>
          <a:xfrm>
            <a:off x="3164837" y="2633212"/>
            <a:ext cx="0" cy="9005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70" name="Google Shape;770;p19"/>
          <p:cNvCxnSpPr/>
          <p:nvPr/>
        </p:nvCxnSpPr>
        <p:spPr>
          <a:xfrm>
            <a:off x="3652910" y="2638514"/>
            <a:ext cx="5931" cy="93084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71" name="Google Shape;771;p19"/>
          <p:cNvCxnSpPr/>
          <p:nvPr/>
        </p:nvCxnSpPr>
        <p:spPr>
          <a:xfrm>
            <a:off x="2648644" y="3102940"/>
            <a:ext cx="1566527" cy="1401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772" name="Google Shape;772;p19"/>
          <p:cNvSpPr txBox="1"/>
          <p:nvPr/>
        </p:nvSpPr>
        <p:spPr>
          <a:xfrm>
            <a:off x="72823" y="3651773"/>
            <a:ext cx="1518621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3" name="Google Shape;7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6229" y="4427999"/>
            <a:ext cx="225742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6229" y="5277625"/>
            <a:ext cx="2271712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2905" y="6192231"/>
            <a:ext cx="23241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2246" y="7030431"/>
            <a:ext cx="22669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8642" y="7927232"/>
            <a:ext cx="225742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5099" y="8747957"/>
            <a:ext cx="2260968" cy="82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9" name="Google Shape;779;p19"/>
          <p:cNvGrpSpPr/>
          <p:nvPr/>
        </p:nvGrpSpPr>
        <p:grpSpPr>
          <a:xfrm>
            <a:off x="4504930" y="8307115"/>
            <a:ext cx="1940329" cy="828433"/>
            <a:chOff x="4402572" y="5600650"/>
            <a:chExt cx="1940329" cy="828433"/>
          </a:xfrm>
        </p:grpSpPr>
        <p:grpSp>
          <p:nvGrpSpPr>
            <p:cNvPr id="780" name="Google Shape;780;p19"/>
            <p:cNvGrpSpPr/>
            <p:nvPr/>
          </p:nvGrpSpPr>
          <p:grpSpPr>
            <a:xfrm>
              <a:off x="4402572" y="5600650"/>
              <a:ext cx="1940329" cy="388212"/>
              <a:chOff x="258320" y="1806520"/>
              <a:chExt cx="2923791" cy="388212"/>
            </a:xfrm>
          </p:grpSpPr>
          <p:sp>
            <p:nvSpPr>
              <p:cNvPr id="781" name="Google Shape;781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9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785" name="Google Shape;785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786" name="Google Shape;786;p19"/>
            <p:cNvGrpSpPr/>
            <p:nvPr/>
          </p:nvGrpSpPr>
          <p:grpSpPr>
            <a:xfrm>
              <a:off x="4402572" y="6040871"/>
              <a:ext cx="1940329" cy="388212"/>
              <a:chOff x="258320" y="1806520"/>
              <a:chExt cx="2923791" cy="388212"/>
            </a:xfrm>
          </p:grpSpPr>
          <p:sp>
            <p:nvSpPr>
              <p:cNvPr id="787" name="Google Shape;787;p19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9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791" name="Google Shape;791;p19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792" name="Google Shape;792;p19"/>
          <p:cNvSpPr txBox="1"/>
          <p:nvPr/>
        </p:nvSpPr>
        <p:spPr>
          <a:xfrm>
            <a:off x="4743195" y="1633695"/>
            <a:ext cx="1763624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24         4            6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24        6           4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9"/>
          <p:cNvSpPr txBox="1"/>
          <p:nvPr/>
        </p:nvSpPr>
        <p:spPr>
          <a:xfrm>
            <a:off x="4564220" y="4768284"/>
            <a:ext cx="160492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18        9          2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18         2         9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9"/>
          <p:cNvSpPr txBox="1"/>
          <p:nvPr/>
        </p:nvSpPr>
        <p:spPr>
          <a:xfrm>
            <a:off x="4527768" y="6646653"/>
            <a:ext cx="165782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18         6          3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18         3          6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9"/>
          <p:cNvSpPr txBox="1"/>
          <p:nvPr/>
        </p:nvSpPr>
        <p:spPr>
          <a:xfrm>
            <a:off x="4524583" y="8310603"/>
            <a:ext cx="171072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15         3          5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15         5          3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0" name="Google Shape;800;p20"/>
          <p:cNvGraphicFramePr/>
          <p:nvPr/>
        </p:nvGraphicFramePr>
        <p:xfrm>
          <a:off x="87042" y="1071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830500"/>
                <a:gridCol w="3244375"/>
                <a:gridCol w="2609025"/>
              </a:tblGrid>
              <a:tr h="75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5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5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801" name="Google Shape;801;p20"/>
          <p:cNvGrpSpPr/>
          <p:nvPr/>
        </p:nvGrpSpPr>
        <p:grpSpPr>
          <a:xfrm>
            <a:off x="4527520" y="310519"/>
            <a:ext cx="1940329" cy="388212"/>
            <a:chOff x="258320" y="1806520"/>
            <a:chExt cx="2923791" cy="388212"/>
          </a:xfrm>
        </p:grpSpPr>
        <p:sp>
          <p:nvSpPr>
            <p:cNvPr id="802" name="Google Shape;802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20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06" name="Google Shape;806;p20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aphicFrame>
        <p:nvGraphicFramePr>
          <p:cNvPr id="807" name="Google Shape;807;p20"/>
          <p:cNvGraphicFramePr/>
          <p:nvPr/>
        </p:nvGraphicFramePr>
        <p:xfrm>
          <a:off x="1120688" y="2182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559950"/>
                <a:gridCol w="559950"/>
                <a:gridCol w="559925"/>
                <a:gridCol w="559950"/>
                <a:gridCol w="559950"/>
              </a:tblGrid>
              <a:tr h="286400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808" name="Google Shape;8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219" y="918484"/>
            <a:ext cx="2714625" cy="2305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9" name="Google Shape;809;p20"/>
          <p:cNvCxnSpPr/>
          <p:nvPr/>
        </p:nvCxnSpPr>
        <p:spPr>
          <a:xfrm>
            <a:off x="1564106" y="918484"/>
            <a:ext cx="0" cy="23050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10" name="Google Shape;810;p20"/>
          <p:cNvCxnSpPr/>
          <p:nvPr/>
        </p:nvCxnSpPr>
        <p:spPr>
          <a:xfrm>
            <a:off x="1957138" y="918484"/>
            <a:ext cx="0" cy="23050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11" name="Google Shape;811;p20"/>
          <p:cNvCxnSpPr/>
          <p:nvPr/>
        </p:nvCxnSpPr>
        <p:spPr>
          <a:xfrm>
            <a:off x="2306053" y="918484"/>
            <a:ext cx="0" cy="23050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12" name="Google Shape;812;p20"/>
          <p:cNvCxnSpPr/>
          <p:nvPr/>
        </p:nvCxnSpPr>
        <p:spPr>
          <a:xfrm>
            <a:off x="2699085" y="918484"/>
            <a:ext cx="0" cy="23050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13" name="Google Shape;813;p20"/>
          <p:cNvCxnSpPr/>
          <p:nvPr/>
        </p:nvCxnSpPr>
        <p:spPr>
          <a:xfrm>
            <a:off x="3072063" y="918484"/>
            <a:ext cx="0" cy="23050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14" name="Google Shape;814;p20"/>
          <p:cNvCxnSpPr/>
          <p:nvPr/>
        </p:nvCxnSpPr>
        <p:spPr>
          <a:xfrm>
            <a:off x="3465095" y="918484"/>
            <a:ext cx="0" cy="23050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815" name="Google Shape;8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219" y="3390087"/>
            <a:ext cx="2714625" cy="2305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6" name="Google Shape;816;p20"/>
          <p:cNvCxnSpPr/>
          <p:nvPr/>
        </p:nvCxnSpPr>
        <p:spPr>
          <a:xfrm rot="10800000">
            <a:off x="2509312" y="2532315"/>
            <a:ext cx="0" cy="252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17" name="Google Shape;817;p20"/>
          <p:cNvCxnSpPr/>
          <p:nvPr/>
        </p:nvCxnSpPr>
        <p:spPr>
          <a:xfrm rot="10800000">
            <a:off x="2509312" y="2925347"/>
            <a:ext cx="0" cy="252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18" name="Google Shape;818;p20"/>
          <p:cNvCxnSpPr/>
          <p:nvPr/>
        </p:nvCxnSpPr>
        <p:spPr>
          <a:xfrm rot="10800000">
            <a:off x="2509312" y="3274262"/>
            <a:ext cx="0" cy="252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19" name="Google Shape;819;p20"/>
          <p:cNvCxnSpPr/>
          <p:nvPr/>
        </p:nvCxnSpPr>
        <p:spPr>
          <a:xfrm rot="10800000">
            <a:off x="2509312" y="3667294"/>
            <a:ext cx="0" cy="252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20" name="Google Shape;820;p20"/>
          <p:cNvCxnSpPr/>
          <p:nvPr/>
        </p:nvCxnSpPr>
        <p:spPr>
          <a:xfrm rot="10800000">
            <a:off x="2491312" y="4022272"/>
            <a:ext cx="0" cy="255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821" name="Google Shape;821;p20"/>
          <p:cNvGrpSpPr/>
          <p:nvPr/>
        </p:nvGrpSpPr>
        <p:grpSpPr>
          <a:xfrm>
            <a:off x="4527520" y="1876903"/>
            <a:ext cx="1940329" cy="388212"/>
            <a:chOff x="258320" y="1806520"/>
            <a:chExt cx="2923791" cy="388212"/>
          </a:xfrm>
        </p:grpSpPr>
        <p:sp>
          <p:nvSpPr>
            <p:cNvPr id="822" name="Google Shape;822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20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26" name="Google Shape;826;p20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27" name="Google Shape;827;p20"/>
          <p:cNvGrpSpPr/>
          <p:nvPr/>
        </p:nvGrpSpPr>
        <p:grpSpPr>
          <a:xfrm>
            <a:off x="4515488" y="4168437"/>
            <a:ext cx="1940329" cy="388212"/>
            <a:chOff x="258320" y="1806520"/>
            <a:chExt cx="2923791" cy="388212"/>
          </a:xfrm>
        </p:grpSpPr>
        <p:sp>
          <p:nvSpPr>
            <p:cNvPr id="828" name="Google Shape;828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20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32" name="Google Shape;832;p20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pic>
        <p:nvPicPr>
          <p:cNvPr id="833" name="Google Shape;83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1625040" y="5594328"/>
            <a:ext cx="1815043" cy="2210917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20"/>
          <p:cNvSpPr txBox="1"/>
          <p:nvPr>
            <p:ph idx="12" type="sldNum"/>
          </p:nvPr>
        </p:nvSpPr>
        <p:spPr>
          <a:xfrm>
            <a:off x="5345144" y="949237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835" name="Google Shape;835;p20"/>
          <p:cNvGrpSpPr/>
          <p:nvPr/>
        </p:nvGrpSpPr>
        <p:grpSpPr>
          <a:xfrm>
            <a:off x="1788695" y="5792265"/>
            <a:ext cx="1507957" cy="1872000"/>
            <a:chOff x="1788695" y="5792265"/>
            <a:chExt cx="1507957" cy="1872000"/>
          </a:xfrm>
        </p:grpSpPr>
        <p:cxnSp>
          <p:nvCxnSpPr>
            <p:cNvPr id="836" name="Google Shape;836;p20"/>
            <p:cNvCxnSpPr/>
            <p:nvPr/>
          </p:nvCxnSpPr>
          <p:spPr>
            <a:xfrm>
              <a:off x="1788695" y="5792265"/>
              <a:ext cx="0" cy="1872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7" name="Google Shape;837;p20"/>
            <p:cNvCxnSpPr/>
            <p:nvPr/>
          </p:nvCxnSpPr>
          <p:spPr>
            <a:xfrm>
              <a:off x="2181727" y="5792265"/>
              <a:ext cx="0" cy="1872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8" name="Google Shape;838;p20"/>
            <p:cNvCxnSpPr/>
            <p:nvPr/>
          </p:nvCxnSpPr>
          <p:spPr>
            <a:xfrm>
              <a:off x="2530642" y="5792265"/>
              <a:ext cx="0" cy="1872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9" name="Google Shape;839;p20"/>
            <p:cNvCxnSpPr/>
            <p:nvPr/>
          </p:nvCxnSpPr>
          <p:spPr>
            <a:xfrm>
              <a:off x="2923674" y="5792265"/>
              <a:ext cx="0" cy="1872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0" name="Google Shape;840;p20"/>
            <p:cNvCxnSpPr/>
            <p:nvPr/>
          </p:nvCxnSpPr>
          <p:spPr>
            <a:xfrm>
              <a:off x="3296652" y="5792265"/>
              <a:ext cx="0" cy="1872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841" name="Google Shape;84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1625040" y="7568783"/>
            <a:ext cx="1815043" cy="22109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2" name="Google Shape;842;p20"/>
          <p:cNvGrpSpPr/>
          <p:nvPr/>
        </p:nvGrpSpPr>
        <p:grpSpPr>
          <a:xfrm rot="5400000">
            <a:off x="1990530" y="7626450"/>
            <a:ext cx="1134979" cy="2160000"/>
            <a:chOff x="1788695" y="5792265"/>
            <a:chExt cx="1134979" cy="1872000"/>
          </a:xfrm>
        </p:grpSpPr>
        <p:cxnSp>
          <p:nvCxnSpPr>
            <p:cNvPr id="843" name="Google Shape;843;p20"/>
            <p:cNvCxnSpPr/>
            <p:nvPr/>
          </p:nvCxnSpPr>
          <p:spPr>
            <a:xfrm>
              <a:off x="1788695" y="5792265"/>
              <a:ext cx="0" cy="1872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4" name="Google Shape;844;p20"/>
            <p:cNvCxnSpPr/>
            <p:nvPr/>
          </p:nvCxnSpPr>
          <p:spPr>
            <a:xfrm>
              <a:off x="2181727" y="5792265"/>
              <a:ext cx="0" cy="1872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5" name="Google Shape;845;p20"/>
            <p:cNvCxnSpPr/>
            <p:nvPr/>
          </p:nvCxnSpPr>
          <p:spPr>
            <a:xfrm>
              <a:off x="2530642" y="5792265"/>
              <a:ext cx="0" cy="1872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6" name="Google Shape;846;p20"/>
            <p:cNvCxnSpPr/>
            <p:nvPr/>
          </p:nvCxnSpPr>
          <p:spPr>
            <a:xfrm>
              <a:off x="2923674" y="5792265"/>
              <a:ext cx="0" cy="1872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47" name="Google Shape;847;p20"/>
          <p:cNvGrpSpPr/>
          <p:nvPr/>
        </p:nvGrpSpPr>
        <p:grpSpPr>
          <a:xfrm>
            <a:off x="4546320" y="6552767"/>
            <a:ext cx="1940329" cy="388212"/>
            <a:chOff x="258320" y="1806520"/>
            <a:chExt cx="2923791" cy="388212"/>
          </a:xfrm>
        </p:grpSpPr>
        <p:sp>
          <p:nvSpPr>
            <p:cNvPr id="848" name="Google Shape;848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20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52" name="Google Shape;852;p20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853" name="Google Shape;853;p20"/>
          <p:cNvGrpSpPr/>
          <p:nvPr/>
        </p:nvGrpSpPr>
        <p:grpSpPr>
          <a:xfrm>
            <a:off x="4527520" y="8358456"/>
            <a:ext cx="1940329" cy="388212"/>
            <a:chOff x="258320" y="1806520"/>
            <a:chExt cx="2923791" cy="388212"/>
          </a:xfrm>
        </p:grpSpPr>
        <p:sp>
          <p:nvSpPr>
            <p:cNvPr id="854" name="Google Shape;854;p20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20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20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20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58" name="Google Shape;858;p20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859" name="Google Shape;859;p20"/>
          <p:cNvSpPr txBox="1"/>
          <p:nvPr/>
        </p:nvSpPr>
        <p:spPr>
          <a:xfrm>
            <a:off x="4527520" y="310519"/>
            <a:ext cx="17107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25          5          5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0"/>
          <p:cNvSpPr txBox="1"/>
          <p:nvPr/>
        </p:nvSpPr>
        <p:spPr>
          <a:xfrm>
            <a:off x="4514870" y="1906094"/>
            <a:ext cx="1710725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42         7          6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42          6          7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0"/>
          <p:cNvSpPr txBox="1"/>
          <p:nvPr/>
        </p:nvSpPr>
        <p:spPr>
          <a:xfrm>
            <a:off x="4562840" y="6567537"/>
            <a:ext cx="1710725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30         6           5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30         5           6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6" name="Google Shape;866;p21"/>
          <p:cNvGraphicFramePr/>
          <p:nvPr/>
        </p:nvGraphicFramePr>
        <p:xfrm>
          <a:off x="87042" y="4539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830500"/>
                <a:gridCol w="3283750"/>
                <a:gridCol w="2569675"/>
              </a:tblGrid>
              <a:tr h="278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Question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Bar Model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Division Facts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6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8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6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2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867" name="Google Shape;867;p21"/>
          <p:cNvGrpSpPr/>
          <p:nvPr/>
        </p:nvGrpSpPr>
        <p:grpSpPr>
          <a:xfrm>
            <a:off x="4494340" y="829534"/>
            <a:ext cx="1940329" cy="828433"/>
            <a:chOff x="4407991" y="443495"/>
            <a:chExt cx="1940329" cy="828433"/>
          </a:xfrm>
        </p:grpSpPr>
        <p:grpSp>
          <p:nvGrpSpPr>
            <p:cNvPr id="868" name="Google Shape;868;p21"/>
            <p:cNvGrpSpPr/>
            <p:nvPr/>
          </p:nvGrpSpPr>
          <p:grpSpPr>
            <a:xfrm>
              <a:off x="4407991" y="443495"/>
              <a:ext cx="1940329" cy="388212"/>
              <a:chOff x="258320" y="1806520"/>
              <a:chExt cx="2923791" cy="388212"/>
            </a:xfrm>
          </p:grpSpPr>
          <p:sp>
            <p:nvSpPr>
              <p:cNvPr id="869" name="Google Shape;869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873" name="Google Shape;873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874" name="Google Shape;874;p21"/>
            <p:cNvGrpSpPr/>
            <p:nvPr/>
          </p:nvGrpSpPr>
          <p:grpSpPr>
            <a:xfrm>
              <a:off x="4407991" y="883716"/>
              <a:ext cx="1940329" cy="388212"/>
              <a:chOff x="258320" y="1806520"/>
              <a:chExt cx="2923791" cy="388212"/>
            </a:xfrm>
          </p:grpSpPr>
          <p:sp>
            <p:nvSpPr>
              <p:cNvPr id="875" name="Google Shape;875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879" name="Google Shape;879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880" name="Google Shape;880;p21"/>
          <p:cNvGrpSpPr/>
          <p:nvPr/>
        </p:nvGrpSpPr>
        <p:grpSpPr>
          <a:xfrm>
            <a:off x="4494340" y="1825404"/>
            <a:ext cx="1940329" cy="828433"/>
            <a:chOff x="4407991" y="1572079"/>
            <a:chExt cx="1940329" cy="828433"/>
          </a:xfrm>
        </p:grpSpPr>
        <p:grpSp>
          <p:nvGrpSpPr>
            <p:cNvPr id="881" name="Google Shape;881;p21"/>
            <p:cNvGrpSpPr/>
            <p:nvPr/>
          </p:nvGrpSpPr>
          <p:grpSpPr>
            <a:xfrm>
              <a:off x="4407991" y="1572079"/>
              <a:ext cx="1940329" cy="388212"/>
              <a:chOff x="258320" y="1806520"/>
              <a:chExt cx="2923791" cy="388212"/>
            </a:xfrm>
          </p:grpSpPr>
          <p:sp>
            <p:nvSpPr>
              <p:cNvPr id="882" name="Google Shape;882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886" name="Google Shape;886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887" name="Google Shape;887;p21"/>
            <p:cNvGrpSpPr/>
            <p:nvPr/>
          </p:nvGrpSpPr>
          <p:grpSpPr>
            <a:xfrm>
              <a:off x="4407991" y="2012300"/>
              <a:ext cx="1940329" cy="388212"/>
              <a:chOff x="258320" y="1806520"/>
              <a:chExt cx="2923791" cy="388212"/>
            </a:xfrm>
          </p:grpSpPr>
          <p:sp>
            <p:nvSpPr>
              <p:cNvPr id="888" name="Google Shape;888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892" name="Google Shape;892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893" name="Google Shape;893;p21"/>
          <p:cNvGrpSpPr/>
          <p:nvPr/>
        </p:nvGrpSpPr>
        <p:grpSpPr>
          <a:xfrm>
            <a:off x="4494340" y="2761569"/>
            <a:ext cx="1940329" cy="828433"/>
            <a:chOff x="4407991" y="2589451"/>
            <a:chExt cx="1940329" cy="828433"/>
          </a:xfrm>
        </p:grpSpPr>
        <p:grpSp>
          <p:nvGrpSpPr>
            <p:cNvPr id="894" name="Google Shape;894;p21"/>
            <p:cNvGrpSpPr/>
            <p:nvPr/>
          </p:nvGrpSpPr>
          <p:grpSpPr>
            <a:xfrm>
              <a:off x="4407991" y="2589451"/>
              <a:ext cx="1940329" cy="388212"/>
              <a:chOff x="258320" y="1806520"/>
              <a:chExt cx="2923791" cy="388212"/>
            </a:xfrm>
          </p:grpSpPr>
          <p:sp>
            <p:nvSpPr>
              <p:cNvPr id="895" name="Google Shape;895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899" name="Google Shape;899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900" name="Google Shape;900;p21"/>
            <p:cNvGrpSpPr/>
            <p:nvPr/>
          </p:nvGrpSpPr>
          <p:grpSpPr>
            <a:xfrm>
              <a:off x="4407991" y="3029672"/>
              <a:ext cx="1940329" cy="388212"/>
              <a:chOff x="258320" y="1806520"/>
              <a:chExt cx="2923791" cy="388212"/>
            </a:xfrm>
          </p:grpSpPr>
          <p:sp>
            <p:nvSpPr>
              <p:cNvPr id="901" name="Google Shape;901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05" name="Google Shape;905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906" name="Google Shape;906;p21"/>
          <p:cNvGrpSpPr/>
          <p:nvPr/>
        </p:nvGrpSpPr>
        <p:grpSpPr>
          <a:xfrm>
            <a:off x="4503536" y="3697046"/>
            <a:ext cx="1940329" cy="828433"/>
            <a:chOff x="4407991" y="3648448"/>
            <a:chExt cx="1940329" cy="828433"/>
          </a:xfrm>
        </p:grpSpPr>
        <p:grpSp>
          <p:nvGrpSpPr>
            <p:cNvPr id="907" name="Google Shape;907;p21"/>
            <p:cNvGrpSpPr/>
            <p:nvPr/>
          </p:nvGrpSpPr>
          <p:grpSpPr>
            <a:xfrm>
              <a:off x="4407991" y="3648448"/>
              <a:ext cx="1940329" cy="388212"/>
              <a:chOff x="258320" y="1806520"/>
              <a:chExt cx="2923791" cy="388212"/>
            </a:xfrm>
          </p:grpSpPr>
          <p:sp>
            <p:nvSpPr>
              <p:cNvPr id="908" name="Google Shape;908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12" name="Google Shape;912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913" name="Google Shape;913;p21"/>
            <p:cNvGrpSpPr/>
            <p:nvPr/>
          </p:nvGrpSpPr>
          <p:grpSpPr>
            <a:xfrm>
              <a:off x="4407991" y="4088669"/>
              <a:ext cx="1940329" cy="388212"/>
              <a:chOff x="258320" y="1806520"/>
              <a:chExt cx="2923791" cy="388212"/>
            </a:xfrm>
          </p:grpSpPr>
          <p:sp>
            <p:nvSpPr>
              <p:cNvPr id="914" name="Google Shape;914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18" name="Google Shape;918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919" name="Google Shape;919;p21"/>
          <p:cNvGrpSpPr/>
          <p:nvPr/>
        </p:nvGrpSpPr>
        <p:grpSpPr>
          <a:xfrm>
            <a:off x="4503536" y="4631610"/>
            <a:ext cx="1940329" cy="828433"/>
            <a:chOff x="4407991" y="4777032"/>
            <a:chExt cx="1940329" cy="828433"/>
          </a:xfrm>
        </p:grpSpPr>
        <p:grpSp>
          <p:nvGrpSpPr>
            <p:cNvPr id="920" name="Google Shape;920;p21"/>
            <p:cNvGrpSpPr/>
            <p:nvPr/>
          </p:nvGrpSpPr>
          <p:grpSpPr>
            <a:xfrm>
              <a:off x="4407991" y="4777032"/>
              <a:ext cx="1940329" cy="388212"/>
              <a:chOff x="258320" y="1806520"/>
              <a:chExt cx="2923791" cy="388212"/>
            </a:xfrm>
          </p:grpSpPr>
          <p:sp>
            <p:nvSpPr>
              <p:cNvPr id="921" name="Google Shape;921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25" name="Google Shape;925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926" name="Google Shape;926;p21"/>
            <p:cNvGrpSpPr/>
            <p:nvPr/>
          </p:nvGrpSpPr>
          <p:grpSpPr>
            <a:xfrm>
              <a:off x="4407991" y="5217253"/>
              <a:ext cx="1940329" cy="388212"/>
              <a:chOff x="258320" y="1806520"/>
              <a:chExt cx="2923791" cy="388212"/>
            </a:xfrm>
          </p:grpSpPr>
          <p:sp>
            <p:nvSpPr>
              <p:cNvPr id="927" name="Google Shape;927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31" name="Google Shape;931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932" name="Google Shape;932;p21"/>
          <p:cNvGrpSpPr/>
          <p:nvPr/>
        </p:nvGrpSpPr>
        <p:grpSpPr>
          <a:xfrm>
            <a:off x="4503536" y="5555748"/>
            <a:ext cx="1940329" cy="828433"/>
            <a:chOff x="4407991" y="5794404"/>
            <a:chExt cx="1940329" cy="828433"/>
          </a:xfrm>
        </p:grpSpPr>
        <p:grpSp>
          <p:nvGrpSpPr>
            <p:cNvPr id="933" name="Google Shape;933;p21"/>
            <p:cNvGrpSpPr/>
            <p:nvPr/>
          </p:nvGrpSpPr>
          <p:grpSpPr>
            <a:xfrm>
              <a:off x="4407991" y="5794404"/>
              <a:ext cx="1940329" cy="388212"/>
              <a:chOff x="258320" y="1806520"/>
              <a:chExt cx="2923791" cy="388212"/>
            </a:xfrm>
          </p:grpSpPr>
          <p:sp>
            <p:nvSpPr>
              <p:cNvPr id="934" name="Google Shape;934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38" name="Google Shape;938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939" name="Google Shape;939;p21"/>
            <p:cNvGrpSpPr/>
            <p:nvPr/>
          </p:nvGrpSpPr>
          <p:grpSpPr>
            <a:xfrm>
              <a:off x="4407991" y="6234625"/>
              <a:ext cx="1940329" cy="388212"/>
              <a:chOff x="258320" y="1806520"/>
              <a:chExt cx="2923791" cy="388212"/>
            </a:xfrm>
          </p:grpSpPr>
          <p:sp>
            <p:nvSpPr>
              <p:cNvPr id="940" name="Google Shape;940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44" name="Google Shape;944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945" name="Google Shape;945;p21"/>
          <p:cNvGrpSpPr/>
          <p:nvPr/>
        </p:nvGrpSpPr>
        <p:grpSpPr>
          <a:xfrm>
            <a:off x="4494340" y="6550900"/>
            <a:ext cx="1940329" cy="828433"/>
            <a:chOff x="4407991" y="6780105"/>
            <a:chExt cx="1940329" cy="828433"/>
          </a:xfrm>
        </p:grpSpPr>
        <p:grpSp>
          <p:nvGrpSpPr>
            <p:cNvPr id="946" name="Google Shape;946;p21"/>
            <p:cNvGrpSpPr/>
            <p:nvPr/>
          </p:nvGrpSpPr>
          <p:grpSpPr>
            <a:xfrm>
              <a:off x="4407991" y="6780105"/>
              <a:ext cx="1940329" cy="388212"/>
              <a:chOff x="258320" y="1806520"/>
              <a:chExt cx="2923791" cy="388212"/>
            </a:xfrm>
          </p:grpSpPr>
          <p:sp>
            <p:nvSpPr>
              <p:cNvPr id="947" name="Google Shape;947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51" name="Google Shape;951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952" name="Google Shape;952;p21"/>
            <p:cNvGrpSpPr/>
            <p:nvPr/>
          </p:nvGrpSpPr>
          <p:grpSpPr>
            <a:xfrm>
              <a:off x="4407991" y="7220326"/>
              <a:ext cx="1940329" cy="388212"/>
              <a:chOff x="258320" y="1806520"/>
              <a:chExt cx="2923791" cy="388212"/>
            </a:xfrm>
          </p:grpSpPr>
          <p:sp>
            <p:nvSpPr>
              <p:cNvPr id="953" name="Google Shape;953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57" name="Google Shape;957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958" name="Google Shape;958;p21"/>
          <p:cNvGrpSpPr/>
          <p:nvPr/>
        </p:nvGrpSpPr>
        <p:grpSpPr>
          <a:xfrm>
            <a:off x="4494338" y="7524715"/>
            <a:ext cx="1940329" cy="828433"/>
            <a:chOff x="4407991" y="7908689"/>
            <a:chExt cx="1940329" cy="828433"/>
          </a:xfrm>
        </p:grpSpPr>
        <p:grpSp>
          <p:nvGrpSpPr>
            <p:cNvPr id="959" name="Google Shape;959;p21"/>
            <p:cNvGrpSpPr/>
            <p:nvPr/>
          </p:nvGrpSpPr>
          <p:grpSpPr>
            <a:xfrm>
              <a:off x="4407991" y="7908689"/>
              <a:ext cx="1940329" cy="388212"/>
              <a:chOff x="258320" y="1806520"/>
              <a:chExt cx="2923791" cy="388212"/>
            </a:xfrm>
          </p:grpSpPr>
          <p:sp>
            <p:nvSpPr>
              <p:cNvPr id="960" name="Google Shape;960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64" name="Google Shape;964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965" name="Google Shape;965;p21"/>
            <p:cNvGrpSpPr/>
            <p:nvPr/>
          </p:nvGrpSpPr>
          <p:grpSpPr>
            <a:xfrm>
              <a:off x="4407991" y="8348910"/>
              <a:ext cx="1940329" cy="388212"/>
              <a:chOff x="258320" y="1806520"/>
              <a:chExt cx="2923791" cy="388212"/>
            </a:xfrm>
          </p:grpSpPr>
          <p:sp>
            <p:nvSpPr>
              <p:cNvPr id="966" name="Google Shape;966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70" name="Google Shape;970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971" name="Google Shape;971;p21"/>
          <p:cNvGrpSpPr/>
          <p:nvPr/>
        </p:nvGrpSpPr>
        <p:grpSpPr>
          <a:xfrm>
            <a:off x="4494338" y="8472957"/>
            <a:ext cx="1940329" cy="828433"/>
            <a:chOff x="4407991" y="8926061"/>
            <a:chExt cx="1940329" cy="828433"/>
          </a:xfrm>
        </p:grpSpPr>
        <p:grpSp>
          <p:nvGrpSpPr>
            <p:cNvPr id="972" name="Google Shape;972;p21"/>
            <p:cNvGrpSpPr/>
            <p:nvPr/>
          </p:nvGrpSpPr>
          <p:grpSpPr>
            <a:xfrm>
              <a:off x="4407991" y="8926061"/>
              <a:ext cx="1940329" cy="388212"/>
              <a:chOff x="258320" y="1806520"/>
              <a:chExt cx="2923791" cy="388212"/>
            </a:xfrm>
          </p:grpSpPr>
          <p:sp>
            <p:nvSpPr>
              <p:cNvPr id="973" name="Google Shape;973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77" name="Google Shape;977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grpSp>
          <p:nvGrpSpPr>
            <p:cNvPr id="978" name="Google Shape;978;p21"/>
            <p:cNvGrpSpPr/>
            <p:nvPr/>
          </p:nvGrpSpPr>
          <p:grpSpPr>
            <a:xfrm>
              <a:off x="4407991" y="9366282"/>
              <a:ext cx="1940329" cy="388212"/>
              <a:chOff x="258320" y="1806520"/>
              <a:chExt cx="2923791" cy="388212"/>
            </a:xfrm>
          </p:grpSpPr>
          <p:sp>
            <p:nvSpPr>
              <p:cNvPr id="979" name="Google Shape;979;p21"/>
              <p:cNvSpPr/>
              <p:nvPr/>
            </p:nvSpPr>
            <p:spPr>
              <a:xfrm>
                <a:off x="258320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21"/>
              <p:cNvSpPr/>
              <p:nvPr/>
            </p:nvSpPr>
            <p:spPr>
              <a:xfrm>
                <a:off x="1266267" y="1822876"/>
                <a:ext cx="603504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21"/>
              <p:cNvSpPr/>
              <p:nvPr/>
            </p:nvSpPr>
            <p:spPr>
              <a:xfrm>
                <a:off x="2280834" y="1822876"/>
                <a:ext cx="901277" cy="37185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21"/>
              <p:cNvSpPr txBox="1"/>
              <p:nvPr/>
            </p:nvSpPr>
            <p:spPr>
              <a:xfrm>
                <a:off x="783942" y="1806520"/>
                <a:ext cx="5415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983" name="Google Shape;983;p21"/>
              <p:cNvSpPr txBox="1"/>
              <p:nvPr/>
            </p:nvSpPr>
            <p:spPr>
              <a:xfrm>
                <a:off x="1809754" y="1825400"/>
                <a:ext cx="5904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984" name="Google Shape;984;p21"/>
          <p:cNvSpPr txBox="1"/>
          <p:nvPr>
            <p:ph idx="12" type="sldNum"/>
          </p:nvPr>
        </p:nvSpPr>
        <p:spPr>
          <a:xfrm>
            <a:off x="5314950" y="947217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985" name="Google Shape;985;p21"/>
          <p:cNvGraphicFramePr/>
          <p:nvPr/>
        </p:nvGraphicFramePr>
        <p:xfrm>
          <a:off x="991766" y="8579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07275"/>
                <a:gridCol w="307275"/>
                <a:gridCol w="307275"/>
                <a:gridCol w="307275"/>
                <a:gridCol w="307275"/>
                <a:gridCol w="307275"/>
                <a:gridCol w="307275"/>
                <a:gridCol w="307275"/>
                <a:gridCol w="307275"/>
                <a:gridCol w="307275"/>
              </a:tblGrid>
              <a:tr h="286400">
                <a:tc gridSpan="10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6" name="Google Shape;986;p21"/>
          <p:cNvGraphicFramePr/>
          <p:nvPr/>
        </p:nvGraphicFramePr>
        <p:xfrm>
          <a:off x="991766" y="1979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072750"/>
              </a:tblGrid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7" name="Google Shape;987;p21"/>
          <p:cNvGraphicFramePr/>
          <p:nvPr/>
        </p:nvGraphicFramePr>
        <p:xfrm>
          <a:off x="1000962" y="2909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614550"/>
                <a:gridCol w="614550"/>
                <a:gridCol w="614550"/>
                <a:gridCol w="614550"/>
                <a:gridCol w="614550"/>
              </a:tblGrid>
              <a:tr h="286400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8" name="Google Shape;988;p21"/>
          <p:cNvGraphicFramePr/>
          <p:nvPr/>
        </p:nvGraphicFramePr>
        <p:xfrm>
          <a:off x="1010158" y="47530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07275"/>
                <a:gridCol w="307275"/>
                <a:gridCol w="307275"/>
                <a:gridCol w="307275"/>
                <a:gridCol w="307275"/>
                <a:gridCol w="307275"/>
                <a:gridCol w="307275"/>
                <a:gridCol w="307275"/>
                <a:gridCol w="307275"/>
                <a:gridCol w="307275"/>
              </a:tblGrid>
              <a:tr h="286400">
                <a:tc gridSpan="10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9" name="Google Shape;989;p21"/>
          <p:cNvGraphicFramePr/>
          <p:nvPr/>
        </p:nvGraphicFramePr>
        <p:xfrm>
          <a:off x="1000962" y="56598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56075"/>
                <a:gridCol w="256075"/>
                <a:gridCol w="256075"/>
                <a:gridCol w="256075"/>
                <a:gridCol w="256075"/>
                <a:gridCol w="256075"/>
                <a:gridCol w="256075"/>
                <a:gridCol w="256075"/>
                <a:gridCol w="256075"/>
                <a:gridCol w="256075"/>
                <a:gridCol w="256075"/>
                <a:gridCol w="256075"/>
              </a:tblGrid>
              <a:tr h="286400">
                <a:tc gridSpan="1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0" name="Google Shape;990;p21"/>
          <p:cNvGraphicFramePr/>
          <p:nvPr/>
        </p:nvGraphicFramePr>
        <p:xfrm>
          <a:off x="991766" y="65963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512125"/>
                <a:gridCol w="512125"/>
                <a:gridCol w="512125"/>
                <a:gridCol w="512125"/>
                <a:gridCol w="512125"/>
                <a:gridCol w="512125"/>
              </a:tblGrid>
              <a:tr h="286400">
                <a:tc grid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1" name="Google Shape;991;p21"/>
          <p:cNvGraphicFramePr/>
          <p:nvPr/>
        </p:nvGraphicFramePr>
        <p:xfrm>
          <a:off x="991764" y="75636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1024250"/>
                <a:gridCol w="1024250"/>
                <a:gridCol w="1024250"/>
              </a:tblGrid>
              <a:tr h="28640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2" name="Google Shape;992;p21"/>
          <p:cNvGraphicFramePr/>
          <p:nvPr/>
        </p:nvGraphicFramePr>
        <p:xfrm>
          <a:off x="991764" y="85053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41425"/>
                <a:gridCol w="341425"/>
                <a:gridCol w="341425"/>
                <a:gridCol w="341425"/>
                <a:gridCol w="341425"/>
                <a:gridCol w="341425"/>
                <a:gridCol w="341425"/>
                <a:gridCol w="341425"/>
                <a:gridCol w="341425"/>
              </a:tblGrid>
              <a:tr h="286400">
                <a:tc gridSpan="9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3" name="Google Shape;993;p21"/>
          <p:cNvGraphicFramePr/>
          <p:nvPr/>
        </p:nvGraphicFramePr>
        <p:xfrm>
          <a:off x="1000962" y="37671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614550"/>
                <a:gridCol w="614550"/>
                <a:gridCol w="614550"/>
                <a:gridCol w="614550"/>
                <a:gridCol w="614550"/>
              </a:tblGrid>
              <a:tr h="286400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94" name="Google Shape;994;p21"/>
          <p:cNvSpPr txBox="1"/>
          <p:nvPr/>
        </p:nvSpPr>
        <p:spPr>
          <a:xfrm>
            <a:off x="549677" y="152056"/>
            <a:ext cx="62212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For the following questions, use the one bar model to deduce </a:t>
            </a:r>
            <a:r>
              <a:rPr b="1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division facts.</a:t>
            </a:r>
            <a:endParaRPr/>
          </a:p>
        </p:txBody>
      </p:sp>
      <p:sp>
        <p:nvSpPr>
          <p:cNvPr id="995" name="Google Shape;995;p21"/>
          <p:cNvSpPr txBox="1"/>
          <p:nvPr/>
        </p:nvSpPr>
        <p:spPr>
          <a:xfrm>
            <a:off x="4514554" y="870787"/>
            <a:ext cx="188064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10        10         1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10          1           10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1"/>
          <p:cNvSpPr txBox="1"/>
          <p:nvPr/>
        </p:nvSpPr>
        <p:spPr>
          <a:xfrm>
            <a:off x="4530318" y="1866133"/>
            <a:ext cx="172194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10        1          10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10        10         1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1"/>
          <p:cNvSpPr txBox="1"/>
          <p:nvPr/>
        </p:nvSpPr>
        <p:spPr>
          <a:xfrm>
            <a:off x="4539514" y="2826311"/>
            <a:ext cx="176362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10          5          2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10          2           5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1"/>
          <p:cNvSpPr txBox="1"/>
          <p:nvPr/>
        </p:nvSpPr>
        <p:spPr>
          <a:xfrm>
            <a:off x="4567452" y="3708342"/>
            <a:ext cx="164660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5          5          1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5          1           5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1"/>
          <p:cNvSpPr txBox="1"/>
          <p:nvPr/>
        </p:nvSpPr>
        <p:spPr>
          <a:xfrm>
            <a:off x="4445361" y="4668337"/>
            <a:ext cx="195598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100        10          10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100        10          10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1"/>
          <p:cNvSpPr txBox="1"/>
          <p:nvPr/>
        </p:nvSpPr>
        <p:spPr>
          <a:xfrm>
            <a:off x="4507454" y="5592487"/>
            <a:ext cx="182774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24         12          2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24         2           12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1"/>
          <p:cNvSpPr txBox="1"/>
          <p:nvPr/>
        </p:nvSpPr>
        <p:spPr>
          <a:xfrm>
            <a:off x="4497768" y="6567222"/>
            <a:ext cx="171072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24          6          4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24          4          6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1"/>
          <p:cNvSpPr txBox="1"/>
          <p:nvPr/>
        </p:nvSpPr>
        <p:spPr>
          <a:xfrm>
            <a:off x="4488011" y="7562408"/>
            <a:ext cx="176362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27          3          9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27          9          3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1"/>
          <p:cNvSpPr txBox="1"/>
          <p:nvPr/>
        </p:nvSpPr>
        <p:spPr>
          <a:xfrm>
            <a:off x="4514554" y="8518977"/>
            <a:ext cx="171072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63         9          7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63         7           9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8" name="Google Shape;1008;p22"/>
          <p:cNvGraphicFramePr/>
          <p:nvPr/>
        </p:nvGraphicFramePr>
        <p:xfrm>
          <a:off x="77508" y="4077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233075"/>
                <a:gridCol w="2233075"/>
                <a:gridCol w="2233075"/>
              </a:tblGrid>
              <a:tr h="275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7 - I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8 - We do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9 - You do…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53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</a:t>
                      </a:r>
                      <a:r>
                        <a:rPr lang="en-GB" sz="1200"/>
                        <a:t> the </a:t>
                      </a:r>
                      <a:r>
                        <a:rPr b="1" lang="en-GB" sz="1200"/>
                        <a:t>number</a:t>
                      </a:r>
                      <a:r>
                        <a:rPr b="0" lang="en-GB" sz="1200"/>
                        <a:t> </a:t>
                      </a:r>
                      <a:r>
                        <a:rPr b="1" lang="en-GB" sz="1200"/>
                        <a:t>families</a:t>
                      </a:r>
                      <a:r>
                        <a:rPr lang="en-GB" sz="1200"/>
                        <a:t> from the bar models given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66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009" name="Google Shape;1009;p22"/>
          <p:cNvGrpSpPr/>
          <p:nvPr/>
        </p:nvGrpSpPr>
        <p:grpSpPr>
          <a:xfrm>
            <a:off x="206763" y="2690041"/>
            <a:ext cx="1940329" cy="388212"/>
            <a:chOff x="258320" y="1806520"/>
            <a:chExt cx="2923791" cy="388212"/>
          </a:xfrm>
        </p:grpSpPr>
        <p:sp>
          <p:nvSpPr>
            <p:cNvPr id="1010" name="Google Shape;1010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22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14" name="Google Shape;1014;p22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15" name="Google Shape;1015;p22"/>
          <p:cNvGrpSpPr/>
          <p:nvPr/>
        </p:nvGrpSpPr>
        <p:grpSpPr>
          <a:xfrm>
            <a:off x="206763" y="3130262"/>
            <a:ext cx="1940329" cy="388212"/>
            <a:chOff x="258320" y="1806520"/>
            <a:chExt cx="2923791" cy="388212"/>
          </a:xfrm>
        </p:grpSpPr>
        <p:sp>
          <p:nvSpPr>
            <p:cNvPr id="1016" name="Google Shape;1016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22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20" name="Google Shape;1020;p22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21" name="Google Shape;1021;p22"/>
          <p:cNvGrpSpPr/>
          <p:nvPr/>
        </p:nvGrpSpPr>
        <p:grpSpPr>
          <a:xfrm>
            <a:off x="2461451" y="2690041"/>
            <a:ext cx="1940329" cy="388212"/>
            <a:chOff x="258320" y="1806520"/>
            <a:chExt cx="2923791" cy="388212"/>
          </a:xfrm>
        </p:grpSpPr>
        <p:sp>
          <p:nvSpPr>
            <p:cNvPr id="1022" name="Google Shape;1022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22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26" name="Google Shape;1026;p22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27" name="Google Shape;1027;p22"/>
          <p:cNvGrpSpPr/>
          <p:nvPr/>
        </p:nvGrpSpPr>
        <p:grpSpPr>
          <a:xfrm>
            <a:off x="2461451" y="3130262"/>
            <a:ext cx="1940329" cy="388212"/>
            <a:chOff x="258320" y="1806520"/>
            <a:chExt cx="2923791" cy="388212"/>
          </a:xfrm>
        </p:grpSpPr>
        <p:sp>
          <p:nvSpPr>
            <p:cNvPr id="1028" name="Google Shape;1028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22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32" name="Google Shape;1032;p22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33" name="Google Shape;1033;p22"/>
          <p:cNvGrpSpPr/>
          <p:nvPr/>
        </p:nvGrpSpPr>
        <p:grpSpPr>
          <a:xfrm>
            <a:off x="4736206" y="2686985"/>
            <a:ext cx="1940329" cy="388212"/>
            <a:chOff x="258320" y="1806520"/>
            <a:chExt cx="2923791" cy="388212"/>
          </a:xfrm>
        </p:grpSpPr>
        <p:sp>
          <p:nvSpPr>
            <p:cNvPr id="1034" name="Google Shape;1034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22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38" name="Google Shape;1038;p22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39" name="Google Shape;1039;p22"/>
          <p:cNvGrpSpPr/>
          <p:nvPr/>
        </p:nvGrpSpPr>
        <p:grpSpPr>
          <a:xfrm>
            <a:off x="4736206" y="3127206"/>
            <a:ext cx="1940329" cy="388212"/>
            <a:chOff x="258320" y="1806520"/>
            <a:chExt cx="2923791" cy="388212"/>
          </a:xfrm>
        </p:grpSpPr>
        <p:sp>
          <p:nvSpPr>
            <p:cNvPr id="1040" name="Google Shape;1040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22"/>
            <p:cNvSpPr txBox="1"/>
            <p:nvPr/>
          </p:nvSpPr>
          <p:spPr>
            <a:xfrm>
              <a:off x="783942" y="1806520"/>
              <a:ext cx="5415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44" name="Google Shape;1044;p22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45" name="Google Shape;1045;p22"/>
          <p:cNvGrpSpPr/>
          <p:nvPr/>
        </p:nvGrpSpPr>
        <p:grpSpPr>
          <a:xfrm>
            <a:off x="206763" y="1742464"/>
            <a:ext cx="1940329" cy="388212"/>
            <a:chOff x="258320" y="1806520"/>
            <a:chExt cx="2923791" cy="388212"/>
          </a:xfrm>
        </p:grpSpPr>
        <p:sp>
          <p:nvSpPr>
            <p:cNvPr id="1046" name="Google Shape;1046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22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50" name="Google Shape;1050;p22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51" name="Google Shape;1051;p22"/>
          <p:cNvGrpSpPr/>
          <p:nvPr/>
        </p:nvGrpSpPr>
        <p:grpSpPr>
          <a:xfrm>
            <a:off x="206763" y="2182685"/>
            <a:ext cx="1940329" cy="388212"/>
            <a:chOff x="258320" y="1806520"/>
            <a:chExt cx="2923791" cy="388212"/>
          </a:xfrm>
        </p:grpSpPr>
        <p:sp>
          <p:nvSpPr>
            <p:cNvPr id="1052" name="Google Shape;1052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22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56" name="Google Shape;1056;p22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57" name="Google Shape;1057;p22"/>
          <p:cNvGrpSpPr/>
          <p:nvPr/>
        </p:nvGrpSpPr>
        <p:grpSpPr>
          <a:xfrm>
            <a:off x="2461451" y="1742464"/>
            <a:ext cx="1940329" cy="388212"/>
            <a:chOff x="258320" y="1806520"/>
            <a:chExt cx="2923791" cy="388212"/>
          </a:xfrm>
        </p:grpSpPr>
        <p:sp>
          <p:nvSpPr>
            <p:cNvPr id="1058" name="Google Shape;1058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22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62" name="Google Shape;1062;p22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63" name="Google Shape;1063;p22"/>
          <p:cNvGrpSpPr/>
          <p:nvPr/>
        </p:nvGrpSpPr>
        <p:grpSpPr>
          <a:xfrm>
            <a:off x="2461451" y="2182685"/>
            <a:ext cx="1940329" cy="388212"/>
            <a:chOff x="258320" y="1806520"/>
            <a:chExt cx="2923791" cy="388212"/>
          </a:xfrm>
        </p:grpSpPr>
        <p:sp>
          <p:nvSpPr>
            <p:cNvPr id="1064" name="Google Shape;1064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22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68" name="Google Shape;1068;p22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69" name="Google Shape;1069;p22"/>
          <p:cNvGrpSpPr/>
          <p:nvPr/>
        </p:nvGrpSpPr>
        <p:grpSpPr>
          <a:xfrm>
            <a:off x="4736206" y="1739408"/>
            <a:ext cx="1940329" cy="388212"/>
            <a:chOff x="258320" y="1806520"/>
            <a:chExt cx="2923791" cy="388212"/>
          </a:xfrm>
        </p:grpSpPr>
        <p:sp>
          <p:nvSpPr>
            <p:cNvPr id="1070" name="Google Shape;1070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22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74" name="Google Shape;1074;p22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75" name="Google Shape;1075;p22"/>
          <p:cNvGrpSpPr/>
          <p:nvPr/>
        </p:nvGrpSpPr>
        <p:grpSpPr>
          <a:xfrm>
            <a:off x="4736206" y="2179629"/>
            <a:ext cx="1940329" cy="388212"/>
            <a:chOff x="258320" y="1806520"/>
            <a:chExt cx="2923791" cy="388212"/>
          </a:xfrm>
        </p:grpSpPr>
        <p:sp>
          <p:nvSpPr>
            <p:cNvPr id="1076" name="Google Shape;1076;p22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22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22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22"/>
            <p:cNvSpPr txBox="1"/>
            <p:nvPr/>
          </p:nvSpPr>
          <p:spPr>
            <a:xfrm>
              <a:off x="783942" y="1806520"/>
              <a:ext cx="5318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80" name="Google Shape;1080;p22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081" name="Google Shape;1081;p22"/>
          <p:cNvSpPr txBox="1"/>
          <p:nvPr/>
        </p:nvSpPr>
        <p:spPr>
          <a:xfrm>
            <a:off x="-53376" y="4005739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2"/>
          <p:cNvSpPr txBox="1"/>
          <p:nvPr/>
        </p:nvSpPr>
        <p:spPr>
          <a:xfrm>
            <a:off x="1655326" y="4005739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2"/>
          <p:cNvSpPr txBox="1"/>
          <p:nvPr/>
        </p:nvSpPr>
        <p:spPr>
          <a:xfrm>
            <a:off x="3357075" y="4018552"/>
            <a:ext cx="2968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2"/>
          <p:cNvSpPr txBox="1"/>
          <p:nvPr/>
        </p:nvSpPr>
        <p:spPr>
          <a:xfrm>
            <a:off x="5088363" y="4018552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2"/>
          <p:cNvSpPr txBox="1"/>
          <p:nvPr/>
        </p:nvSpPr>
        <p:spPr>
          <a:xfrm>
            <a:off x="72891" y="3713209"/>
            <a:ext cx="1592359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2"/>
          <p:cNvSpPr/>
          <p:nvPr/>
        </p:nvSpPr>
        <p:spPr>
          <a:xfrm>
            <a:off x="1191662" y="3782628"/>
            <a:ext cx="45996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Write the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families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the bar models given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7" name="Google Shape;1087;p22"/>
          <p:cNvGrpSpPr/>
          <p:nvPr/>
        </p:nvGrpSpPr>
        <p:grpSpPr>
          <a:xfrm>
            <a:off x="5339564" y="8028518"/>
            <a:ext cx="1435855" cy="1600438"/>
            <a:chOff x="2771635" y="7376145"/>
            <a:chExt cx="1349388" cy="1600438"/>
          </a:xfrm>
        </p:grpSpPr>
        <p:grpSp>
          <p:nvGrpSpPr>
            <p:cNvPr id="1088" name="Google Shape;1088;p22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089" name="Google Shape;1089;p22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090" name="Google Shape;1090;p22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91" name="Google Shape;1091;p22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92" name="Google Shape;1092;p22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93" name="Google Shape;1093;p22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94" name="Google Shape;1094;p22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95" name="Google Shape;1095;p22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96" name="Google Shape;1096;p22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97" name="Google Shape;1097;p22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098" name="Google Shape;1098;p22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9" name="Google Shape;1099;p22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0" name="Google Shape;1100;p22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1" name="Google Shape;1101;p22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02" name="Google Shape;1102;p22"/>
          <p:cNvSpPr txBox="1"/>
          <p:nvPr/>
        </p:nvSpPr>
        <p:spPr>
          <a:xfrm>
            <a:off x="-23271" y="6797382"/>
            <a:ext cx="3080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2"/>
          <p:cNvSpPr txBox="1"/>
          <p:nvPr/>
        </p:nvSpPr>
        <p:spPr>
          <a:xfrm>
            <a:off x="1685431" y="6797382"/>
            <a:ext cx="279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2"/>
          <p:cNvSpPr txBox="1"/>
          <p:nvPr/>
        </p:nvSpPr>
        <p:spPr>
          <a:xfrm>
            <a:off x="3387180" y="6810195"/>
            <a:ext cx="3032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2"/>
          <p:cNvSpPr txBox="1"/>
          <p:nvPr/>
        </p:nvSpPr>
        <p:spPr>
          <a:xfrm>
            <a:off x="5118468" y="6810195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2"/>
          <p:cNvSpPr txBox="1"/>
          <p:nvPr>
            <p:ph idx="12" type="sldNum"/>
          </p:nvPr>
        </p:nvSpPr>
        <p:spPr>
          <a:xfrm>
            <a:off x="5375541" y="955954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107" name="Google Shape;1107;p22"/>
          <p:cNvGraphicFramePr/>
          <p:nvPr/>
        </p:nvGraphicFramePr>
        <p:xfrm>
          <a:off x="286135" y="10723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869075"/>
                <a:gridCol w="869075"/>
              </a:tblGrid>
              <a:tr h="2864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08" name="Google Shape;1108;p22"/>
          <p:cNvGraphicFramePr/>
          <p:nvPr/>
        </p:nvGraphicFramePr>
        <p:xfrm>
          <a:off x="2548165" y="1075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48300"/>
                <a:gridCol w="248300"/>
                <a:gridCol w="248300"/>
                <a:gridCol w="248300"/>
                <a:gridCol w="248300"/>
                <a:gridCol w="248300"/>
                <a:gridCol w="248300"/>
              </a:tblGrid>
              <a:tr h="286400">
                <a:tc grid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09" name="Google Shape;1109;p22"/>
          <p:cNvGraphicFramePr/>
          <p:nvPr/>
        </p:nvGraphicFramePr>
        <p:xfrm>
          <a:off x="4810195" y="10758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47625"/>
                <a:gridCol w="347625"/>
                <a:gridCol w="347625"/>
                <a:gridCol w="347625"/>
                <a:gridCol w="347625"/>
              </a:tblGrid>
              <a:tr h="286400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110" name="Google Shape;1110;p22"/>
          <p:cNvGrpSpPr/>
          <p:nvPr/>
        </p:nvGrpSpPr>
        <p:grpSpPr>
          <a:xfrm>
            <a:off x="3635195" y="8028518"/>
            <a:ext cx="1435855" cy="1600438"/>
            <a:chOff x="2771635" y="7376145"/>
            <a:chExt cx="1349388" cy="1600438"/>
          </a:xfrm>
        </p:grpSpPr>
        <p:grpSp>
          <p:nvGrpSpPr>
            <p:cNvPr id="1111" name="Google Shape;1111;p22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112" name="Google Shape;1112;p22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113" name="Google Shape;1113;p22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4" name="Google Shape;1114;p22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5" name="Google Shape;1115;p22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6" name="Google Shape;1116;p22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7" name="Google Shape;1117;p22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8" name="Google Shape;1118;p22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9" name="Google Shape;1119;p22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0" name="Google Shape;1120;p22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121" name="Google Shape;1121;p22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2" name="Google Shape;1122;p22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3" name="Google Shape;1123;p22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4" name="Google Shape;1124;p22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25" name="Google Shape;1125;p22"/>
          <p:cNvGrpSpPr/>
          <p:nvPr/>
        </p:nvGrpSpPr>
        <p:grpSpPr>
          <a:xfrm>
            <a:off x="1930826" y="8052253"/>
            <a:ext cx="1435855" cy="1600438"/>
            <a:chOff x="2771635" y="7376145"/>
            <a:chExt cx="1349388" cy="1600438"/>
          </a:xfrm>
        </p:grpSpPr>
        <p:grpSp>
          <p:nvGrpSpPr>
            <p:cNvPr id="1126" name="Google Shape;1126;p22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127" name="Google Shape;1127;p22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128" name="Google Shape;1128;p22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9" name="Google Shape;1129;p22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0" name="Google Shape;1130;p22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1" name="Google Shape;1131;p22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2" name="Google Shape;1132;p22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3" name="Google Shape;1133;p22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4" name="Google Shape;1134;p22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5" name="Google Shape;1135;p22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136" name="Google Shape;1136;p22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7" name="Google Shape;1137;p22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8" name="Google Shape;1138;p22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9" name="Google Shape;1139;p22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40" name="Google Shape;1140;p22"/>
          <p:cNvGrpSpPr/>
          <p:nvPr/>
        </p:nvGrpSpPr>
        <p:grpSpPr>
          <a:xfrm>
            <a:off x="164390" y="8028518"/>
            <a:ext cx="1435855" cy="1600438"/>
            <a:chOff x="2771635" y="7376145"/>
            <a:chExt cx="1349388" cy="1600438"/>
          </a:xfrm>
        </p:grpSpPr>
        <p:grpSp>
          <p:nvGrpSpPr>
            <p:cNvPr id="1141" name="Google Shape;1141;p22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142" name="Google Shape;1142;p22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143" name="Google Shape;1143;p22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4" name="Google Shape;1144;p22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5" name="Google Shape;1145;p22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6" name="Google Shape;1146;p22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7" name="Google Shape;1147;p22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8" name="Google Shape;1148;p22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9" name="Google Shape;1149;p22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0" name="Google Shape;1150;p22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151" name="Google Shape;1151;p22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2" name="Google Shape;1152;p22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3" name="Google Shape;1153;p22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4" name="Google Shape;1154;p22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55" name="Google Shape;1155;p22"/>
          <p:cNvGrpSpPr/>
          <p:nvPr/>
        </p:nvGrpSpPr>
        <p:grpSpPr>
          <a:xfrm>
            <a:off x="5307234" y="4997321"/>
            <a:ext cx="1435855" cy="1600438"/>
            <a:chOff x="2771635" y="7376145"/>
            <a:chExt cx="1349388" cy="1600438"/>
          </a:xfrm>
        </p:grpSpPr>
        <p:grpSp>
          <p:nvGrpSpPr>
            <p:cNvPr id="1156" name="Google Shape;1156;p22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157" name="Google Shape;1157;p22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158" name="Google Shape;1158;p22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9" name="Google Shape;1159;p22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0" name="Google Shape;1160;p22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1" name="Google Shape;1161;p22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2" name="Google Shape;1162;p22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3" name="Google Shape;1163;p22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4" name="Google Shape;1164;p22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5" name="Google Shape;1165;p22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166" name="Google Shape;1166;p22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7" name="Google Shape;1167;p22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8" name="Google Shape;1168;p22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9" name="Google Shape;1169;p22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70" name="Google Shape;1170;p22"/>
          <p:cNvGrpSpPr/>
          <p:nvPr/>
        </p:nvGrpSpPr>
        <p:grpSpPr>
          <a:xfrm>
            <a:off x="3602865" y="4997321"/>
            <a:ext cx="1435855" cy="1600438"/>
            <a:chOff x="2771635" y="7376145"/>
            <a:chExt cx="1349388" cy="1600438"/>
          </a:xfrm>
        </p:grpSpPr>
        <p:grpSp>
          <p:nvGrpSpPr>
            <p:cNvPr id="1171" name="Google Shape;1171;p22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172" name="Google Shape;1172;p22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173" name="Google Shape;1173;p22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4" name="Google Shape;1174;p22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5" name="Google Shape;1175;p22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6" name="Google Shape;1176;p22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7" name="Google Shape;1177;p22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8" name="Google Shape;1178;p22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9" name="Google Shape;1179;p22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0" name="Google Shape;1180;p22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181" name="Google Shape;1181;p22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2" name="Google Shape;1182;p22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3" name="Google Shape;1183;p22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4" name="Google Shape;1184;p22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85" name="Google Shape;1185;p22"/>
          <p:cNvGrpSpPr/>
          <p:nvPr/>
        </p:nvGrpSpPr>
        <p:grpSpPr>
          <a:xfrm>
            <a:off x="1898496" y="5021056"/>
            <a:ext cx="1435855" cy="1600438"/>
            <a:chOff x="2771635" y="7376145"/>
            <a:chExt cx="1349388" cy="1600438"/>
          </a:xfrm>
        </p:grpSpPr>
        <p:grpSp>
          <p:nvGrpSpPr>
            <p:cNvPr id="1186" name="Google Shape;1186;p22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187" name="Google Shape;1187;p22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188" name="Google Shape;1188;p22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9" name="Google Shape;1189;p22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0" name="Google Shape;1190;p22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1" name="Google Shape;1191;p22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2" name="Google Shape;1192;p22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3" name="Google Shape;1193;p22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4" name="Google Shape;1194;p22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5" name="Google Shape;1195;p22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196" name="Google Shape;1196;p22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7" name="Google Shape;1197;p22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8" name="Google Shape;1198;p22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9" name="Google Shape;1199;p22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00" name="Google Shape;1200;p22"/>
          <p:cNvGrpSpPr/>
          <p:nvPr/>
        </p:nvGrpSpPr>
        <p:grpSpPr>
          <a:xfrm>
            <a:off x="132060" y="4997321"/>
            <a:ext cx="1435855" cy="1600438"/>
            <a:chOff x="2771635" y="7376145"/>
            <a:chExt cx="1349388" cy="1600438"/>
          </a:xfrm>
        </p:grpSpPr>
        <p:grpSp>
          <p:nvGrpSpPr>
            <p:cNvPr id="1201" name="Google Shape;1201;p22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202" name="Google Shape;1202;p22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203" name="Google Shape;1203;p22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4" name="Google Shape;1204;p22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5" name="Google Shape;1205;p22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6" name="Google Shape;1206;p22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7" name="Google Shape;1207;p22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8" name="Google Shape;1208;p22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9" name="Google Shape;1209;p22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0" name="Google Shape;1210;p22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11" name="Google Shape;1211;p22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2" name="Google Shape;1212;p22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3" name="Google Shape;1213;p22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4" name="Google Shape;1214;p22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aphicFrame>
        <p:nvGraphicFramePr>
          <p:cNvPr id="1215" name="Google Shape;1215;p22"/>
          <p:cNvGraphicFramePr/>
          <p:nvPr/>
        </p:nvGraphicFramePr>
        <p:xfrm>
          <a:off x="42411" y="43087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96225"/>
                <a:gridCol w="296225"/>
                <a:gridCol w="296225"/>
                <a:gridCol w="296225"/>
                <a:gridCol w="296225"/>
              </a:tblGrid>
              <a:tr h="261575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6" name="Google Shape;1216;p22"/>
          <p:cNvGraphicFramePr/>
          <p:nvPr/>
        </p:nvGraphicFramePr>
        <p:xfrm>
          <a:off x="1805009" y="43275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70300"/>
                <a:gridCol w="370300"/>
                <a:gridCol w="370300"/>
                <a:gridCol w="370300"/>
              </a:tblGrid>
              <a:tr h="2615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7" name="Google Shape;1217;p22"/>
          <p:cNvGraphicFramePr/>
          <p:nvPr/>
        </p:nvGraphicFramePr>
        <p:xfrm>
          <a:off x="3572065" y="4336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493725"/>
                <a:gridCol w="493725"/>
                <a:gridCol w="493725"/>
              </a:tblGrid>
              <a:tr h="2615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8" name="Google Shape;1218;p22"/>
          <p:cNvGraphicFramePr/>
          <p:nvPr/>
        </p:nvGraphicFramePr>
        <p:xfrm>
          <a:off x="5339119" y="43266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70300"/>
                <a:gridCol w="370300"/>
                <a:gridCol w="370300"/>
                <a:gridCol w="370300"/>
              </a:tblGrid>
              <a:tr h="2615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9" name="Google Shape;1219;p22"/>
          <p:cNvGraphicFramePr/>
          <p:nvPr/>
        </p:nvGraphicFramePr>
        <p:xfrm>
          <a:off x="42411" y="71217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96225"/>
                <a:gridCol w="296225"/>
                <a:gridCol w="296225"/>
                <a:gridCol w="296225"/>
                <a:gridCol w="296225"/>
              </a:tblGrid>
              <a:tr h="261575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0" name="Google Shape;1220;p22"/>
          <p:cNvGraphicFramePr/>
          <p:nvPr/>
        </p:nvGraphicFramePr>
        <p:xfrm>
          <a:off x="1843106" y="71405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126475"/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</a:tblGrid>
              <a:tr h="261575">
                <a:tc gridSpan="9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1" name="Google Shape;1221;p22"/>
          <p:cNvGraphicFramePr/>
          <p:nvPr/>
        </p:nvGraphicFramePr>
        <p:xfrm>
          <a:off x="3572065" y="71496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185150"/>
                <a:gridCol w="185150"/>
                <a:gridCol w="185150"/>
                <a:gridCol w="185150"/>
                <a:gridCol w="185150"/>
                <a:gridCol w="185150"/>
                <a:gridCol w="185150"/>
                <a:gridCol w="185150"/>
              </a:tblGrid>
              <a:tr h="261575"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2" name="Google Shape;1222;p22"/>
          <p:cNvGraphicFramePr/>
          <p:nvPr/>
        </p:nvGraphicFramePr>
        <p:xfrm>
          <a:off x="5339119" y="7139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70300"/>
                <a:gridCol w="370300"/>
                <a:gridCol w="370300"/>
                <a:gridCol w="370300"/>
              </a:tblGrid>
              <a:tr h="2615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23" name="Google Shape;1223;p22"/>
          <p:cNvSpPr txBox="1"/>
          <p:nvPr/>
        </p:nvSpPr>
        <p:spPr>
          <a:xfrm>
            <a:off x="72890" y="53244"/>
            <a:ext cx="3232213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Number families with multiplication and division</a:t>
            </a:r>
            <a:endParaRPr/>
          </a:p>
        </p:txBody>
      </p:sp>
      <p:sp>
        <p:nvSpPr>
          <p:cNvPr id="1224" name="Google Shape;1224;p22"/>
          <p:cNvSpPr txBox="1"/>
          <p:nvPr/>
        </p:nvSpPr>
        <p:spPr>
          <a:xfrm>
            <a:off x="300350" y="1784274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2          5          10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5          2           10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22"/>
          <p:cNvSpPr txBox="1"/>
          <p:nvPr/>
        </p:nvSpPr>
        <p:spPr>
          <a:xfrm>
            <a:off x="230043" y="2721885"/>
            <a:ext cx="171072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10         2          5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10         5          2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22"/>
          <p:cNvSpPr txBox="1"/>
          <p:nvPr/>
        </p:nvSpPr>
        <p:spPr>
          <a:xfrm>
            <a:off x="2527356" y="1751130"/>
            <a:ext cx="176362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7          2          14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2          7           14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22"/>
          <p:cNvSpPr txBox="1"/>
          <p:nvPr/>
        </p:nvSpPr>
        <p:spPr>
          <a:xfrm>
            <a:off x="2457049" y="2688741"/>
            <a:ext cx="171072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14         7          2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14         2          7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22"/>
          <p:cNvSpPr txBox="1"/>
          <p:nvPr/>
        </p:nvSpPr>
        <p:spPr>
          <a:xfrm>
            <a:off x="4795145" y="1740862"/>
            <a:ext cx="17748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5          4          20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4          5          20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22"/>
          <p:cNvSpPr txBox="1"/>
          <p:nvPr/>
        </p:nvSpPr>
        <p:spPr>
          <a:xfrm>
            <a:off x="4724838" y="2678473"/>
            <a:ext cx="171072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20         5          4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20         4          5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22"/>
          <p:cNvSpPr txBox="1"/>
          <p:nvPr/>
        </p:nvSpPr>
        <p:spPr>
          <a:xfrm>
            <a:off x="116705" y="4956598"/>
            <a:ext cx="1563248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5         12      60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12        5       60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22"/>
          <p:cNvSpPr txBox="1"/>
          <p:nvPr/>
        </p:nvSpPr>
        <p:spPr>
          <a:xfrm>
            <a:off x="24374" y="5837134"/>
            <a:ext cx="166904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60         5       12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60        12       5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22"/>
          <p:cNvSpPr txBox="1"/>
          <p:nvPr/>
        </p:nvSpPr>
        <p:spPr>
          <a:xfrm>
            <a:off x="1866350" y="4946790"/>
            <a:ext cx="149912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4         9      36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9         4       36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22"/>
          <p:cNvSpPr txBox="1"/>
          <p:nvPr/>
        </p:nvSpPr>
        <p:spPr>
          <a:xfrm>
            <a:off x="1774019" y="5827326"/>
            <a:ext cx="14991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36         4       9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36         9       4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22"/>
          <p:cNvSpPr txBox="1"/>
          <p:nvPr/>
        </p:nvSpPr>
        <p:spPr>
          <a:xfrm>
            <a:off x="3590975" y="4946790"/>
            <a:ext cx="1446230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3         2        6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2        3        6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22"/>
          <p:cNvSpPr txBox="1"/>
          <p:nvPr/>
        </p:nvSpPr>
        <p:spPr>
          <a:xfrm>
            <a:off x="3498644" y="5827326"/>
            <a:ext cx="143500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6         3       2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6         2        3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2"/>
          <p:cNvSpPr txBox="1"/>
          <p:nvPr/>
        </p:nvSpPr>
        <p:spPr>
          <a:xfrm>
            <a:off x="5281056" y="4944100"/>
            <a:ext cx="143500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4         1        4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1         4       4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22"/>
          <p:cNvSpPr txBox="1"/>
          <p:nvPr/>
        </p:nvSpPr>
        <p:spPr>
          <a:xfrm>
            <a:off x="5188725" y="5824636"/>
            <a:ext cx="159370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4          4       1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4          1       4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22"/>
          <p:cNvSpPr txBox="1"/>
          <p:nvPr/>
        </p:nvSpPr>
        <p:spPr>
          <a:xfrm>
            <a:off x="164809" y="7953122"/>
            <a:ext cx="149912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5         9       45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9         5       45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22"/>
          <p:cNvSpPr txBox="1"/>
          <p:nvPr/>
        </p:nvSpPr>
        <p:spPr>
          <a:xfrm>
            <a:off x="72478" y="8833658"/>
            <a:ext cx="14991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45         5       9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45        9       5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22"/>
          <p:cNvSpPr txBox="1"/>
          <p:nvPr/>
        </p:nvSpPr>
        <p:spPr>
          <a:xfrm>
            <a:off x="1922865" y="7958704"/>
            <a:ext cx="149912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9         5      45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5         9       45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22"/>
          <p:cNvSpPr txBox="1"/>
          <p:nvPr/>
        </p:nvSpPr>
        <p:spPr>
          <a:xfrm>
            <a:off x="1830534" y="8839240"/>
            <a:ext cx="14991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45         9       5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45        5       9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22"/>
          <p:cNvSpPr txBox="1"/>
          <p:nvPr/>
        </p:nvSpPr>
        <p:spPr>
          <a:xfrm>
            <a:off x="3579034" y="8004816"/>
            <a:ext cx="149912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8         8      64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8         8      64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22"/>
          <p:cNvSpPr txBox="1"/>
          <p:nvPr/>
        </p:nvSpPr>
        <p:spPr>
          <a:xfrm>
            <a:off x="3545687" y="8839240"/>
            <a:ext cx="14991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64         8       8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64        8       8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22"/>
          <p:cNvSpPr txBox="1"/>
          <p:nvPr/>
        </p:nvSpPr>
        <p:spPr>
          <a:xfrm>
            <a:off x="5260001" y="8004235"/>
            <a:ext cx="1563248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4          7       28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7          8       28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2"/>
          <p:cNvSpPr txBox="1"/>
          <p:nvPr/>
        </p:nvSpPr>
        <p:spPr>
          <a:xfrm>
            <a:off x="5219218" y="8851577"/>
            <a:ext cx="14991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28         4       7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28         7       4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23"/>
          <p:cNvSpPr txBox="1"/>
          <p:nvPr/>
        </p:nvSpPr>
        <p:spPr>
          <a:xfrm>
            <a:off x="8707" y="74142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3"/>
          <p:cNvSpPr txBox="1"/>
          <p:nvPr/>
        </p:nvSpPr>
        <p:spPr>
          <a:xfrm>
            <a:off x="1717409" y="74142"/>
            <a:ext cx="2680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23"/>
          <p:cNvSpPr txBox="1"/>
          <p:nvPr/>
        </p:nvSpPr>
        <p:spPr>
          <a:xfrm>
            <a:off x="3419158" y="86955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23"/>
          <p:cNvSpPr txBox="1"/>
          <p:nvPr/>
        </p:nvSpPr>
        <p:spPr>
          <a:xfrm>
            <a:off x="5150446" y="86955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23"/>
          <p:cNvSpPr txBox="1"/>
          <p:nvPr/>
        </p:nvSpPr>
        <p:spPr>
          <a:xfrm>
            <a:off x="42921" y="3345719"/>
            <a:ext cx="3545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23"/>
          <p:cNvSpPr txBox="1"/>
          <p:nvPr/>
        </p:nvSpPr>
        <p:spPr>
          <a:xfrm>
            <a:off x="1751623" y="3345719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23"/>
          <p:cNvSpPr txBox="1"/>
          <p:nvPr/>
        </p:nvSpPr>
        <p:spPr>
          <a:xfrm>
            <a:off x="3453372" y="3358532"/>
            <a:ext cx="3129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23"/>
          <p:cNvSpPr txBox="1"/>
          <p:nvPr/>
        </p:nvSpPr>
        <p:spPr>
          <a:xfrm>
            <a:off x="5184660" y="3358532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23"/>
          <p:cNvSpPr txBox="1"/>
          <p:nvPr/>
        </p:nvSpPr>
        <p:spPr>
          <a:xfrm>
            <a:off x="1161" y="6580345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23"/>
          <p:cNvSpPr txBox="1"/>
          <p:nvPr/>
        </p:nvSpPr>
        <p:spPr>
          <a:xfrm>
            <a:off x="1709863" y="6580345"/>
            <a:ext cx="284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23"/>
          <p:cNvSpPr txBox="1"/>
          <p:nvPr/>
        </p:nvSpPr>
        <p:spPr>
          <a:xfrm>
            <a:off x="3411612" y="6593158"/>
            <a:ext cx="2920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23"/>
          <p:cNvSpPr txBox="1"/>
          <p:nvPr/>
        </p:nvSpPr>
        <p:spPr>
          <a:xfrm>
            <a:off x="5142900" y="6593158"/>
            <a:ext cx="2824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23"/>
          <p:cNvSpPr txBox="1"/>
          <p:nvPr>
            <p:ph idx="12" type="sldNum"/>
          </p:nvPr>
        </p:nvSpPr>
        <p:spPr>
          <a:xfrm>
            <a:off x="5361253" y="954525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263" name="Google Shape;1263;p23"/>
          <p:cNvGrpSpPr/>
          <p:nvPr/>
        </p:nvGrpSpPr>
        <p:grpSpPr>
          <a:xfrm>
            <a:off x="5352537" y="1484219"/>
            <a:ext cx="1435855" cy="1600438"/>
            <a:chOff x="2771635" y="7376145"/>
            <a:chExt cx="1349388" cy="1600438"/>
          </a:xfrm>
        </p:grpSpPr>
        <p:grpSp>
          <p:nvGrpSpPr>
            <p:cNvPr id="1264" name="Google Shape;1264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265" name="Google Shape;1265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266" name="Google Shape;1266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7" name="Google Shape;1267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8" name="Google Shape;1268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9" name="Google Shape;1269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70" name="Google Shape;1270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71" name="Google Shape;1271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72" name="Google Shape;1272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73" name="Google Shape;1273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74" name="Google Shape;1274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5" name="Google Shape;1275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6" name="Google Shape;1276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7" name="Google Shape;1277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78" name="Google Shape;1278;p23"/>
          <p:cNvGrpSpPr/>
          <p:nvPr/>
        </p:nvGrpSpPr>
        <p:grpSpPr>
          <a:xfrm>
            <a:off x="3648168" y="1484219"/>
            <a:ext cx="1435855" cy="1600438"/>
            <a:chOff x="2771635" y="7376145"/>
            <a:chExt cx="1349388" cy="1600438"/>
          </a:xfrm>
        </p:grpSpPr>
        <p:grpSp>
          <p:nvGrpSpPr>
            <p:cNvPr id="1279" name="Google Shape;1279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280" name="Google Shape;1280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281" name="Google Shape;1281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2" name="Google Shape;1282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3" name="Google Shape;1283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4" name="Google Shape;1284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5" name="Google Shape;1285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6" name="Google Shape;1286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7" name="Google Shape;1287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8" name="Google Shape;1288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89" name="Google Shape;1289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0" name="Google Shape;1290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1" name="Google Shape;1291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2" name="Google Shape;1292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93" name="Google Shape;1293;p23"/>
          <p:cNvGrpSpPr/>
          <p:nvPr/>
        </p:nvGrpSpPr>
        <p:grpSpPr>
          <a:xfrm>
            <a:off x="1943799" y="1507954"/>
            <a:ext cx="1435855" cy="1600438"/>
            <a:chOff x="2771635" y="7376145"/>
            <a:chExt cx="1349388" cy="1600438"/>
          </a:xfrm>
        </p:grpSpPr>
        <p:grpSp>
          <p:nvGrpSpPr>
            <p:cNvPr id="1294" name="Google Shape;1294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295" name="Google Shape;1295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296" name="Google Shape;1296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7" name="Google Shape;1297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8" name="Google Shape;1298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9" name="Google Shape;1299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0" name="Google Shape;1300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1" name="Google Shape;1301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2" name="Google Shape;1302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3" name="Google Shape;1303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04" name="Google Shape;1304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5" name="Google Shape;1305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6" name="Google Shape;1306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7" name="Google Shape;1307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08" name="Google Shape;1308;p23"/>
          <p:cNvGrpSpPr/>
          <p:nvPr/>
        </p:nvGrpSpPr>
        <p:grpSpPr>
          <a:xfrm>
            <a:off x="177363" y="1484219"/>
            <a:ext cx="1435855" cy="1600438"/>
            <a:chOff x="2771635" y="7376145"/>
            <a:chExt cx="1349388" cy="1600438"/>
          </a:xfrm>
        </p:grpSpPr>
        <p:grpSp>
          <p:nvGrpSpPr>
            <p:cNvPr id="1309" name="Google Shape;1309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310" name="Google Shape;1310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11" name="Google Shape;1311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2" name="Google Shape;1312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3" name="Google Shape;1313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4" name="Google Shape;1314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5" name="Google Shape;1315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6" name="Google Shape;1316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7" name="Google Shape;1317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8" name="Google Shape;1318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19" name="Google Shape;1319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0" name="Google Shape;1320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1" name="Google Shape;1321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2" name="Google Shape;1322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23" name="Google Shape;1323;p23"/>
          <p:cNvGrpSpPr/>
          <p:nvPr/>
        </p:nvGrpSpPr>
        <p:grpSpPr>
          <a:xfrm>
            <a:off x="5352537" y="4673081"/>
            <a:ext cx="1435855" cy="1600438"/>
            <a:chOff x="2771635" y="7376145"/>
            <a:chExt cx="1349388" cy="1600438"/>
          </a:xfrm>
        </p:grpSpPr>
        <p:grpSp>
          <p:nvGrpSpPr>
            <p:cNvPr id="1324" name="Google Shape;1324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325" name="Google Shape;1325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26" name="Google Shape;1326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7" name="Google Shape;1327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8" name="Google Shape;1328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9" name="Google Shape;1329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0" name="Google Shape;1330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1" name="Google Shape;1331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2" name="Google Shape;1332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3" name="Google Shape;1333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34" name="Google Shape;1334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5" name="Google Shape;1335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6" name="Google Shape;1336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7" name="Google Shape;1337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38" name="Google Shape;1338;p23"/>
          <p:cNvGrpSpPr/>
          <p:nvPr/>
        </p:nvGrpSpPr>
        <p:grpSpPr>
          <a:xfrm>
            <a:off x="3648168" y="4673081"/>
            <a:ext cx="1435855" cy="1600438"/>
            <a:chOff x="2771635" y="7376145"/>
            <a:chExt cx="1349388" cy="1600438"/>
          </a:xfrm>
        </p:grpSpPr>
        <p:grpSp>
          <p:nvGrpSpPr>
            <p:cNvPr id="1339" name="Google Shape;1339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340" name="Google Shape;1340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41" name="Google Shape;1341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2" name="Google Shape;1342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3" name="Google Shape;1343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4" name="Google Shape;1344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5" name="Google Shape;1345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6" name="Google Shape;1346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7" name="Google Shape;1347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8" name="Google Shape;1348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49" name="Google Shape;1349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0" name="Google Shape;1350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1" name="Google Shape;1351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2" name="Google Shape;1352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53" name="Google Shape;1353;p23"/>
          <p:cNvGrpSpPr/>
          <p:nvPr/>
        </p:nvGrpSpPr>
        <p:grpSpPr>
          <a:xfrm>
            <a:off x="1943799" y="4696816"/>
            <a:ext cx="1435855" cy="1600438"/>
            <a:chOff x="2771635" y="7376145"/>
            <a:chExt cx="1349388" cy="1600438"/>
          </a:xfrm>
        </p:grpSpPr>
        <p:grpSp>
          <p:nvGrpSpPr>
            <p:cNvPr id="1354" name="Google Shape;1354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355" name="Google Shape;1355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56" name="Google Shape;1356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57" name="Google Shape;1357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58" name="Google Shape;1358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59" name="Google Shape;1359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0" name="Google Shape;1360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1" name="Google Shape;1361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2" name="Google Shape;1362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3" name="Google Shape;1363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64" name="Google Shape;1364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5" name="Google Shape;1365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6" name="Google Shape;1366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7" name="Google Shape;1367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68" name="Google Shape;1368;p23"/>
          <p:cNvGrpSpPr/>
          <p:nvPr/>
        </p:nvGrpSpPr>
        <p:grpSpPr>
          <a:xfrm>
            <a:off x="177363" y="4673081"/>
            <a:ext cx="1435855" cy="1600438"/>
            <a:chOff x="2771635" y="7376145"/>
            <a:chExt cx="1349388" cy="1600438"/>
          </a:xfrm>
        </p:grpSpPr>
        <p:grpSp>
          <p:nvGrpSpPr>
            <p:cNvPr id="1369" name="Google Shape;1369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370" name="Google Shape;1370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71" name="Google Shape;1371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2" name="Google Shape;1372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3" name="Google Shape;1373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4" name="Google Shape;1374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5" name="Google Shape;1375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6" name="Google Shape;1376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7" name="Google Shape;1377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8" name="Google Shape;1378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79" name="Google Shape;1379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0" name="Google Shape;1380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1" name="Google Shape;1381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2" name="Google Shape;1382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83" name="Google Shape;1383;p23"/>
          <p:cNvGrpSpPr/>
          <p:nvPr/>
        </p:nvGrpSpPr>
        <p:grpSpPr>
          <a:xfrm>
            <a:off x="5346770" y="7762164"/>
            <a:ext cx="1435855" cy="1600438"/>
            <a:chOff x="2771635" y="7376145"/>
            <a:chExt cx="1349388" cy="1600438"/>
          </a:xfrm>
        </p:grpSpPr>
        <p:grpSp>
          <p:nvGrpSpPr>
            <p:cNvPr id="1384" name="Google Shape;1384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385" name="Google Shape;1385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86" name="Google Shape;1386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7" name="Google Shape;1387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8" name="Google Shape;1388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9" name="Google Shape;1389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0" name="Google Shape;1390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1" name="Google Shape;1391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2" name="Google Shape;1392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3" name="Google Shape;1393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94" name="Google Shape;1394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5" name="Google Shape;1395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6" name="Google Shape;1396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7" name="Google Shape;1397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98" name="Google Shape;1398;p23"/>
          <p:cNvGrpSpPr/>
          <p:nvPr/>
        </p:nvGrpSpPr>
        <p:grpSpPr>
          <a:xfrm>
            <a:off x="3642401" y="7762164"/>
            <a:ext cx="1435855" cy="1600438"/>
            <a:chOff x="2771635" y="7376145"/>
            <a:chExt cx="1349388" cy="1600438"/>
          </a:xfrm>
        </p:grpSpPr>
        <p:grpSp>
          <p:nvGrpSpPr>
            <p:cNvPr id="1399" name="Google Shape;1399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400" name="Google Shape;1400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401" name="Google Shape;1401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2" name="Google Shape;1402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3" name="Google Shape;1403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4" name="Google Shape;1404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5" name="Google Shape;1405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6" name="Google Shape;1406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7" name="Google Shape;1407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8" name="Google Shape;1408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409" name="Google Shape;1409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0" name="Google Shape;1410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1" name="Google Shape;1411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2" name="Google Shape;1412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13" name="Google Shape;1413;p23"/>
          <p:cNvGrpSpPr/>
          <p:nvPr/>
        </p:nvGrpSpPr>
        <p:grpSpPr>
          <a:xfrm>
            <a:off x="1938032" y="7785899"/>
            <a:ext cx="1435855" cy="1600438"/>
            <a:chOff x="2771635" y="7376145"/>
            <a:chExt cx="1349388" cy="1600438"/>
          </a:xfrm>
        </p:grpSpPr>
        <p:grpSp>
          <p:nvGrpSpPr>
            <p:cNvPr id="1414" name="Google Shape;1414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415" name="Google Shape;1415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416" name="Google Shape;1416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7" name="Google Shape;1417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8" name="Google Shape;1418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9" name="Google Shape;1419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0" name="Google Shape;1420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1" name="Google Shape;1421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2" name="Google Shape;1422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3" name="Google Shape;1423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424" name="Google Shape;1424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5" name="Google Shape;1425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6" name="Google Shape;1426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7" name="Google Shape;1427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28" name="Google Shape;1428;p23"/>
          <p:cNvGrpSpPr/>
          <p:nvPr/>
        </p:nvGrpSpPr>
        <p:grpSpPr>
          <a:xfrm>
            <a:off x="171596" y="7762164"/>
            <a:ext cx="1435855" cy="1600438"/>
            <a:chOff x="2771635" y="7376145"/>
            <a:chExt cx="1349388" cy="1600438"/>
          </a:xfrm>
        </p:grpSpPr>
        <p:grpSp>
          <p:nvGrpSpPr>
            <p:cNvPr id="1429" name="Google Shape;1429;p23"/>
            <p:cNvGrpSpPr/>
            <p:nvPr/>
          </p:nvGrpSpPr>
          <p:grpSpPr>
            <a:xfrm>
              <a:off x="2771635" y="7376145"/>
              <a:ext cx="1348447" cy="1600438"/>
              <a:chOff x="570538" y="7210811"/>
              <a:chExt cx="1348447" cy="1600438"/>
            </a:xfrm>
          </p:grpSpPr>
          <p:sp>
            <p:nvSpPr>
              <p:cNvPr id="1430" name="Google Shape;1430;p23"/>
              <p:cNvSpPr txBox="1"/>
              <p:nvPr/>
            </p:nvSpPr>
            <p:spPr>
              <a:xfrm>
                <a:off x="570538" y="7210811"/>
                <a:ext cx="1321901" cy="160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431" name="Google Shape;1431;p23"/>
              <p:cNvCxnSpPr/>
              <p:nvPr/>
            </p:nvCxnSpPr>
            <p:spPr>
              <a:xfrm>
                <a:off x="570539" y="746739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2" name="Google Shape;1432;p23"/>
              <p:cNvCxnSpPr/>
              <p:nvPr/>
            </p:nvCxnSpPr>
            <p:spPr>
              <a:xfrm>
                <a:off x="1109310" y="7463056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3" name="Google Shape;1433;p23"/>
              <p:cNvCxnSpPr/>
              <p:nvPr/>
            </p:nvCxnSpPr>
            <p:spPr>
              <a:xfrm>
                <a:off x="570539" y="7914575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4" name="Google Shape;1434;p23"/>
              <p:cNvCxnSpPr/>
              <p:nvPr/>
            </p:nvCxnSpPr>
            <p:spPr>
              <a:xfrm>
                <a:off x="1109310" y="790495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5" name="Google Shape;1435;p23"/>
              <p:cNvCxnSpPr/>
              <p:nvPr/>
            </p:nvCxnSpPr>
            <p:spPr>
              <a:xfrm>
                <a:off x="1115300" y="8311831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6" name="Google Shape;1436;p23"/>
              <p:cNvCxnSpPr/>
              <p:nvPr/>
            </p:nvCxnSpPr>
            <p:spPr>
              <a:xfrm>
                <a:off x="1629425" y="8317927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7" name="Google Shape;1437;p23"/>
              <p:cNvCxnSpPr/>
              <p:nvPr/>
            </p:nvCxnSpPr>
            <p:spPr>
              <a:xfrm>
                <a:off x="1113298" y="8745663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8" name="Google Shape;1438;p23"/>
              <p:cNvCxnSpPr/>
              <p:nvPr/>
            </p:nvCxnSpPr>
            <p:spPr>
              <a:xfrm>
                <a:off x="1629425" y="8751759"/>
                <a:ext cx="28956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439" name="Google Shape;1439;p23"/>
            <p:cNvCxnSpPr/>
            <p:nvPr/>
          </p:nvCxnSpPr>
          <p:spPr>
            <a:xfrm>
              <a:off x="2805850" y="848326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0" name="Google Shape;1440;p23"/>
            <p:cNvCxnSpPr/>
            <p:nvPr/>
          </p:nvCxnSpPr>
          <p:spPr>
            <a:xfrm>
              <a:off x="2817310" y="890490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1" name="Google Shape;1441;p23"/>
            <p:cNvCxnSpPr/>
            <p:nvPr/>
          </p:nvCxnSpPr>
          <p:spPr>
            <a:xfrm>
              <a:off x="3826043" y="807029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2" name="Google Shape;1442;p23"/>
            <p:cNvCxnSpPr/>
            <p:nvPr/>
          </p:nvCxnSpPr>
          <p:spPr>
            <a:xfrm>
              <a:off x="3831463" y="7638821"/>
              <a:ext cx="28956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aphicFrame>
        <p:nvGraphicFramePr>
          <p:cNvPr id="1443" name="Google Shape;1443;p23"/>
          <p:cNvGraphicFramePr/>
          <p:nvPr/>
        </p:nvGraphicFramePr>
        <p:xfrm>
          <a:off x="42411" y="6888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</a:tblGrid>
              <a:tr h="261575">
                <a:tc gridSpan="9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54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4" name="Google Shape;1444;p23"/>
          <p:cNvGraphicFramePr/>
          <p:nvPr/>
        </p:nvGraphicFramePr>
        <p:xfrm>
          <a:off x="1805009" y="6906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11600"/>
                <a:gridCol w="211600"/>
                <a:gridCol w="211600"/>
                <a:gridCol w="211600"/>
                <a:gridCol w="211600"/>
                <a:gridCol w="211600"/>
                <a:gridCol w="211600"/>
              </a:tblGrid>
              <a:tr h="261575">
                <a:tc grid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5" name="Google Shape;1445;p23"/>
          <p:cNvGraphicFramePr/>
          <p:nvPr/>
        </p:nvGraphicFramePr>
        <p:xfrm>
          <a:off x="3572065" y="69160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148125"/>
                <a:gridCol w="148125"/>
                <a:gridCol w="148125"/>
                <a:gridCol w="148125"/>
                <a:gridCol w="148125"/>
                <a:gridCol w="148125"/>
                <a:gridCol w="148125"/>
                <a:gridCol w="148125"/>
                <a:gridCol w="148125"/>
                <a:gridCol w="148125"/>
              </a:tblGrid>
              <a:tr h="261575">
                <a:tc gridSpan="10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6" name="Google Shape;1446;p23"/>
          <p:cNvGraphicFramePr/>
          <p:nvPr/>
        </p:nvGraphicFramePr>
        <p:xfrm>
          <a:off x="5339119" y="69060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  <a:gridCol w="164575"/>
              </a:tblGrid>
              <a:tr h="261575">
                <a:tc gridSpan="9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72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7" name="Google Shape;1447;p23"/>
          <p:cNvGraphicFramePr/>
          <p:nvPr/>
        </p:nvGraphicFramePr>
        <p:xfrm>
          <a:off x="42411" y="36608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493725"/>
                <a:gridCol w="493725"/>
                <a:gridCol w="493725"/>
              </a:tblGrid>
              <a:tr h="2615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8" name="Google Shape;1448;p23"/>
          <p:cNvGraphicFramePr/>
          <p:nvPr/>
        </p:nvGraphicFramePr>
        <p:xfrm>
          <a:off x="1805009" y="36796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246875"/>
                <a:gridCol w="246850"/>
                <a:gridCol w="246875"/>
                <a:gridCol w="246875"/>
                <a:gridCol w="246850"/>
                <a:gridCol w="246875"/>
              </a:tblGrid>
              <a:tr h="261575">
                <a:tc grid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9" name="Google Shape;1449;p23"/>
          <p:cNvGraphicFramePr/>
          <p:nvPr/>
        </p:nvGraphicFramePr>
        <p:xfrm>
          <a:off x="3572065" y="36887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493725"/>
                <a:gridCol w="493725"/>
                <a:gridCol w="493725"/>
              </a:tblGrid>
              <a:tr h="2615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0" name="Google Shape;1450;p23"/>
          <p:cNvGraphicFramePr/>
          <p:nvPr/>
        </p:nvGraphicFramePr>
        <p:xfrm>
          <a:off x="5339119" y="36787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1481175"/>
              </a:tblGrid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3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1" name="Google Shape;1451;p23"/>
          <p:cNvGraphicFramePr/>
          <p:nvPr/>
        </p:nvGraphicFramePr>
        <p:xfrm>
          <a:off x="42411" y="3797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185150"/>
                <a:gridCol w="185150"/>
                <a:gridCol w="185150"/>
                <a:gridCol w="185150"/>
                <a:gridCol w="185150"/>
                <a:gridCol w="185150"/>
                <a:gridCol w="185150"/>
                <a:gridCol w="185150"/>
              </a:tblGrid>
              <a:tr h="261575"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5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2" name="Google Shape;1452;p23"/>
          <p:cNvGraphicFramePr/>
          <p:nvPr/>
        </p:nvGraphicFramePr>
        <p:xfrm>
          <a:off x="1805009" y="3985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70300"/>
                <a:gridCol w="370300"/>
                <a:gridCol w="370300"/>
                <a:gridCol w="370300"/>
              </a:tblGrid>
              <a:tr h="2615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3" name="Google Shape;1453;p23"/>
          <p:cNvGraphicFramePr/>
          <p:nvPr/>
        </p:nvGraphicFramePr>
        <p:xfrm>
          <a:off x="3572065" y="4077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185150"/>
                <a:gridCol w="185150"/>
                <a:gridCol w="185150"/>
                <a:gridCol w="185150"/>
                <a:gridCol w="185150"/>
                <a:gridCol w="185150"/>
                <a:gridCol w="185150"/>
                <a:gridCol w="185150"/>
              </a:tblGrid>
              <a:tr h="261575"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4" name="Google Shape;1454;p23"/>
          <p:cNvGraphicFramePr/>
          <p:nvPr/>
        </p:nvGraphicFramePr>
        <p:xfrm>
          <a:off x="5339119" y="3976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740600"/>
                <a:gridCol w="740600"/>
              </a:tblGrid>
              <a:tr h="2615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16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6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55" name="Google Shape;1455;p23"/>
          <p:cNvSpPr txBox="1"/>
          <p:nvPr/>
        </p:nvSpPr>
        <p:spPr>
          <a:xfrm>
            <a:off x="188375" y="1437832"/>
            <a:ext cx="149912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8         5       40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5        8       40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23"/>
          <p:cNvSpPr txBox="1"/>
          <p:nvPr/>
        </p:nvSpPr>
        <p:spPr>
          <a:xfrm>
            <a:off x="96044" y="2318368"/>
            <a:ext cx="14991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40         8       5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40        5       8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23"/>
          <p:cNvSpPr txBox="1"/>
          <p:nvPr/>
        </p:nvSpPr>
        <p:spPr>
          <a:xfrm>
            <a:off x="1915609" y="1428222"/>
            <a:ext cx="161614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4         10      40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10        4       40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23"/>
          <p:cNvSpPr txBox="1"/>
          <p:nvPr/>
        </p:nvSpPr>
        <p:spPr>
          <a:xfrm>
            <a:off x="1845689" y="2308560"/>
            <a:ext cx="161614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40         4       10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40        10       4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23"/>
          <p:cNvSpPr txBox="1"/>
          <p:nvPr/>
        </p:nvSpPr>
        <p:spPr>
          <a:xfrm>
            <a:off x="3662645" y="1428024"/>
            <a:ext cx="155202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8         2       16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2        8        16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23"/>
          <p:cNvSpPr txBox="1"/>
          <p:nvPr/>
        </p:nvSpPr>
        <p:spPr>
          <a:xfrm>
            <a:off x="3570314" y="2308560"/>
            <a:ext cx="15520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16       2        8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16        8        2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23"/>
          <p:cNvSpPr txBox="1"/>
          <p:nvPr/>
        </p:nvSpPr>
        <p:spPr>
          <a:xfrm>
            <a:off x="5352726" y="1425334"/>
            <a:ext cx="155202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2         8       16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8         2       16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23"/>
          <p:cNvSpPr txBox="1"/>
          <p:nvPr/>
        </p:nvSpPr>
        <p:spPr>
          <a:xfrm>
            <a:off x="5260395" y="2305870"/>
            <a:ext cx="14462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16       2       8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16      8       2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23"/>
          <p:cNvSpPr txBox="1"/>
          <p:nvPr/>
        </p:nvSpPr>
        <p:spPr>
          <a:xfrm>
            <a:off x="184152" y="4571563"/>
            <a:ext cx="161614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3        12       36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12       2       36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23"/>
          <p:cNvSpPr txBox="1"/>
          <p:nvPr/>
        </p:nvSpPr>
        <p:spPr>
          <a:xfrm>
            <a:off x="91821" y="5452099"/>
            <a:ext cx="161614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36         3       12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36        12       3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23"/>
          <p:cNvSpPr txBox="1"/>
          <p:nvPr/>
        </p:nvSpPr>
        <p:spPr>
          <a:xfrm>
            <a:off x="1942208" y="4577145"/>
            <a:ext cx="149912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6         6      36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6         6      36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23"/>
          <p:cNvSpPr txBox="1"/>
          <p:nvPr/>
        </p:nvSpPr>
        <p:spPr>
          <a:xfrm>
            <a:off x="1849877" y="5457681"/>
            <a:ext cx="14991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36         6       6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36         6       6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23"/>
          <p:cNvSpPr txBox="1"/>
          <p:nvPr/>
        </p:nvSpPr>
        <p:spPr>
          <a:xfrm>
            <a:off x="3598377" y="4623257"/>
            <a:ext cx="1382110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3         1      3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1         3      3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23"/>
          <p:cNvSpPr txBox="1"/>
          <p:nvPr/>
        </p:nvSpPr>
        <p:spPr>
          <a:xfrm>
            <a:off x="3565030" y="5457681"/>
            <a:ext cx="143500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3         3       1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3         1       3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23"/>
          <p:cNvSpPr txBox="1"/>
          <p:nvPr/>
        </p:nvSpPr>
        <p:spPr>
          <a:xfrm>
            <a:off x="5279344" y="4622676"/>
            <a:ext cx="143500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1          3       3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3          1       3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23"/>
          <p:cNvSpPr txBox="1"/>
          <p:nvPr/>
        </p:nvSpPr>
        <p:spPr>
          <a:xfrm>
            <a:off x="5238561" y="5470018"/>
            <a:ext cx="148790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3         1        3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3         3        1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23"/>
          <p:cNvSpPr txBox="1"/>
          <p:nvPr/>
        </p:nvSpPr>
        <p:spPr>
          <a:xfrm>
            <a:off x="142864" y="7699329"/>
            <a:ext cx="1510350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9         6       54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6         9       54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23"/>
          <p:cNvSpPr txBox="1"/>
          <p:nvPr/>
        </p:nvSpPr>
        <p:spPr>
          <a:xfrm>
            <a:off x="50533" y="8579865"/>
            <a:ext cx="14991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54         9       6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54         6       9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23"/>
          <p:cNvSpPr txBox="1"/>
          <p:nvPr/>
        </p:nvSpPr>
        <p:spPr>
          <a:xfrm>
            <a:off x="1900541" y="7704468"/>
            <a:ext cx="149912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7         3       21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3         7       21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23"/>
          <p:cNvSpPr txBox="1"/>
          <p:nvPr/>
        </p:nvSpPr>
        <p:spPr>
          <a:xfrm>
            <a:off x="1808589" y="8585447"/>
            <a:ext cx="149912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21         7       3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21         3       7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23"/>
          <p:cNvSpPr txBox="1"/>
          <p:nvPr/>
        </p:nvSpPr>
        <p:spPr>
          <a:xfrm>
            <a:off x="3557089" y="7751023"/>
            <a:ext cx="1616148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10        9      90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9         10      90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23"/>
          <p:cNvSpPr txBox="1"/>
          <p:nvPr/>
        </p:nvSpPr>
        <p:spPr>
          <a:xfrm>
            <a:off x="3523742" y="8585447"/>
            <a:ext cx="166904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90        10      9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90         9       10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23"/>
          <p:cNvSpPr txBox="1"/>
          <p:nvPr/>
        </p:nvSpPr>
        <p:spPr>
          <a:xfrm>
            <a:off x="5238056" y="7750442"/>
            <a:ext cx="1604927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9           8       72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8           9       72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23"/>
          <p:cNvSpPr txBox="1"/>
          <p:nvPr/>
        </p:nvSpPr>
        <p:spPr>
          <a:xfrm>
            <a:off x="5197273" y="8597784"/>
            <a:ext cx="160492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72         9       8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72         8       9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3" name="Google Shape;1483;p24"/>
          <p:cNvGrpSpPr/>
          <p:nvPr/>
        </p:nvGrpSpPr>
        <p:grpSpPr>
          <a:xfrm>
            <a:off x="0" y="41564"/>
            <a:ext cx="6804000" cy="9591040"/>
            <a:chOff x="0" y="0"/>
            <a:chExt cx="6804000" cy="9591040"/>
          </a:xfrm>
        </p:grpSpPr>
        <p:grpSp>
          <p:nvGrpSpPr>
            <p:cNvPr id="1484" name="Google Shape;1484;p24"/>
            <p:cNvGrpSpPr/>
            <p:nvPr/>
          </p:nvGrpSpPr>
          <p:grpSpPr>
            <a:xfrm>
              <a:off x="0" y="0"/>
              <a:ext cx="6779619" cy="9591040"/>
              <a:chOff x="0" y="0"/>
              <a:chExt cx="6779619" cy="9591040"/>
            </a:xfrm>
          </p:grpSpPr>
          <p:grpSp>
            <p:nvGrpSpPr>
              <p:cNvPr id="1485" name="Google Shape;1485;p24"/>
              <p:cNvGrpSpPr/>
              <p:nvPr/>
            </p:nvGrpSpPr>
            <p:grpSpPr>
              <a:xfrm>
                <a:off x="0" y="0"/>
                <a:ext cx="6779619" cy="9591040"/>
                <a:chOff x="0" y="0"/>
                <a:chExt cx="6779619" cy="9591040"/>
              </a:xfrm>
            </p:grpSpPr>
            <p:pic>
              <p:nvPicPr>
                <p:cNvPr id="1486" name="Google Shape;1486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3452" l="3025" r="4130" t="4979"/>
                <a:stretch/>
              </p:blipFill>
              <p:spPr>
                <a:xfrm>
                  <a:off x="0" y="0"/>
                  <a:ext cx="4984291" cy="63532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87" name="Google Shape;1487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47240" l="3025" r="4130" t="5293"/>
                <a:stretch/>
              </p:blipFill>
              <p:spPr>
                <a:xfrm>
                  <a:off x="0" y="6297642"/>
                  <a:ext cx="4984291" cy="32933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88" name="Google Shape;1488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43762" l="7910" r="58113" t="4980"/>
                <a:stretch/>
              </p:blipFill>
              <p:spPr>
                <a:xfrm>
                  <a:off x="4955623" y="6024363"/>
                  <a:ext cx="1823994" cy="35565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89" name="Google Shape;1489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5410" l="7910" r="58113" t="5294"/>
                <a:stretch/>
              </p:blipFill>
              <p:spPr>
                <a:xfrm>
                  <a:off x="4955623" y="21772"/>
                  <a:ext cx="1823996" cy="619568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1490" name="Google Shape;1490;p24"/>
              <p:cNvCxnSpPr/>
              <p:nvPr/>
            </p:nvCxnSpPr>
            <p:spPr>
              <a:xfrm flipH="1">
                <a:off x="3749040" y="16476"/>
                <a:ext cx="3175" cy="956440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91" name="Google Shape;1491;p24"/>
              <p:cNvCxnSpPr/>
              <p:nvPr/>
            </p:nvCxnSpPr>
            <p:spPr>
              <a:xfrm flipH="1">
                <a:off x="3474720" y="16476"/>
                <a:ext cx="17897" cy="957456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92" name="Google Shape;1492;p24"/>
              <p:cNvCxnSpPr/>
              <p:nvPr/>
            </p:nvCxnSpPr>
            <p:spPr>
              <a:xfrm>
                <a:off x="289103" y="24219"/>
                <a:ext cx="5537" cy="956682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493" name="Google Shape;1493;p24"/>
            <p:cNvSpPr/>
            <p:nvPr/>
          </p:nvSpPr>
          <p:spPr>
            <a:xfrm>
              <a:off x="0" y="5408"/>
              <a:ext cx="6804000" cy="603490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4" name="Google Shape;1494;p24"/>
          <p:cNvSpPr txBox="1"/>
          <p:nvPr/>
        </p:nvSpPr>
        <p:spPr>
          <a:xfrm>
            <a:off x="21731" y="157763"/>
            <a:ext cx="6782837" cy="338554"/>
          </a:xfrm>
          <a:prstGeom prst="rect">
            <a:avLst/>
          </a:prstGeom>
          <a:solidFill>
            <a:srgbClr val="7E234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nostic Question 146318 Thumbnail" id="1495" name="Google Shape;1495;p24"/>
          <p:cNvPicPr preferRelativeResize="0"/>
          <p:nvPr/>
        </p:nvPicPr>
        <p:blipFill rotWithShape="1">
          <a:blip r:embed="rId4">
            <a:alphaModFix/>
          </a:blip>
          <a:srcRect b="7347" l="0" r="0" t="11097"/>
          <a:stretch/>
        </p:blipFill>
        <p:spPr>
          <a:xfrm>
            <a:off x="3559229" y="3700108"/>
            <a:ext cx="3245339" cy="19850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6" name="Google Shape;1496;p24"/>
          <p:cNvCxnSpPr/>
          <p:nvPr/>
        </p:nvCxnSpPr>
        <p:spPr>
          <a:xfrm>
            <a:off x="34410" y="3297455"/>
            <a:ext cx="6768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7" name="Google Shape;1497;p24"/>
          <p:cNvCxnSpPr/>
          <p:nvPr/>
        </p:nvCxnSpPr>
        <p:spPr>
          <a:xfrm>
            <a:off x="3463410" y="496316"/>
            <a:ext cx="0" cy="5544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8" name="Google Shape;1498;p24"/>
          <p:cNvSpPr txBox="1"/>
          <p:nvPr/>
        </p:nvSpPr>
        <p:spPr>
          <a:xfrm>
            <a:off x="21731" y="496643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24"/>
          <p:cNvSpPr txBox="1"/>
          <p:nvPr/>
        </p:nvSpPr>
        <p:spPr>
          <a:xfrm>
            <a:off x="3547631" y="496643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24"/>
          <p:cNvSpPr txBox="1"/>
          <p:nvPr/>
        </p:nvSpPr>
        <p:spPr>
          <a:xfrm>
            <a:off x="21731" y="3285094"/>
            <a:ext cx="31979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Which calculation is missing from the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family?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24"/>
          <p:cNvSpPr txBox="1"/>
          <p:nvPr/>
        </p:nvSpPr>
        <p:spPr>
          <a:xfrm>
            <a:off x="3547631" y="3285094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24"/>
          <p:cNvSpPr txBox="1"/>
          <p:nvPr/>
        </p:nvSpPr>
        <p:spPr>
          <a:xfrm>
            <a:off x="-7109" y="1825089"/>
            <a:ext cx="35251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Deduce both multiplication facts from this bar model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24"/>
          <p:cNvSpPr txBox="1"/>
          <p:nvPr/>
        </p:nvSpPr>
        <p:spPr>
          <a:xfrm>
            <a:off x="1082309" y="3724533"/>
            <a:ext cx="109517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x 6 = 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x 5 = 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÷ 6 =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24"/>
          <p:cNvSpPr txBox="1"/>
          <p:nvPr/>
        </p:nvSpPr>
        <p:spPr>
          <a:xfrm>
            <a:off x="185429" y="5065768"/>
            <a:ext cx="102463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÷ 5 =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÷ 6 = 30</a:t>
            </a:r>
            <a:endParaRPr/>
          </a:p>
        </p:txBody>
      </p:sp>
      <p:sp>
        <p:nvSpPr>
          <p:cNvPr id="1505" name="Google Shape;1505;p24"/>
          <p:cNvSpPr txBox="1"/>
          <p:nvPr/>
        </p:nvSpPr>
        <p:spPr>
          <a:xfrm>
            <a:off x="1965871" y="5066261"/>
            <a:ext cx="102624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  6 ÷ 5 = 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  30 ÷ 6 =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24"/>
          <p:cNvSpPr txBox="1"/>
          <p:nvPr/>
        </p:nvSpPr>
        <p:spPr>
          <a:xfrm>
            <a:off x="3649454" y="1819656"/>
            <a:ext cx="31415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Deduce both division facts from this bar model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7" name="Google Shape;1507;p24"/>
          <p:cNvGrpSpPr/>
          <p:nvPr/>
        </p:nvGrpSpPr>
        <p:grpSpPr>
          <a:xfrm>
            <a:off x="4209038" y="2269337"/>
            <a:ext cx="1940329" cy="371856"/>
            <a:chOff x="258320" y="1822876"/>
            <a:chExt cx="2923791" cy="371856"/>
          </a:xfrm>
        </p:grpSpPr>
        <p:sp>
          <p:nvSpPr>
            <p:cNvPr id="1508" name="Google Shape;1508;p2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2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2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24"/>
            <p:cNvSpPr txBox="1"/>
            <p:nvPr/>
          </p:nvSpPr>
          <p:spPr>
            <a:xfrm>
              <a:off x="853972" y="1835701"/>
              <a:ext cx="41353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÷</a:t>
              </a:r>
              <a:endParaRPr/>
            </a:p>
          </p:txBody>
        </p:sp>
        <p:sp>
          <p:nvSpPr>
            <p:cNvPr id="1512" name="Google Shape;1512;p24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513" name="Google Shape;1513;p24"/>
          <p:cNvGrpSpPr/>
          <p:nvPr/>
        </p:nvGrpSpPr>
        <p:grpSpPr>
          <a:xfrm>
            <a:off x="4209038" y="2709558"/>
            <a:ext cx="1940329" cy="371856"/>
            <a:chOff x="258320" y="1822876"/>
            <a:chExt cx="2923791" cy="371856"/>
          </a:xfrm>
        </p:grpSpPr>
        <p:sp>
          <p:nvSpPr>
            <p:cNvPr id="1514" name="Google Shape;1514;p2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2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2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24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518" name="Google Shape;1518;p24"/>
          <p:cNvGrpSpPr/>
          <p:nvPr/>
        </p:nvGrpSpPr>
        <p:grpSpPr>
          <a:xfrm>
            <a:off x="762519" y="2269337"/>
            <a:ext cx="1940329" cy="371856"/>
            <a:chOff x="258320" y="1822876"/>
            <a:chExt cx="2923791" cy="371856"/>
          </a:xfrm>
        </p:grpSpPr>
        <p:sp>
          <p:nvSpPr>
            <p:cNvPr id="1519" name="Google Shape;1519;p2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2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2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24"/>
            <p:cNvSpPr txBox="1"/>
            <p:nvPr/>
          </p:nvSpPr>
          <p:spPr>
            <a:xfrm>
              <a:off x="856155" y="1835702"/>
              <a:ext cx="39662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24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524" name="Google Shape;1524;p24"/>
          <p:cNvGrpSpPr/>
          <p:nvPr/>
        </p:nvGrpSpPr>
        <p:grpSpPr>
          <a:xfrm>
            <a:off x="762519" y="2709558"/>
            <a:ext cx="1940329" cy="371856"/>
            <a:chOff x="258320" y="1822876"/>
            <a:chExt cx="2923791" cy="371856"/>
          </a:xfrm>
        </p:grpSpPr>
        <p:sp>
          <p:nvSpPr>
            <p:cNvPr id="1525" name="Google Shape;1525;p24"/>
            <p:cNvSpPr/>
            <p:nvPr/>
          </p:nvSpPr>
          <p:spPr>
            <a:xfrm>
              <a:off x="258320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24"/>
            <p:cNvSpPr/>
            <p:nvPr/>
          </p:nvSpPr>
          <p:spPr>
            <a:xfrm>
              <a:off x="1266267" y="1822876"/>
              <a:ext cx="603504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24"/>
            <p:cNvSpPr/>
            <p:nvPr/>
          </p:nvSpPr>
          <p:spPr>
            <a:xfrm>
              <a:off x="2280834" y="1822876"/>
              <a:ext cx="901277" cy="37185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24"/>
            <p:cNvSpPr txBox="1"/>
            <p:nvPr/>
          </p:nvSpPr>
          <p:spPr>
            <a:xfrm>
              <a:off x="870839" y="1832861"/>
              <a:ext cx="39662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24"/>
            <p:cNvSpPr txBox="1"/>
            <p:nvPr/>
          </p:nvSpPr>
          <p:spPr>
            <a:xfrm>
              <a:off x="1809754" y="1825400"/>
              <a:ext cx="5904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530" name="Google Shape;1530;p24"/>
          <p:cNvSpPr txBox="1"/>
          <p:nvPr>
            <p:ph idx="12" type="sldNum"/>
          </p:nvPr>
        </p:nvSpPr>
        <p:spPr>
          <a:xfrm>
            <a:off x="5251663" y="946248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1" name="Google Shape;1531;p24"/>
          <p:cNvSpPr txBox="1"/>
          <p:nvPr/>
        </p:nvSpPr>
        <p:spPr>
          <a:xfrm>
            <a:off x="4623155" y="2741597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graphicFrame>
        <p:nvGraphicFramePr>
          <p:cNvPr id="1532" name="Google Shape;1532;p24"/>
          <p:cNvGraphicFramePr/>
          <p:nvPr/>
        </p:nvGraphicFramePr>
        <p:xfrm>
          <a:off x="592696" y="9088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481425"/>
                <a:gridCol w="481425"/>
                <a:gridCol w="481425"/>
                <a:gridCol w="481425"/>
                <a:gridCol w="481425"/>
              </a:tblGrid>
              <a:tr h="286400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40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8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3" name="Google Shape;1533;p24"/>
          <p:cNvGraphicFramePr/>
          <p:nvPr/>
        </p:nvGraphicFramePr>
        <p:xfrm>
          <a:off x="3914573" y="9088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802375"/>
                <a:gridCol w="802375"/>
                <a:gridCol w="802375"/>
              </a:tblGrid>
              <a:tr h="28640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27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8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9</a:t>
                      </a:r>
                      <a:endParaRPr sz="150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4" name="Google Shape;1534;p24"/>
          <p:cNvGraphicFramePr/>
          <p:nvPr/>
        </p:nvGraphicFramePr>
        <p:xfrm>
          <a:off x="5133838" y="3683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{7CB0103B-78A2-4147-A115-53CBF0ACEB66}</a:tableStyleId>
              </a:tblPr>
              <a:tblGrid>
                <a:gridCol w="362350"/>
                <a:gridCol w="362350"/>
                <a:gridCol w="362350"/>
                <a:gridCol w="362350"/>
              </a:tblGrid>
              <a:tr h="18150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/>
                        <a:t>20</a:t>
                      </a:r>
                      <a:endParaRPr sz="105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18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/>
                        <a:t>4</a:t>
                      </a:r>
                      <a:endParaRPr sz="105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/>
                        <a:t>4</a:t>
                      </a:r>
                      <a:endParaRPr sz="105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/>
                        <a:t>4</a:t>
                      </a:r>
                      <a:endParaRPr sz="105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/>
                        <a:t>4</a:t>
                      </a:r>
                      <a:endParaRPr sz="1050"/>
                    </a:p>
                  </a:txBody>
                  <a:tcPr marT="25275" marB="25275" marR="50550" marL="505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35" name="Google Shape;1535;p24"/>
          <p:cNvSpPr txBox="1"/>
          <p:nvPr/>
        </p:nvSpPr>
        <p:spPr>
          <a:xfrm>
            <a:off x="3746114" y="4501230"/>
            <a:ext cx="982466" cy="26161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x 5 = 20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24"/>
          <p:cNvSpPr txBox="1"/>
          <p:nvPr/>
        </p:nvSpPr>
        <p:spPr>
          <a:xfrm>
            <a:off x="5311514" y="4491379"/>
            <a:ext cx="982466" cy="26161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÷ 5 = 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24"/>
          <p:cNvSpPr/>
          <p:nvPr/>
        </p:nvSpPr>
        <p:spPr>
          <a:xfrm>
            <a:off x="21731" y="496643"/>
            <a:ext cx="6782837" cy="555173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24"/>
          <p:cNvSpPr txBox="1"/>
          <p:nvPr/>
        </p:nvSpPr>
        <p:spPr>
          <a:xfrm>
            <a:off x="798067" y="2292044"/>
            <a:ext cx="1816523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5           8           40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8           5           40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24"/>
          <p:cNvSpPr txBox="1"/>
          <p:nvPr/>
        </p:nvSpPr>
        <p:spPr>
          <a:xfrm>
            <a:off x="4186625" y="2280341"/>
            <a:ext cx="1816523" cy="10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27          3           9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0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27          9           3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24"/>
          <p:cNvSpPr/>
          <p:nvPr/>
        </p:nvSpPr>
        <p:spPr>
          <a:xfrm>
            <a:off x="172574" y="4953000"/>
            <a:ext cx="1095171" cy="46166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24"/>
          <p:cNvSpPr/>
          <p:nvPr/>
        </p:nvSpPr>
        <p:spPr>
          <a:xfrm>
            <a:off x="5196110" y="4962487"/>
            <a:ext cx="732764" cy="85317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