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A9B226-EC1C-49DB-802A-8CD72AF768CC}">
  <a:tblStyle styleId="{37A9B226-EC1C-49DB-802A-8CD72AF768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1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1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1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1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12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2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12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12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12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12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1" name="Google Shape;2031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1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.png"/><Relationship Id="rId22" Type="http://schemas.openxmlformats.org/officeDocument/2006/relationships/image" Target="../media/image22.png"/><Relationship Id="rId21" Type="http://schemas.openxmlformats.org/officeDocument/2006/relationships/image" Target="../media/image55.png"/><Relationship Id="rId24" Type="http://schemas.openxmlformats.org/officeDocument/2006/relationships/image" Target="../media/image33.png"/><Relationship Id="rId23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5.png"/><Relationship Id="rId26" Type="http://schemas.openxmlformats.org/officeDocument/2006/relationships/image" Target="../media/image28.png"/><Relationship Id="rId25" Type="http://schemas.openxmlformats.org/officeDocument/2006/relationships/image" Target="../media/image30.png"/><Relationship Id="rId28" Type="http://schemas.openxmlformats.org/officeDocument/2006/relationships/image" Target="../media/image26.png"/><Relationship Id="rId27" Type="http://schemas.openxmlformats.org/officeDocument/2006/relationships/image" Target="../media/image39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29" Type="http://schemas.openxmlformats.org/officeDocument/2006/relationships/image" Target="../media/image46.png"/><Relationship Id="rId7" Type="http://schemas.openxmlformats.org/officeDocument/2006/relationships/image" Target="../media/image32.png"/><Relationship Id="rId8" Type="http://schemas.openxmlformats.org/officeDocument/2006/relationships/image" Target="../media/image13.png"/><Relationship Id="rId31" Type="http://schemas.openxmlformats.org/officeDocument/2006/relationships/image" Target="../media/image35.png"/><Relationship Id="rId30" Type="http://schemas.openxmlformats.org/officeDocument/2006/relationships/image" Target="../media/image34.png"/><Relationship Id="rId11" Type="http://schemas.openxmlformats.org/officeDocument/2006/relationships/image" Target="../media/image9.png"/><Relationship Id="rId10" Type="http://schemas.openxmlformats.org/officeDocument/2006/relationships/image" Target="../media/image21.png"/><Relationship Id="rId32" Type="http://schemas.openxmlformats.org/officeDocument/2006/relationships/image" Target="../media/image42.png"/><Relationship Id="rId13" Type="http://schemas.openxmlformats.org/officeDocument/2006/relationships/image" Target="../media/image12.png"/><Relationship Id="rId12" Type="http://schemas.openxmlformats.org/officeDocument/2006/relationships/image" Target="../media/image16.png"/><Relationship Id="rId15" Type="http://schemas.openxmlformats.org/officeDocument/2006/relationships/image" Target="../media/image18.png"/><Relationship Id="rId14" Type="http://schemas.openxmlformats.org/officeDocument/2006/relationships/image" Target="../media/image19.png"/><Relationship Id="rId17" Type="http://schemas.openxmlformats.org/officeDocument/2006/relationships/image" Target="../media/image29.png"/><Relationship Id="rId16" Type="http://schemas.openxmlformats.org/officeDocument/2006/relationships/image" Target="../media/image31.png"/><Relationship Id="rId19" Type="http://schemas.openxmlformats.org/officeDocument/2006/relationships/image" Target="../media/image20.png"/><Relationship Id="rId1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58.png"/><Relationship Id="rId22" Type="http://schemas.openxmlformats.org/officeDocument/2006/relationships/image" Target="../media/image68.png"/><Relationship Id="rId21" Type="http://schemas.openxmlformats.org/officeDocument/2006/relationships/image" Target="../media/image56.png"/><Relationship Id="rId24" Type="http://schemas.openxmlformats.org/officeDocument/2006/relationships/image" Target="../media/image71.png"/><Relationship Id="rId23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Relationship Id="rId4" Type="http://schemas.openxmlformats.org/officeDocument/2006/relationships/image" Target="../media/image45.png"/><Relationship Id="rId9" Type="http://schemas.openxmlformats.org/officeDocument/2006/relationships/image" Target="../media/image47.png"/><Relationship Id="rId26" Type="http://schemas.openxmlformats.org/officeDocument/2006/relationships/image" Target="../media/image67.png"/><Relationship Id="rId25" Type="http://schemas.openxmlformats.org/officeDocument/2006/relationships/image" Target="../media/image84.png"/><Relationship Id="rId28" Type="http://schemas.openxmlformats.org/officeDocument/2006/relationships/image" Target="../media/image66.png"/><Relationship Id="rId27" Type="http://schemas.openxmlformats.org/officeDocument/2006/relationships/image" Target="../media/image61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Relationship Id="rId29" Type="http://schemas.openxmlformats.org/officeDocument/2006/relationships/image" Target="../media/image72.png"/><Relationship Id="rId7" Type="http://schemas.openxmlformats.org/officeDocument/2006/relationships/image" Target="../media/image37.png"/><Relationship Id="rId8" Type="http://schemas.openxmlformats.org/officeDocument/2006/relationships/image" Target="../media/image65.png"/><Relationship Id="rId31" Type="http://schemas.openxmlformats.org/officeDocument/2006/relationships/image" Target="../media/image70.png"/><Relationship Id="rId30" Type="http://schemas.openxmlformats.org/officeDocument/2006/relationships/image" Target="../media/image76.png"/><Relationship Id="rId11" Type="http://schemas.openxmlformats.org/officeDocument/2006/relationships/image" Target="../media/image44.png"/><Relationship Id="rId10" Type="http://schemas.openxmlformats.org/officeDocument/2006/relationships/image" Target="../media/image40.png"/><Relationship Id="rId13" Type="http://schemas.openxmlformats.org/officeDocument/2006/relationships/image" Target="../media/image59.png"/><Relationship Id="rId12" Type="http://schemas.openxmlformats.org/officeDocument/2006/relationships/image" Target="../media/image63.png"/><Relationship Id="rId15" Type="http://schemas.openxmlformats.org/officeDocument/2006/relationships/image" Target="../media/image77.png"/><Relationship Id="rId14" Type="http://schemas.openxmlformats.org/officeDocument/2006/relationships/image" Target="../media/image43.png"/><Relationship Id="rId17" Type="http://schemas.openxmlformats.org/officeDocument/2006/relationships/image" Target="../media/image54.png"/><Relationship Id="rId16" Type="http://schemas.openxmlformats.org/officeDocument/2006/relationships/image" Target="../media/image49.png"/><Relationship Id="rId19" Type="http://schemas.openxmlformats.org/officeDocument/2006/relationships/image" Target="../media/image52.png"/><Relationship Id="rId18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2.png"/><Relationship Id="rId4" Type="http://schemas.openxmlformats.org/officeDocument/2006/relationships/image" Target="../media/image73.png"/><Relationship Id="rId9" Type="http://schemas.openxmlformats.org/officeDocument/2006/relationships/image" Target="../media/image79.png"/><Relationship Id="rId5" Type="http://schemas.openxmlformats.org/officeDocument/2006/relationships/image" Target="../media/image74.png"/><Relationship Id="rId6" Type="http://schemas.openxmlformats.org/officeDocument/2006/relationships/image" Target="../media/image81.png"/><Relationship Id="rId7" Type="http://schemas.openxmlformats.org/officeDocument/2006/relationships/image" Target="../media/image78.png"/><Relationship Id="rId8" Type="http://schemas.openxmlformats.org/officeDocument/2006/relationships/image" Target="../media/image86.png"/><Relationship Id="rId11" Type="http://schemas.openxmlformats.org/officeDocument/2006/relationships/image" Target="../media/image80.png"/><Relationship Id="rId10" Type="http://schemas.openxmlformats.org/officeDocument/2006/relationships/image" Target="../media/image83.png"/><Relationship Id="rId13" Type="http://schemas.openxmlformats.org/officeDocument/2006/relationships/image" Target="../media/image88.png"/><Relationship Id="rId12" Type="http://schemas.openxmlformats.org/officeDocument/2006/relationships/image" Target="../media/image69.png"/><Relationship Id="rId14" Type="http://schemas.openxmlformats.org/officeDocument/2006/relationships/image" Target="../media/image9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7.png"/><Relationship Id="rId4" Type="http://schemas.openxmlformats.org/officeDocument/2006/relationships/image" Target="../media/image89.png"/><Relationship Id="rId5" Type="http://schemas.openxmlformats.org/officeDocument/2006/relationships/image" Target="../media/image93.png"/><Relationship Id="rId6" Type="http://schemas.openxmlformats.org/officeDocument/2006/relationships/image" Target="../media/image85.png"/><Relationship Id="rId7" Type="http://schemas.openxmlformats.org/officeDocument/2006/relationships/image" Target="../media/image9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3.png"/><Relationship Id="rId4" Type="http://schemas.openxmlformats.org/officeDocument/2006/relationships/image" Target="../media/image9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5" Type="http://schemas.openxmlformats.org/officeDocument/2006/relationships/image" Target="../media/image99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0.png"/><Relationship Id="rId11" Type="http://schemas.openxmlformats.org/officeDocument/2006/relationships/image" Target="../media/image103.png"/><Relationship Id="rId10" Type="http://schemas.openxmlformats.org/officeDocument/2006/relationships/image" Target="../media/image10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8.png"/><Relationship Id="rId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62231" y="315444"/>
            <a:ext cx="6728829" cy="129105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-2618" y="3326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N2.2 - Mental Strategies for Addition and Subtraction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5193" y="626335"/>
            <a:ext cx="11493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34421" y="789081"/>
            <a:ext cx="50553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a number line for addition and subtraction.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number bonds for addition and subtraction. 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understand commutativity in addition.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represent addition and subtraction using visual models.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99222" y="382462"/>
            <a:ext cx="5337273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understand the properties of addition and subtraction. 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470524" y="382096"/>
            <a:ext cx="1301301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Line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14166" y="4631266"/>
            <a:ext cx="2684902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Addition using number lines as scaffolds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5246848" y="94776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164248" y="4904155"/>
            <a:ext cx="121219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07" y="5834654"/>
            <a:ext cx="3142554" cy="44032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4478903" y="4916839"/>
            <a:ext cx="137249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2 - We do…</a:t>
            </a:r>
            <a:endParaRPr/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9587" y="5834654"/>
            <a:ext cx="3142554" cy="44032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/>
          <p:nvPr/>
        </p:nvSpPr>
        <p:spPr>
          <a:xfrm>
            <a:off x="152514" y="5131988"/>
            <a:ext cx="3303791" cy="213318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3511264" y="5131988"/>
            <a:ext cx="3223173" cy="213318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437550" y="5178449"/>
            <a:ext cx="25528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number line to calculate 4 + 3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693262" y="6798215"/>
            <a:ext cx="6014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+ 3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1302511" y="6743731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4022763" y="6792439"/>
            <a:ext cx="6014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+ 2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4632012" y="6737955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3780331" y="5193053"/>
            <a:ext cx="25528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number line to calculate 5 + 2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084389" y="7250278"/>
            <a:ext cx="139653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3 - You do…</a:t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07" y="8191323"/>
            <a:ext cx="3142554" cy="44032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4470708" y="7285876"/>
            <a:ext cx="139653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4 - You do…</a:t>
            </a:r>
            <a:endParaRPr/>
          </a:p>
        </p:txBody>
      </p:sp>
      <p:pic>
        <p:nvPicPr>
          <p:cNvPr id="111" name="Google Shape;1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9587" y="8191323"/>
            <a:ext cx="3142554" cy="4403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/>
          <p:nvPr/>
        </p:nvSpPr>
        <p:spPr>
          <a:xfrm>
            <a:off x="152514" y="7488657"/>
            <a:ext cx="3303791" cy="213318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3511264" y="7488657"/>
            <a:ext cx="3223173" cy="213318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437550" y="7535118"/>
            <a:ext cx="25528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number line to calculate 1 + 3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693262" y="9154884"/>
            <a:ext cx="6014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+ 3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1302511" y="9100400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4022763" y="9149108"/>
            <a:ext cx="6014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+ 2 =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4632012" y="9094624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3780331" y="7549722"/>
            <a:ext cx="25528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number line to calculate 6 + 2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13"/>
          <p:cNvCxnSpPr/>
          <p:nvPr/>
        </p:nvCxnSpPr>
        <p:spPr>
          <a:xfrm flipH="1" rot="10800000">
            <a:off x="890916" y="4571680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13"/>
          <p:cNvSpPr/>
          <p:nvPr/>
        </p:nvSpPr>
        <p:spPr>
          <a:xfrm>
            <a:off x="76177" y="2634471"/>
            <a:ext cx="6695647" cy="19492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13"/>
          <p:cNvCxnSpPr/>
          <p:nvPr/>
        </p:nvCxnSpPr>
        <p:spPr>
          <a:xfrm>
            <a:off x="127424" y="3653730"/>
            <a:ext cx="66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13"/>
          <p:cNvCxnSpPr>
            <a:stCxn id="121" idx="2"/>
            <a:endCxn id="121" idx="0"/>
          </p:cNvCxnSpPr>
          <p:nvPr/>
        </p:nvCxnSpPr>
        <p:spPr>
          <a:xfrm rot="10800000">
            <a:off x="3424000" y="2634363"/>
            <a:ext cx="0" cy="194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13"/>
          <p:cNvSpPr txBox="1"/>
          <p:nvPr/>
        </p:nvSpPr>
        <p:spPr>
          <a:xfrm>
            <a:off x="53990" y="2641084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5624378" y="2636354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60874" y="363133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5590125" y="3653730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2876890" y="3505692"/>
            <a:ext cx="987771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34187" y="2856841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sum of two or more numbers.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3398867" y="2835322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add with integers, decimals, fractions and many other types of number.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 is commutative, e.g. 5 + 6 = 6 + 5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45930" y="3888395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+ 4 = 8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3572059" y="3965794"/>
            <a:ext cx="32303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10 - 5 = 5</a:t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1311819" y="3972139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579103" y="3972139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1846387" y="3977911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2125578" y="3977926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1318980" y="4220093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1586264" y="4220093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1853548" y="4225865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2132739" y="4225880"/>
            <a:ext cx="205740" cy="2133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64585" y="1649778"/>
            <a:ext cx="6728829" cy="936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subtopic, we want you to get really good at mental addition and subtraction. We start out by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number lines as support, but you should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 to move away from these as quickly as possible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Being quick at mental addition and subtraction will make every maths topic that follows this much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easier!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/>
          <p:nvPr/>
        </p:nvSpPr>
        <p:spPr>
          <a:xfrm>
            <a:off x="2200067" y="725975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5558151" y="703669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2157087" y="1759680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5484829" y="1740100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2109138" y="5225978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5484829" y="5225978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2157132" y="2925789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5530401" y="2901539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2134883" y="4048628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5516072" y="4046482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137396" y="0"/>
            <a:ext cx="6527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 6 + 5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3399312" y="0"/>
            <a:ext cx="6511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6 + 6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154102" y="1095253"/>
            <a:ext cx="6511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 6 + 7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3416018" y="1064773"/>
            <a:ext cx="6238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r) 7 + 6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2157087" y="1757708"/>
            <a:ext cx="1073928" cy="38596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201475" y="4414259"/>
            <a:ext cx="7601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w) 11 + 4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3463391" y="4414259"/>
            <a:ext cx="7168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x) 13 + 5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125" y="3557502"/>
            <a:ext cx="3012870" cy="45788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 txBox="1"/>
          <p:nvPr/>
        </p:nvSpPr>
        <p:spPr>
          <a:xfrm>
            <a:off x="193567" y="2152608"/>
            <a:ext cx="6319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s) 7 + 7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3455483" y="2152608"/>
            <a:ext cx="6222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t) 8 + 7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174300" y="3258057"/>
            <a:ext cx="7296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u) 10 + 4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3436216" y="3258057"/>
            <a:ext cx="7184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v) 10 + 6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088" y="307816"/>
            <a:ext cx="3173982" cy="362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6780" y="307816"/>
            <a:ext cx="3173982" cy="362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105" y="1393091"/>
            <a:ext cx="3173982" cy="362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6018" y="1376911"/>
            <a:ext cx="3173982" cy="362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567" y="2477950"/>
            <a:ext cx="3173982" cy="362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1162" y="2449054"/>
            <a:ext cx="3173982" cy="362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1996" y="3557501"/>
            <a:ext cx="3012870" cy="457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448" y="4710605"/>
            <a:ext cx="3012870" cy="457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369" y="4704680"/>
            <a:ext cx="3012870" cy="45788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4"/>
          <p:cNvSpPr txBox="1"/>
          <p:nvPr/>
        </p:nvSpPr>
        <p:spPr>
          <a:xfrm>
            <a:off x="5193238" y="937063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1085481" y="5615264"/>
            <a:ext cx="121219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5 - I do…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4557559" y="5595204"/>
            <a:ext cx="137249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6 - We do…</a:t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153606" y="5921540"/>
            <a:ext cx="3303791" cy="17675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3512356" y="5921540"/>
            <a:ext cx="3223173" cy="17675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469122" y="5968001"/>
            <a:ext cx="23416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addition is being shown on the number line?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3953095" y="5979551"/>
            <a:ext cx="23416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addition is being shown on the number line?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4873" y="6351731"/>
            <a:ext cx="2289703" cy="675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4"/>
          <p:cNvPicPr preferRelativeResize="0"/>
          <p:nvPr/>
        </p:nvPicPr>
        <p:blipFill rotWithShape="1">
          <a:blip r:embed="rId6">
            <a:alphaModFix/>
          </a:blip>
          <a:srcRect b="51546" l="0" r="0" t="0"/>
          <a:stretch/>
        </p:blipFill>
        <p:spPr>
          <a:xfrm>
            <a:off x="666792" y="7123083"/>
            <a:ext cx="2172145" cy="404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4"/>
          <p:cNvPicPr preferRelativeResize="0"/>
          <p:nvPr/>
        </p:nvPicPr>
        <p:blipFill rotWithShape="1">
          <a:blip r:embed="rId6">
            <a:alphaModFix/>
          </a:blip>
          <a:srcRect b="51546" l="0" r="0" t="0"/>
          <a:stretch/>
        </p:blipFill>
        <p:spPr>
          <a:xfrm>
            <a:off x="4080907" y="7160694"/>
            <a:ext cx="2172145" cy="404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96453" y="6416474"/>
            <a:ext cx="1976707" cy="62170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 txBox="1"/>
          <p:nvPr/>
        </p:nvSpPr>
        <p:spPr>
          <a:xfrm>
            <a:off x="1085121" y="7626230"/>
            <a:ext cx="139653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7 - You do…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4455599" y="7630029"/>
            <a:ext cx="139653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8 - You do…</a:t>
            </a:r>
            <a:endParaRPr/>
          </a:p>
        </p:txBody>
      </p:sp>
      <p:sp>
        <p:nvSpPr>
          <p:cNvPr id="190" name="Google Shape;190;p14"/>
          <p:cNvSpPr/>
          <p:nvPr/>
        </p:nvSpPr>
        <p:spPr>
          <a:xfrm>
            <a:off x="153246" y="7884378"/>
            <a:ext cx="3303791" cy="187165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3511996" y="7884378"/>
            <a:ext cx="3223173" cy="187165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693994" y="7962706"/>
            <a:ext cx="23416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addition is being shown on the number line?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4177967" y="7974256"/>
            <a:ext cx="23416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addition is being shown on the number line?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4"/>
          <p:cNvPicPr preferRelativeResize="0"/>
          <p:nvPr/>
        </p:nvPicPr>
        <p:blipFill rotWithShape="1">
          <a:blip r:embed="rId6">
            <a:alphaModFix/>
          </a:blip>
          <a:srcRect b="51546" l="0" r="0" t="0"/>
          <a:stretch/>
        </p:blipFill>
        <p:spPr>
          <a:xfrm>
            <a:off x="644491" y="9218711"/>
            <a:ext cx="2172145" cy="404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4"/>
          <p:cNvPicPr preferRelativeResize="0"/>
          <p:nvPr/>
        </p:nvPicPr>
        <p:blipFill rotWithShape="1">
          <a:blip r:embed="rId6">
            <a:alphaModFix/>
          </a:blip>
          <a:srcRect b="51546" l="0" r="0" t="0"/>
          <a:stretch/>
        </p:blipFill>
        <p:spPr>
          <a:xfrm>
            <a:off x="4122710" y="9244244"/>
            <a:ext cx="2172145" cy="404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6827" y="8469037"/>
            <a:ext cx="2615681" cy="70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70986" y="8414337"/>
            <a:ext cx="2875594" cy="812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4"/>
          <p:cNvSpPr txBox="1"/>
          <p:nvPr/>
        </p:nvSpPr>
        <p:spPr>
          <a:xfrm>
            <a:off x="769402" y="7130028"/>
            <a:ext cx="19223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7            3            10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4173758" y="7178323"/>
            <a:ext cx="19864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18           4            22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705282" y="9240046"/>
            <a:ext cx="19864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26           6            32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4111819" y="9297491"/>
            <a:ext cx="19864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28           6            34</a:t>
            </a:r>
            <a:endParaRPr/>
          </a:p>
        </p:txBody>
      </p:sp>
      <p:graphicFrame>
        <p:nvGraphicFramePr>
          <p:cNvPr id="202" name="Google Shape;202;p14"/>
          <p:cNvGraphicFramePr/>
          <p:nvPr/>
        </p:nvGraphicFramePr>
        <p:xfrm>
          <a:off x="100006" y="533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{37A9B226-EC1C-49DB-802A-8CD72AF768CC}</a:tableStyleId>
              </a:tblPr>
              <a:tblGrid>
                <a:gridCol w="3310300"/>
                <a:gridCol w="3310300"/>
              </a:tblGrid>
              <a:tr h="1064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 txBox="1"/>
          <p:nvPr>
            <p:ph idx="12" type="sldNum"/>
          </p:nvPr>
        </p:nvSpPr>
        <p:spPr>
          <a:xfrm>
            <a:off x="5314950" y="944753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207307" y="105417"/>
            <a:ext cx="1761744" cy="308694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1530547" y="181322"/>
            <a:ext cx="40975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Fill in the addition facts and the bar models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15"/>
          <p:cNvGraphicFramePr/>
          <p:nvPr/>
        </p:nvGraphicFramePr>
        <p:xfrm>
          <a:off x="207307" y="5342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{37A9B226-EC1C-49DB-802A-8CD72AF768CC}</a:tableStyleId>
              </a:tblPr>
              <a:tblGrid>
                <a:gridCol w="794875"/>
                <a:gridCol w="3200400"/>
                <a:gridCol w="2401875"/>
              </a:tblGrid>
              <a:tr h="18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Addition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Fact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212" name="Google Shape;212;p15"/>
          <p:cNvGrpSpPr/>
          <p:nvPr/>
        </p:nvGrpSpPr>
        <p:grpSpPr>
          <a:xfrm>
            <a:off x="1088179" y="833919"/>
            <a:ext cx="2951480" cy="886483"/>
            <a:chOff x="295409" y="1681063"/>
            <a:chExt cx="2951480" cy="886483"/>
          </a:xfrm>
        </p:grpSpPr>
        <p:sp>
          <p:nvSpPr>
            <p:cNvPr id="213" name="Google Shape;213;p15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744288" y="1879701"/>
              <a:ext cx="251460" cy="54000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1023980" y="218349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7" name="Google Shape;217;p15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15"/>
            <p:cNvCxnSpPr/>
            <p:nvPr/>
          </p:nvCxnSpPr>
          <p:spPr>
            <a:xfrm>
              <a:off x="1545811" y="25481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19" name="Google Shape;219;p15"/>
          <p:cNvGrpSpPr/>
          <p:nvPr/>
        </p:nvGrpSpPr>
        <p:grpSpPr>
          <a:xfrm>
            <a:off x="4413162" y="820578"/>
            <a:ext cx="1968066" cy="901792"/>
            <a:chOff x="60433" y="4991469"/>
            <a:chExt cx="2147857" cy="585005"/>
          </a:xfrm>
        </p:grpSpPr>
        <p:sp>
          <p:nvSpPr>
            <p:cNvPr id="220" name="Google Shape;220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60433" y="5280836"/>
              <a:ext cx="105091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1111349" y="5281001"/>
              <a:ext cx="109694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23" name="Google Shape;223;p15"/>
          <p:cNvGraphicFramePr/>
          <p:nvPr/>
        </p:nvGraphicFramePr>
        <p:xfrm>
          <a:off x="207307" y="17805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{37A9B226-EC1C-49DB-802A-8CD72AF768CC}</a:tableStyleId>
              </a:tblPr>
              <a:tblGrid>
                <a:gridCol w="794875"/>
                <a:gridCol w="3200400"/>
                <a:gridCol w="2401875"/>
              </a:tblGrid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224" name="Google Shape;224;p15"/>
          <p:cNvGrpSpPr/>
          <p:nvPr/>
        </p:nvGrpSpPr>
        <p:grpSpPr>
          <a:xfrm>
            <a:off x="1101171" y="1797919"/>
            <a:ext cx="2951480" cy="866895"/>
            <a:chOff x="295409" y="1681063"/>
            <a:chExt cx="2951480" cy="946034"/>
          </a:xfrm>
        </p:grpSpPr>
        <p:sp>
          <p:nvSpPr>
            <p:cNvPr id="225" name="Google Shape;225;p15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744288" y="1879701"/>
              <a:ext cx="251460" cy="589295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049947" y="2243049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9" name="Google Shape;229;p15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15"/>
            <p:cNvCxnSpPr/>
            <p:nvPr/>
          </p:nvCxnSpPr>
          <p:spPr>
            <a:xfrm>
              <a:off x="1545811" y="261046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31" name="Google Shape;231;p15"/>
          <p:cNvGrpSpPr/>
          <p:nvPr/>
        </p:nvGrpSpPr>
        <p:grpSpPr>
          <a:xfrm>
            <a:off x="4291634" y="1822757"/>
            <a:ext cx="2219520" cy="867362"/>
            <a:chOff x="60434" y="4991469"/>
            <a:chExt cx="2147857" cy="585005"/>
          </a:xfrm>
        </p:grpSpPr>
        <p:sp>
          <p:nvSpPr>
            <p:cNvPr id="232" name="Google Shape;232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60434" y="5280836"/>
              <a:ext cx="84480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905238" y="5281001"/>
              <a:ext cx="130305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15"/>
          <p:cNvGrpSpPr/>
          <p:nvPr/>
        </p:nvGrpSpPr>
        <p:grpSpPr>
          <a:xfrm>
            <a:off x="1116411" y="2781242"/>
            <a:ext cx="2951480" cy="866895"/>
            <a:chOff x="295409" y="1681063"/>
            <a:chExt cx="2951480" cy="946034"/>
          </a:xfrm>
        </p:grpSpPr>
        <p:sp>
          <p:nvSpPr>
            <p:cNvPr id="236" name="Google Shape;236;p15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44288" y="1879701"/>
              <a:ext cx="251460" cy="589295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1049947" y="2243049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15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" name="Google Shape;241;p15"/>
            <p:cNvCxnSpPr/>
            <p:nvPr/>
          </p:nvCxnSpPr>
          <p:spPr>
            <a:xfrm>
              <a:off x="1545811" y="261046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42" name="Google Shape;242;p15"/>
          <p:cNvGrpSpPr/>
          <p:nvPr/>
        </p:nvGrpSpPr>
        <p:grpSpPr>
          <a:xfrm>
            <a:off x="4297773" y="2776237"/>
            <a:ext cx="2219520" cy="867362"/>
            <a:chOff x="60434" y="4991469"/>
            <a:chExt cx="2147857" cy="585005"/>
          </a:xfrm>
        </p:grpSpPr>
        <p:sp>
          <p:nvSpPr>
            <p:cNvPr id="243" name="Google Shape;243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0435" y="5280836"/>
              <a:ext cx="71435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774793" y="5281001"/>
              <a:ext cx="143349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5"/>
          <p:cNvGrpSpPr/>
          <p:nvPr/>
        </p:nvGrpSpPr>
        <p:grpSpPr>
          <a:xfrm>
            <a:off x="4339828" y="3764680"/>
            <a:ext cx="2219520" cy="867117"/>
            <a:chOff x="60434" y="4991469"/>
            <a:chExt cx="2147857" cy="584840"/>
          </a:xfrm>
        </p:grpSpPr>
        <p:sp>
          <p:nvSpPr>
            <p:cNvPr id="247" name="Google Shape;247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60434" y="5280836"/>
              <a:ext cx="105061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1111045" y="5282938"/>
              <a:ext cx="1097246" cy="28325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5"/>
          <p:cNvGrpSpPr/>
          <p:nvPr/>
        </p:nvGrpSpPr>
        <p:grpSpPr>
          <a:xfrm>
            <a:off x="1116411" y="3757469"/>
            <a:ext cx="2951480" cy="897375"/>
            <a:chOff x="295409" y="1681063"/>
            <a:chExt cx="2951480" cy="979296"/>
          </a:xfrm>
        </p:grpSpPr>
        <p:sp>
          <p:nvSpPr>
            <p:cNvPr id="251" name="Google Shape;251;p15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744288" y="1879701"/>
              <a:ext cx="251460" cy="589295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1049947" y="2276311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5" name="Google Shape;255;p15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" name="Google Shape;256;p15"/>
            <p:cNvCxnSpPr/>
            <p:nvPr/>
          </p:nvCxnSpPr>
          <p:spPr>
            <a:xfrm>
              <a:off x="1545811" y="2643730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57" name="Google Shape;257;p15"/>
          <p:cNvGrpSpPr/>
          <p:nvPr/>
        </p:nvGrpSpPr>
        <p:grpSpPr>
          <a:xfrm>
            <a:off x="4330971" y="4733504"/>
            <a:ext cx="2219520" cy="867362"/>
            <a:chOff x="60434" y="4991469"/>
            <a:chExt cx="2147857" cy="585005"/>
          </a:xfrm>
        </p:grpSpPr>
        <p:sp>
          <p:nvSpPr>
            <p:cNvPr id="258" name="Google Shape;258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60434" y="5280836"/>
              <a:ext cx="12214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1281843" y="5281001"/>
              <a:ext cx="9264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15"/>
          <p:cNvGrpSpPr/>
          <p:nvPr/>
        </p:nvGrpSpPr>
        <p:grpSpPr>
          <a:xfrm>
            <a:off x="1122794" y="4727124"/>
            <a:ext cx="2951480" cy="851657"/>
            <a:chOff x="295409" y="1681063"/>
            <a:chExt cx="2951480" cy="929405"/>
          </a:xfrm>
        </p:grpSpPr>
        <p:sp>
          <p:nvSpPr>
            <p:cNvPr id="262" name="Google Shape;262;p15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744288" y="1879701"/>
              <a:ext cx="251460" cy="589295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034707" y="222641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6" name="Google Shape;266;p15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15"/>
            <p:cNvCxnSpPr/>
            <p:nvPr/>
          </p:nvCxnSpPr>
          <p:spPr>
            <a:xfrm>
              <a:off x="1545811" y="261046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68" name="Google Shape;268;p15"/>
          <p:cNvGrpSpPr/>
          <p:nvPr/>
        </p:nvGrpSpPr>
        <p:grpSpPr>
          <a:xfrm>
            <a:off x="4330971" y="5709922"/>
            <a:ext cx="2219520" cy="867362"/>
            <a:chOff x="60434" y="4991469"/>
            <a:chExt cx="2147857" cy="585005"/>
          </a:xfrm>
        </p:grpSpPr>
        <p:sp>
          <p:nvSpPr>
            <p:cNvPr id="269" name="Google Shape;269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60434" y="5280836"/>
              <a:ext cx="105061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1111045" y="5281001"/>
              <a:ext cx="109724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15"/>
          <p:cNvGrpSpPr/>
          <p:nvPr/>
        </p:nvGrpSpPr>
        <p:grpSpPr>
          <a:xfrm>
            <a:off x="1122794" y="5687446"/>
            <a:ext cx="2951480" cy="882135"/>
            <a:chOff x="295409" y="1681063"/>
            <a:chExt cx="2951480" cy="962665"/>
          </a:xfrm>
        </p:grpSpPr>
        <p:sp>
          <p:nvSpPr>
            <p:cNvPr id="273" name="Google Shape;273;p15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744288" y="1879701"/>
              <a:ext cx="251460" cy="589295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1034707" y="225968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7" name="Google Shape;277;p15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8" name="Google Shape;278;p15"/>
            <p:cNvCxnSpPr/>
            <p:nvPr/>
          </p:nvCxnSpPr>
          <p:spPr>
            <a:xfrm>
              <a:off x="1545811" y="2627099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9" name="Google Shape;279;p15"/>
          <p:cNvGrpSpPr/>
          <p:nvPr/>
        </p:nvGrpSpPr>
        <p:grpSpPr>
          <a:xfrm>
            <a:off x="4291634" y="6677880"/>
            <a:ext cx="2219520" cy="867362"/>
            <a:chOff x="60434" y="4991469"/>
            <a:chExt cx="2147857" cy="585005"/>
          </a:xfrm>
        </p:grpSpPr>
        <p:sp>
          <p:nvSpPr>
            <p:cNvPr id="280" name="Google Shape;280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60434" y="5280836"/>
              <a:ext cx="135146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1411903" y="5281001"/>
              <a:ext cx="79638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15"/>
          <p:cNvGrpSpPr/>
          <p:nvPr/>
        </p:nvGrpSpPr>
        <p:grpSpPr>
          <a:xfrm>
            <a:off x="1131650" y="6671475"/>
            <a:ext cx="2951480" cy="897375"/>
            <a:chOff x="295409" y="1681063"/>
            <a:chExt cx="2951480" cy="979296"/>
          </a:xfrm>
        </p:grpSpPr>
        <p:sp>
          <p:nvSpPr>
            <p:cNvPr id="284" name="Google Shape;284;p15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744288" y="1879701"/>
              <a:ext cx="251460" cy="589295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1049947" y="2276311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8" name="Google Shape;288;p15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9" name="Google Shape;289;p15"/>
            <p:cNvCxnSpPr/>
            <p:nvPr/>
          </p:nvCxnSpPr>
          <p:spPr>
            <a:xfrm>
              <a:off x="1545811" y="2643730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90" name="Google Shape;290;p15"/>
          <p:cNvGrpSpPr/>
          <p:nvPr/>
        </p:nvGrpSpPr>
        <p:grpSpPr>
          <a:xfrm>
            <a:off x="4309347" y="7652537"/>
            <a:ext cx="2219521" cy="867362"/>
            <a:chOff x="60434" y="4991469"/>
            <a:chExt cx="2147858" cy="585005"/>
          </a:xfrm>
        </p:grpSpPr>
        <p:sp>
          <p:nvSpPr>
            <p:cNvPr id="291" name="Google Shape;291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60435" y="5280836"/>
              <a:ext cx="84480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905240" y="5281001"/>
              <a:ext cx="130305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15"/>
          <p:cNvGrpSpPr/>
          <p:nvPr/>
        </p:nvGrpSpPr>
        <p:grpSpPr>
          <a:xfrm>
            <a:off x="1146890" y="7646014"/>
            <a:ext cx="2951480" cy="866895"/>
            <a:chOff x="295409" y="1681063"/>
            <a:chExt cx="2951480" cy="946034"/>
          </a:xfrm>
        </p:grpSpPr>
        <p:sp>
          <p:nvSpPr>
            <p:cNvPr id="295" name="Google Shape;295;p15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744288" y="1879701"/>
              <a:ext cx="251460" cy="589295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1049947" y="2243049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9" name="Google Shape;299;p15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0" name="Google Shape;300;p15"/>
            <p:cNvCxnSpPr/>
            <p:nvPr/>
          </p:nvCxnSpPr>
          <p:spPr>
            <a:xfrm>
              <a:off x="1545811" y="261046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1" name="Google Shape;301;p15"/>
          <p:cNvGrpSpPr/>
          <p:nvPr/>
        </p:nvGrpSpPr>
        <p:grpSpPr>
          <a:xfrm>
            <a:off x="4294108" y="8627988"/>
            <a:ext cx="2219520" cy="867117"/>
            <a:chOff x="60434" y="4991469"/>
            <a:chExt cx="2147857" cy="584840"/>
          </a:xfrm>
        </p:grpSpPr>
        <p:sp>
          <p:nvSpPr>
            <p:cNvPr id="302" name="Google Shape;302;p1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60434" y="5280836"/>
              <a:ext cx="105061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1111045" y="5281001"/>
              <a:ext cx="1097246" cy="29530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5"/>
          <p:cNvGrpSpPr/>
          <p:nvPr/>
        </p:nvGrpSpPr>
        <p:grpSpPr>
          <a:xfrm>
            <a:off x="1153730" y="8609527"/>
            <a:ext cx="2951480" cy="882135"/>
            <a:chOff x="295409" y="1681063"/>
            <a:chExt cx="2951480" cy="962665"/>
          </a:xfrm>
        </p:grpSpPr>
        <p:sp>
          <p:nvSpPr>
            <p:cNvPr id="306" name="Google Shape;306;p15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744288" y="1879701"/>
              <a:ext cx="251460" cy="589295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1034707" y="225968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0" name="Google Shape;310;p15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" name="Google Shape;311;p15"/>
            <p:cNvCxnSpPr/>
            <p:nvPr/>
          </p:nvCxnSpPr>
          <p:spPr>
            <a:xfrm>
              <a:off x="1545811" y="262709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2" name="Google Shape;312;p15"/>
          <p:cNvSpPr txBox="1"/>
          <p:nvPr/>
        </p:nvSpPr>
        <p:spPr>
          <a:xfrm>
            <a:off x="1037003" y="119311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2539635" y="813933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+ 5 = 10</a:t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2543423" y="1372506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+ 5 = 10</a:t>
            </a:r>
            <a:endParaRPr/>
          </a:p>
        </p:txBody>
      </p:sp>
      <p:sp>
        <p:nvSpPr>
          <p:cNvPr id="315" name="Google Shape;315;p15"/>
          <p:cNvSpPr txBox="1"/>
          <p:nvPr/>
        </p:nvSpPr>
        <p:spPr>
          <a:xfrm>
            <a:off x="5207604" y="952186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16" name="Google Shape;316;p15"/>
          <p:cNvSpPr txBox="1"/>
          <p:nvPr/>
        </p:nvSpPr>
        <p:spPr>
          <a:xfrm>
            <a:off x="1094607" y="218414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17" name="Google Shape;317;p15"/>
          <p:cNvSpPr txBox="1"/>
          <p:nvPr/>
        </p:nvSpPr>
        <p:spPr>
          <a:xfrm>
            <a:off x="2597239" y="1804959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+ 5 = 9</a:t>
            </a:r>
            <a:endParaRPr/>
          </a:p>
        </p:txBody>
      </p:sp>
      <p:sp>
        <p:nvSpPr>
          <p:cNvPr id="318" name="Google Shape;318;p15"/>
          <p:cNvSpPr txBox="1"/>
          <p:nvPr/>
        </p:nvSpPr>
        <p:spPr>
          <a:xfrm>
            <a:off x="2590259" y="2188281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+ 4 = 9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5275908" y="2053822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1122873" y="312656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2625505" y="2747379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+ 6 = 10</a:t>
            </a:r>
            <a:endParaRPr/>
          </a:p>
        </p:txBody>
      </p:sp>
      <p:sp>
        <p:nvSpPr>
          <p:cNvPr id="322" name="Google Shape;322;p15"/>
          <p:cNvSpPr txBox="1"/>
          <p:nvPr/>
        </p:nvSpPr>
        <p:spPr>
          <a:xfrm>
            <a:off x="2597239" y="3226416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+ 4 = 10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5320819" y="2886707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24" name="Google Shape;324;p15"/>
          <p:cNvSpPr txBox="1"/>
          <p:nvPr/>
        </p:nvSpPr>
        <p:spPr>
          <a:xfrm>
            <a:off x="1077321" y="410521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325" name="Google Shape;325;p15"/>
          <p:cNvSpPr txBox="1"/>
          <p:nvPr/>
        </p:nvSpPr>
        <p:spPr>
          <a:xfrm>
            <a:off x="2579953" y="3726035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+ 6 = 12</a:t>
            </a:r>
            <a:endParaRPr/>
          </a:p>
        </p:txBody>
      </p:sp>
      <p:sp>
        <p:nvSpPr>
          <p:cNvPr id="326" name="Google Shape;326;p15"/>
          <p:cNvSpPr txBox="1"/>
          <p:nvPr/>
        </p:nvSpPr>
        <p:spPr>
          <a:xfrm>
            <a:off x="2564916" y="4267660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+ 6 = 12</a:t>
            </a:r>
            <a:endParaRPr/>
          </a:p>
        </p:txBody>
      </p:sp>
      <p:sp>
        <p:nvSpPr>
          <p:cNvPr id="327" name="Google Shape;327;p15"/>
          <p:cNvSpPr txBox="1"/>
          <p:nvPr/>
        </p:nvSpPr>
        <p:spPr>
          <a:xfrm>
            <a:off x="5283036" y="3790206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328" name="Google Shape;328;p15"/>
          <p:cNvSpPr txBox="1"/>
          <p:nvPr/>
        </p:nvSpPr>
        <p:spPr>
          <a:xfrm>
            <a:off x="1097649" y="505417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329" name="Google Shape;329;p15"/>
          <p:cNvSpPr txBox="1"/>
          <p:nvPr/>
        </p:nvSpPr>
        <p:spPr>
          <a:xfrm>
            <a:off x="2604367" y="4722826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+ 7 = 13</a:t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2604367" y="5218633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+ 6 = 13</a:t>
            </a:r>
            <a:endParaRPr/>
          </a:p>
        </p:txBody>
      </p:sp>
      <p:sp>
        <p:nvSpPr>
          <p:cNvPr id="331" name="Google Shape;331;p15"/>
          <p:cNvSpPr txBox="1"/>
          <p:nvPr/>
        </p:nvSpPr>
        <p:spPr>
          <a:xfrm>
            <a:off x="5322487" y="474117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332" name="Google Shape;332;p15"/>
          <p:cNvSpPr txBox="1"/>
          <p:nvPr/>
        </p:nvSpPr>
        <p:spPr>
          <a:xfrm>
            <a:off x="1121176" y="603068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2623808" y="5651499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+ 7 = 14</a:t>
            </a:r>
            <a:endParaRPr/>
          </a:p>
        </p:txBody>
      </p:sp>
      <p:sp>
        <p:nvSpPr>
          <p:cNvPr id="334" name="Google Shape;334;p15"/>
          <p:cNvSpPr txBox="1"/>
          <p:nvPr/>
        </p:nvSpPr>
        <p:spPr>
          <a:xfrm>
            <a:off x="2564916" y="6197126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+ 7 = 14</a:t>
            </a:r>
            <a:endParaRPr/>
          </a:p>
        </p:txBody>
      </p:sp>
      <p:sp>
        <p:nvSpPr>
          <p:cNvPr id="335" name="Google Shape;335;p15"/>
          <p:cNvSpPr txBox="1"/>
          <p:nvPr/>
        </p:nvSpPr>
        <p:spPr>
          <a:xfrm>
            <a:off x="5283036" y="5719672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36" name="Google Shape;336;p15"/>
          <p:cNvSpPr txBox="1"/>
          <p:nvPr/>
        </p:nvSpPr>
        <p:spPr>
          <a:xfrm>
            <a:off x="1144979" y="699713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337" name="Google Shape;337;p15"/>
          <p:cNvSpPr txBox="1"/>
          <p:nvPr/>
        </p:nvSpPr>
        <p:spPr>
          <a:xfrm>
            <a:off x="2647611" y="6617946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+ 7 = 12</a:t>
            </a:r>
            <a:endParaRPr/>
          </a:p>
        </p:txBody>
      </p:sp>
      <p:sp>
        <p:nvSpPr>
          <p:cNvPr id="338" name="Google Shape;338;p15"/>
          <p:cNvSpPr txBox="1"/>
          <p:nvPr/>
        </p:nvSpPr>
        <p:spPr>
          <a:xfrm>
            <a:off x="2610152" y="7147005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+ 5 = 12</a:t>
            </a:r>
            <a:endParaRPr/>
          </a:p>
        </p:txBody>
      </p:sp>
      <p:sp>
        <p:nvSpPr>
          <p:cNvPr id="339" name="Google Shape;339;p15"/>
          <p:cNvSpPr txBox="1"/>
          <p:nvPr/>
        </p:nvSpPr>
        <p:spPr>
          <a:xfrm>
            <a:off x="5328272" y="6669551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340" name="Google Shape;340;p15"/>
          <p:cNvSpPr txBox="1"/>
          <p:nvPr/>
        </p:nvSpPr>
        <p:spPr>
          <a:xfrm>
            <a:off x="1142991" y="790535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41" name="Google Shape;341;p15"/>
          <p:cNvSpPr txBox="1"/>
          <p:nvPr/>
        </p:nvSpPr>
        <p:spPr>
          <a:xfrm>
            <a:off x="2647611" y="7662136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+ 9 = 16</a:t>
            </a:r>
            <a:endParaRPr/>
          </a:p>
        </p:txBody>
      </p:sp>
      <p:sp>
        <p:nvSpPr>
          <p:cNvPr id="342" name="Google Shape;342;p15"/>
          <p:cNvSpPr txBox="1"/>
          <p:nvPr/>
        </p:nvSpPr>
        <p:spPr>
          <a:xfrm>
            <a:off x="2586054" y="8113720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+ 7 = 16</a:t>
            </a:r>
            <a:endParaRPr/>
          </a:p>
        </p:txBody>
      </p:sp>
      <p:sp>
        <p:nvSpPr>
          <p:cNvPr id="343" name="Google Shape;343;p15"/>
          <p:cNvSpPr txBox="1"/>
          <p:nvPr/>
        </p:nvSpPr>
        <p:spPr>
          <a:xfrm>
            <a:off x="5304174" y="7636266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44" name="Google Shape;344;p15"/>
          <p:cNvSpPr txBox="1"/>
          <p:nvPr/>
        </p:nvSpPr>
        <p:spPr>
          <a:xfrm>
            <a:off x="1168829" y="891372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345" name="Google Shape;345;p15"/>
          <p:cNvSpPr txBox="1"/>
          <p:nvPr/>
        </p:nvSpPr>
        <p:spPr>
          <a:xfrm>
            <a:off x="2671461" y="8534540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+ 9 = 18</a:t>
            </a:r>
            <a:endParaRPr/>
          </a:p>
        </p:txBody>
      </p:sp>
      <p:sp>
        <p:nvSpPr>
          <p:cNvPr id="346" name="Google Shape;346;p15"/>
          <p:cNvSpPr txBox="1"/>
          <p:nvPr/>
        </p:nvSpPr>
        <p:spPr>
          <a:xfrm>
            <a:off x="2628841" y="9123530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+ 9 = 18</a:t>
            </a:r>
            <a:endParaRPr/>
          </a:p>
        </p:txBody>
      </p:sp>
      <p:sp>
        <p:nvSpPr>
          <p:cNvPr id="347" name="Google Shape;347;p15"/>
          <p:cNvSpPr txBox="1"/>
          <p:nvPr/>
        </p:nvSpPr>
        <p:spPr>
          <a:xfrm>
            <a:off x="5346961" y="8646076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2" name="Google Shape;352;p16"/>
          <p:cNvGraphicFramePr/>
          <p:nvPr/>
        </p:nvGraphicFramePr>
        <p:xfrm>
          <a:off x="249890" y="1415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{37A9B226-EC1C-49DB-802A-8CD72AF768CC}</a:tableStyleId>
              </a:tblPr>
              <a:tblGrid>
                <a:gridCol w="794875"/>
                <a:gridCol w="3200400"/>
                <a:gridCol w="2401875"/>
              </a:tblGrid>
              <a:tr h="18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Addition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Fact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353" name="Google Shape;353;p16"/>
          <p:cNvGrpSpPr/>
          <p:nvPr/>
        </p:nvGrpSpPr>
        <p:grpSpPr>
          <a:xfrm>
            <a:off x="1119407" y="554233"/>
            <a:ext cx="2951480" cy="1004057"/>
            <a:chOff x="295409" y="1681063"/>
            <a:chExt cx="2951480" cy="1095715"/>
          </a:xfrm>
        </p:grpSpPr>
        <p:sp>
          <p:nvSpPr>
            <p:cNvPr id="354" name="Google Shape;354;p16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6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6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6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8" name="Google Shape;358;p16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60" name="Google Shape;360;p16"/>
          <p:cNvGrpSpPr/>
          <p:nvPr/>
        </p:nvGrpSpPr>
        <p:grpSpPr>
          <a:xfrm>
            <a:off x="4358064" y="731314"/>
            <a:ext cx="2219520" cy="867362"/>
            <a:chOff x="60434" y="4991469"/>
            <a:chExt cx="2147857" cy="585005"/>
          </a:xfrm>
        </p:grpSpPr>
        <p:sp>
          <p:nvSpPr>
            <p:cNvPr id="361" name="Google Shape;361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60434" y="5280836"/>
              <a:ext cx="84480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6"/>
            <p:cNvSpPr/>
            <p:nvPr/>
          </p:nvSpPr>
          <p:spPr>
            <a:xfrm>
              <a:off x="905238" y="5281001"/>
              <a:ext cx="130305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16"/>
          <p:cNvGrpSpPr/>
          <p:nvPr/>
        </p:nvGrpSpPr>
        <p:grpSpPr>
          <a:xfrm>
            <a:off x="1119407" y="1737364"/>
            <a:ext cx="2951480" cy="1004057"/>
            <a:chOff x="295409" y="1681063"/>
            <a:chExt cx="2951480" cy="1095715"/>
          </a:xfrm>
        </p:grpSpPr>
        <p:sp>
          <p:nvSpPr>
            <p:cNvPr id="365" name="Google Shape;365;p16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6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6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9" name="Google Shape;369;p16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71" name="Google Shape;371;p16"/>
          <p:cNvGrpSpPr/>
          <p:nvPr/>
        </p:nvGrpSpPr>
        <p:grpSpPr>
          <a:xfrm>
            <a:off x="4358064" y="1914445"/>
            <a:ext cx="2219519" cy="867362"/>
            <a:chOff x="60434" y="4991469"/>
            <a:chExt cx="2147856" cy="585005"/>
          </a:xfrm>
        </p:grpSpPr>
        <p:sp>
          <p:nvSpPr>
            <p:cNvPr id="372" name="Google Shape;372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6"/>
            <p:cNvSpPr/>
            <p:nvPr/>
          </p:nvSpPr>
          <p:spPr>
            <a:xfrm>
              <a:off x="60434" y="5280836"/>
              <a:ext cx="114352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6"/>
            <p:cNvSpPr/>
            <p:nvPr/>
          </p:nvSpPr>
          <p:spPr>
            <a:xfrm>
              <a:off x="1203956" y="5281001"/>
              <a:ext cx="100433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16"/>
          <p:cNvGrpSpPr/>
          <p:nvPr/>
        </p:nvGrpSpPr>
        <p:grpSpPr>
          <a:xfrm>
            <a:off x="4358064" y="2993437"/>
            <a:ext cx="2219520" cy="867362"/>
            <a:chOff x="60434" y="4991469"/>
            <a:chExt cx="2147857" cy="585005"/>
          </a:xfrm>
        </p:grpSpPr>
        <p:sp>
          <p:nvSpPr>
            <p:cNvPr id="376" name="Google Shape;376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6"/>
            <p:cNvSpPr/>
            <p:nvPr/>
          </p:nvSpPr>
          <p:spPr>
            <a:xfrm>
              <a:off x="60435" y="5280836"/>
              <a:ext cx="90018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6"/>
            <p:cNvSpPr/>
            <p:nvPr/>
          </p:nvSpPr>
          <p:spPr>
            <a:xfrm>
              <a:off x="960617" y="5281001"/>
              <a:ext cx="124767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16"/>
          <p:cNvGrpSpPr/>
          <p:nvPr/>
        </p:nvGrpSpPr>
        <p:grpSpPr>
          <a:xfrm>
            <a:off x="1119407" y="2880354"/>
            <a:ext cx="2951480" cy="1004057"/>
            <a:chOff x="295409" y="1681063"/>
            <a:chExt cx="2951480" cy="1095715"/>
          </a:xfrm>
        </p:grpSpPr>
        <p:sp>
          <p:nvSpPr>
            <p:cNvPr id="380" name="Google Shape;380;p16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4" name="Google Shape;384;p16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5" name="Google Shape;385;p16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86" name="Google Shape;386;p16"/>
          <p:cNvGrpSpPr/>
          <p:nvPr/>
        </p:nvGrpSpPr>
        <p:grpSpPr>
          <a:xfrm>
            <a:off x="4333967" y="4129921"/>
            <a:ext cx="2219520" cy="867362"/>
            <a:chOff x="60434" y="4991469"/>
            <a:chExt cx="2147857" cy="585005"/>
          </a:xfrm>
        </p:grpSpPr>
        <p:sp>
          <p:nvSpPr>
            <p:cNvPr id="387" name="Google Shape;387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60434" y="5280836"/>
              <a:ext cx="107392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1134362" y="5281001"/>
              <a:ext cx="107392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16"/>
          <p:cNvGrpSpPr/>
          <p:nvPr/>
        </p:nvGrpSpPr>
        <p:grpSpPr>
          <a:xfrm>
            <a:off x="1095310" y="4016838"/>
            <a:ext cx="2951480" cy="1004057"/>
            <a:chOff x="295409" y="1681063"/>
            <a:chExt cx="2951480" cy="1095715"/>
          </a:xfrm>
        </p:grpSpPr>
        <p:sp>
          <p:nvSpPr>
            <p:cNvPr id="391" name="Google Shape;391;p16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5" name="Google Shape;395;p16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16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97" name="Google Shape;397;p16"/>
          <p:cNvGrpSpPr/>
          <p:nvPr/>
        </p:nvGrpSpPr>
        <p:grpSpPr>
          <a:xfrm>
            <a:off x="4333967" y="5289196"/>
            <a:ext cx="2219520" cy="867362"/>
            <a:chOff x="60434" y="4991469"/>
            <a:chExt cx="2147857" cy="585005"/>
          </a:xfrm>
        </p:grpSpPr>
        <p:sp>
          <p:nvSpPr>
            <p:cNvPr id="398" name="Google Shape;398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0434" y="5280836"/>
              <a:ext cx="116684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1227275" y="5281001"/>
              <a:ext cx="98101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6"/>
          <p:cNvGrpSpPr/>
          <p:nvPr/>
        </p:nvGrpSpPr>
        <p:grpSpPr>
          <a:xfrm>
            <a:off x="1095310" y="5176113"/>
            <a:ext cx="2951480" cy="1004057"/>
            <a:chOff x="295409" y="1681063"/>
            <a:chExt cx="2951480" cy="1095715"/>
          </a:xfrm>
        </p:grpSpPr>
        <p:sp>
          <p:nvSpPr>
            <p:cNvPr id="402" name="Google Shape;402;p16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6" name="Google Shape;406;p16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" name="Google Shape;407;p16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08" name="Google Shape;408;p16"/>
          <p:cNvGrpSpPr/>
          <p:nvPr/>
        </p:nvGrpSpPr>
        <p:grpSpPr>
          <a:xfrm>
            <a:off x="4358063" y="6424793"/>
            <a:ext cx="2219520" cy="867362"/>
            <a:chOff x="60434" y="4991469"/>
            <a:chExt cx="2147857" cy="585005"/>
          </a:xfrm>
        </p:grpSpPr>
        <p:sp>
          <p:nvSpPr>
            <p:cNvPr id="409" name="Google Shape;409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60434" y="5280836"/>
              <a:ext cx="128424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1344680" y="5281001"/>
              <a:ext cx="86361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p16"/>
          <p:cNvGrpSpPr/>
          <p:nvPr/>
        </p:nvGrpSpPr>
        <p:grpSpPr>
          <a:xfrm>
            <a:off x="1119406" y="6311710"/>
            <a:ext cx="2951480" cy="1004057"/>
            <a:chOff x="295409" y="1681063"/>
            <a:chExt cx="2951480" cy="1095715"/>
          </a:xfrm>
        </p:grpSpPr>
        <p:sp>
          <p:nvSpPr>
            <p:cNvPr id="413" name="Google Shape;413;p16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6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7" name="Google Shape;417;p16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8" name="Google Shape;418;p16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19" name="Google Shape;419;p16"/>
          <p:cNvGrpSpPr/>
          <p:nvPr/>
        </p:nvGrpSpPr>
        <p:grpSpPr>
          <a:xfrm>
            <a:off x="4358063" y="7551851"/>
            <a:ext cx="2219521" cy="867362"/>
            <a:chOff x="60434" y="4991469"/>
            <a:chExt cx="2147858" cy="585005"/>
          </a:xfrm>
        </p:grpSpPr>
        <p:sp>
          <p:nvSpPr>
            <p:cNvPr id="420" name="Google Shape;420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6"/>
            <p:cNvSpPr/>
            <p:nvPr/>
          </p:nvSpPr>
          <p:spPr>
            <a:xfrm>
              <a:off x="60435" y="5280836"/>
              <a:ext cx="84480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6"/>
            <p:cNvSpPr/>
            <p:nvPr/>
          </p:nvSpPr>
          <p:spPr>
            <a:xfrm>
              <a:off x="905240" y="5281001"/>
              <a:ext cx="130305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3" name="Google Shape;423;p16"/>
          <p:cNvGrpSpPr/>
          <p:nvPr/>
        </p:nvGrpSpPr>
        <p:grpSpPr>
          <a:xfrm>
            <a:off x="1119406" y="7438768"/>
            <a:ext cx="2951480" cy="1004057"/>
            <a:chOff x="295409" y="1681063"/>
            <a:chExt cx="2951480" cy="1095715"/>
          </a:xfrm>
        </p:grpSpPr>
        <p:sp>
          <p:nvSpPr>
            <p:cNvPr id="424" name="Google Shape;424;p16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8" name="Google Shape;428;p16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9" name="Google Shape;429;p16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30" name="Google Shape;430;p16"/>
          <p:cNvGrpSpPr/>
          <p:nvPr/>
        </p:nvGrpSpPr>
        <p:grpSpPr>
          <a:xfrm>
            <a:off x="4358063" y="8698461"/>
            <a:ext cx="2219521" cy="867117"/>
            <a:chOff x="60434" y="4991469"/>
            <a:chExt cx="2147858" cy="584840"/>
          </a:xfrm>
        </p:grpSpPr>
        <p:sp>
          <p:nvSpPr>
            <p:cNvPr id="431" name="Google Shape;431;p1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60435" y="5280836"/>
              <a:ext cx="90018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960618" y="5281001"/>
              <a:ext cx="1247674" cy="29530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6"/>
          <p:cNvGrpSpPr/>
          <p:nvPr/>
        </p:nvGrpSpPr>
        <p:grpSpPr>
          <a:xfrm>
            <a:off x="1119406" y="8585381"/>
            <a:ext cx="2951480" cy="1004057"/>
            <a:chOff x="295409" y="1681063"/>
            <a:chExt cx="2951480" cy="1095715"/>
          </a:xfrm>
        </p:grpSpPr>
        <p:sp>
          <p:nvSpPr>
            <p:cNvPr id="435" name="Google Shape;435;p16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9" name="Google Shape;439;p16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0" name="Google Shape;440;p16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41" name="Google Shape;441;p16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2" name="Google Shape;442;p16"/>
          <p:cNvSpPr txBox="1"/>
          <p:nvPr/>
        </p:nvSpPr>
        <p:spPr>
          <a:xfrm>
            <a:off x="1095310" y="89148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443" name="Google Shape;443;p16"/>
          <p:cNvSpPr txBox="1"/>
          <p:nvPr/>
        </p:nvSpPr>
        <p:spPr>
          <a:xfrm>
            <a:off x="2597942" y="512301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+ 10 = 19</a:t>
            </a:r>
            <a:endParaRPr/>
          </a:p>
        </p:txBody>
      </p:sp>
      <p:sp>
        <p:nvSpPr>
          <p:cNvPr id="444" name="Google Shape;444;p16"/>
          <p:cNvSpPr txBox="1"/>
          <p:nvPr/>
        </p:nvSpPr>
        <p:spPr>
          <a:xfrm>
            <a:off x="2558491" y="1238618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+ 9 = 19</a:t>
            </a:r>
            <a:endParaRPr/>
          </a:p>
        </p:txBody>
      </p:sp>
      <p:sp>
        <p:nvSpPr>
          <p:cNvPr id="445" name="Google Shape;445;p16"/>
          <p:cNvSpPr txBox="1"/>
          <p:nvPr/>
        </p:nvSpPr>
        <p:spPr>
          <a:xfrm>
            <a:off x="5276611" y="761164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446" name="Google Shape;446;p16"/>
          <p:cNvSpPr txBox="1"/>
          <p:nvPr/>
        </p:nvSpPr>
        <p:spPr>
          <a:xfrm>
            <a:off x="1108909" y="208165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447" name="Google Shape;447;p16"/>
          <p:cNvSpPr txBox="1"/>
          <p:nvPr/>
        </p:nvSpPr>
        <p:spPr>
          <a:xfrm>
            <a:off x="2611541" y="1702466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+ 9 = 19</a:t>
            </a:r>
            <a:endParaRPr/>
          </a:p>
        </p:txBody>
      </p:sp>
      <p:sp>
        <p:nvSpPr>
          <p:cNvPr id="448" name="Google Shape;448;p16"/>
          <p:cNvSpPr txBox="1"/>
          <p:nvPr/>
        </p:nvSpPr>
        <p:spPr>
          <a:xfrm>
            <a:off x="2572090" y="2428783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+ 10 = 19</a:t>
            </a:r>
            <a:endParaRPr/>
          </a:p>
        </p:txBody>
      </p:sp>
      <p:sp>
        <p:nvSpPr>
          <p:cNvPr id="449" name="Google Shape;449;p16"/>
          <p:cNvSpPr txBox="1"/>
          <p:nvPr/>
        </p:nvSpPr>
        <p:spPr>
          <a:xfrm>
            <a:off x="5290210" y="195132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450" name="Google Shape;450;p16"/>
          <p:cNvSpPr txBox="1"/>
          <p:nvPr/>
        </p:nvSpPr>
        <p:spPr>
          <a:xfrm>
            <a:off x="1080142" y="322760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451" name="Google Shape;451;p16"/>
          <p:cNvSpPr txBox="1"/>
          <p:nvPr/>
        </p:nvSpPr>
        <p:spPr>
          <a:xfrm>
            <a:off x="2582774" y="2848418"/>
            <a:ext cx="12409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+ 11 = 20</a:t>
            </a:r>
            <a:endParaRPr/>
          </a:p>
        </p:txBody>
      </p:sp>
      <p:sp>
        <p:nvSpPr>
          <p:cNvPr id="452" name="Google Shape;452;p16"/>
          <p:cNvSpPr txBox="1"/>
          <p:nvPr/>
        </p:nvSpPr>
        <p:spPr>
          <a:xfrm>
            <a:off x="2543322" y="3574735"/>
            <a:ext cx="13036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+ 9 = 20</a:t>
            </a:r>
            <a:endParaRPr/>
          </a:p>
        </p:txBody>
      </p:sp>
      <p:sp>
        <p:nvSpPr>
          <p:cNvPr id="453" name="Google Shape;453;p16"/>
          <p:cNvSpPr txBox="1"/>
          <p:nvPr/>
        </p:nvSpPr>
        <p:spPr>
          <a:xfrm>
            <a:off x="5261443" y="3097281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454" name="Google Shape;454;p16"/>
          <p:cNvSpPr txBox="1"/>
          <p:nvPr/>
        </p:nvSpPr>
        <p:spPr>
          <a:xfrm>
            <a:off x="1068119" y="433169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455" name="Google Shape;455;p16"/>
          <p:cNvSpPr txBox="1"/>
          <p:nvPr/>
        </p:nvSpPr>
        <p:spPr>
          <a:xfrm>
            <a:off x="2570751" y="3952510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+ 11 = 22</a:t>
            </a:r>
            <a:endParaRPr/>
          </a:p>
        </p:txBody>
      </p:sp>
      <p:sp>
        <p:nvSpPr>
          <p:cNvPr id="456" name="Google Shape;456;p16"/>
          <p:cNvSpPr txBox="1"/>
          <p:nvPr/>
        </p:nvSpPr>
        <p:spPr>
          <a:xfrm>
            <a:off x="2531300" y="4678827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+ 11 = 22</a:t>
            </a:r>
            <a:endParaRPr/>
          </a:p>
        </p:txBody>
      </p:sp>
      <p:sp>
        <p:nvSpPr>
          <p:cNvPr id="457" name="Google Shape;457;p16"/>
          <p:cNvSpPr txBox="1"/>
          <p:nvPr/>
        </p:nvSpPr>
        <p:spPr>
          <a:xfrm>
            <a:off x="5249420" y="4201373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458" name="Google Shape;458;p16"/>
          <p:cNvSpPr txBox="1"/>
          <p:nvPr/>
        </p:nvSpPr>
        <p:spPr>
          <a:xfrm>
            <a:off x="1095310" y="549283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459" name="Google Shape;459;p16"/>
          <p:cNvSpPr txBox="1"/>
          <p:nvPr/>
        </p:nvSpPr>
        <p:spPr>
          <a:xfrm>
            <a:off x="2597942" y="5113649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+ 12 = 23</a:t>
            </a:r>
            <a:endParaRPr/>
          </a:p>
        </p:txBody>
      </p:sp>
      <p:sp>
        <p:nvSpPr>
          <p:cNvPr id="460" name="Google Shape;460;p16"/>
          <p:cNvSpPr txBox="1"/>
          <p:nvPr/>
        </p:nvSpPr>
        <p:spPr>
          <a:xfrm>
            <a:off x="2558491" y="5839966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+ 11 = 23</a:t>
            </a:r>
            <a:endParaRPr/>
          </a:p>
        </p:txBody>
      </p:sp>
      <p:sp>
        <p:nvSpPr>
          <p:cNvPr id="461" name="Google Shape;461;p16"/>
          <p:cNvSpPr txBox="1"/>
          <p:nvPr/>
        </p:nvSpPr>
        <p:spPr>
          <a:xfrm>
            <a:off x="5276611" y="5362512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462" name="Google Shape;462;p16"/>
          <p:cNvSpPr txBox="1"/>
          <p:nvPr/>
        </p:nvSpPr>
        <p:spPr>
          <a:xfrm>
            <a:off x="1125485" y="668021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463" name="Google Shape;463;p16"/>
          <p:cNvSpPr txBox="1"/>
          <p:nvPr/>
        </p:nvSpPr>
        <p:spPr>
          <a:xfrm>
            <a:off x="2628117" y="630103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+ 11 = 23</a:t>
            </a:r>
            <a:endParaRPr/>
          </a:p>
        </p:txBody>
      </p:sp>
      <p:sp>
        <p:nvSpPr>
          <p:cNvPr id="464" name="Google Shape;464;p16"/>
          <p:cNvSpPr txBox="1"/>
          <p:nvPr/>
        </p:nvSpPr>
        <p:spPr>
          <a:xfrm>
            <a:off x="2588666" y="7027348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+ 12 = 23</a:t>
            </a:r>
            <a:endParaRPr/>
          </a:p>
        </p:txBody>
      </p:sp>
      <p:sp>
        <p:nvSpPr>
          <p:cNvPr id="465" name="Google Shape;465;p16"/>
          <p:cNvSpPr txBox="1"/>
          <p:nvPr/>
        </p:nvSpPr>
        <p:spPr>
          <a:xfrm>
            <a:off x="5306786" y="6549894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466" name="Google Shape;466;p16"/>
          <p:cNvSpPr txBox="1"/>
          <p:nvPr/>
        </p:nvSpPr>
        <p:spPr>
          <a:xfrm>
            <a:off x="1095310" y="777290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467" name="Google Shape;467;p16"/>
          <p:cNvSpPr txBox="1"/>
          <p:nvPr/>
        </p:nvSpPr>
        <p:spPr>
          <a:xfrm>
            <a:off x="2597942" y="73937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+ 14 = 26</a:t>
            </a:r>
            <a:endParaRPr/>
          </a:p>
        </p:txBody>
      </p:sp>
      <p:sp>
        <p:nvSpPr>
          <p:cNvPr id="468" name="Google Shape;468;p16"/>
          <p:cNvSpPr txBox="1"/>
          <p:nvPr/>
        </p:nvSpPr>
        <p:spPr>
          <a:xfrm>
            <a:off x="2558491" y="812004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 + 12 = 26</a:t>
            </a:r>
            <a:endParaRPr/>
          </a:p>
        </p:txBody>
      </p:sp>
      <p:sp>
        <p:nvSpPr>
          <p:cNvPr id="469" name="Google Shape;469;p16"/>
          <p:cNvSpPr txBox="1"/>
          <p:nvPr/>
        </p:nvSpPr>
        <p:spPr>
          <a:xfrm>
            <a:off x="5276611" y="7642587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470" name="Google Shape;470;p16"/>
          <p:cNvSpPr txBox="1"/>
          <p:nvPr/>
        </p:nvSpPr>
        <p:spPr>
          <a:xfrm>
            <a:off x="1087367" y="893432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471" name="Google Shape;471;p16"/>
          <p:cNvSpPr txBox="1"/>
          <p:nvPr/>
        </p:nvSpPr>
        <p:spPr>
          <a:xfrm>
            <a:off x="2589999" y="8555138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 + 16 = 30</a:t>
            </a:r>
            <a:endParaRPr/>
          </a:p>
        </p:txBody>
      </p:sp>
      <p:sp>
        <p:nvSpPr>
          <p:cNvPr id="472" name="Google Shape;472;p16"/>
          <p:cNvSpPr txBox="1"/>
          <p:nvPr/>
        </p:nvSpPr>
        <p:spPr>
          <a:xfrm>
            <a:off x="2550548" y="9281455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+ 14 = 30</a:t>
            </a:r>
            <a:endParaRPr/>
          </a:p>
        </p:txBody>
      </p:sp>
      <p:sp>
        <p:nvSpPr>
          <p:cNvPr id="473" name="Google Shape;473;p16"/>
          <p:cNvSpPr txBox="1"/>
          <p:nvPr/>
        </p:nvSpPr>
        <p:spPr>
          <a:xfrm>
            <a:off x="5268668" y="8804001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8" name="Google Shape;478;p17"/>
          <p:cNvGraphicFramePr/>
          <p:nvPr/>
        </p:nvGraphicFramePr>
        <p:xfrm>
          <a:off x="249890" y="1415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{37A9B226-EC1C-49DB-802A-8CD72AF768CC}</a:tableStyleId>
              </a:tblPr>
              <a:tblGrid>
                <a:gridCol w="794875"/>
                <a:gridCol w="3200400"/>
                <a:gridCol w="2401875"/>
              </a:tblGrid>
              <a:tr h="18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Addition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Fact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u)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v)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w)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x)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y)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479" name="Google Shape;479;p17"/>
          <p:cNvGrpSpPr/>
          <p:nvPr/>
        </p:nvGrpSpPr>
        <p:grpSpPr>
          <a:xfrm>
            <a:off x="1119407" y="554233"/>
            <a:ext cx="2951480" cy="1004057"/>
            <a:chOff x="295409" y="1681063"/>
            <a:chExt cx="2951480" cy="1095715"/>
          </a:xfrm>
        </p:grpSpPr>
        <p:sp>
          <p:nvSpPr>
            <p:cNvPr id="480" name="Google Shape;480;p17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7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4" name="Google Shape;484;p17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" name="Google Shape;485;p17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86" name="Google Shape;486;p17"/>
          <p:cNvGrpSpPr/>
          <p:nvPr/>
        </p:nvGrpSpPr>
        <p:grpSpPr>
          <a:xfrm>
            <a:off x="4358063" y="731314"/>
            <a:ext cx="2219521" cy="867362"/>
            <a:chOff x="60433" y="4991469"/>
            <a:chExt cx="2147858" cy="585005"/>
          </a:xfrm>
        </p:grpSpPr>
        <p:sp>
          <p:nvSpPr>
            <p:cNvPr id="487" name="Google Shape;487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60433" y="5280836"/>
              <a:ext cx="162282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1683264" y="5281001"/>
              <a:ext cx="52502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0" name="Google Shape;490;p17"/>
          <p:cNvGrpSpPr/>
          <p:nvPr/>
        </p:nvGrpSpPr>
        <p:grpSpPr>
          <a:xfrm>
            <a:off x="1119407" y="1737364"/>
            <a:ext cx="2951480" cy="1004057"/>
            <a:chOff x="295409" y="1681063"/>
            <a:chExt cx="2951480" cy="1095715"/>
          </a:xfrm>
        </p:grpSpPr>
        <p:sp>
          <p:nvSpPr>
            <p:cNvPr id="491" name="Google Shape;491;p17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5" name="Google Shape;495;p17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6" name="Google Shape;496;p17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97" name="Google Shape;497;p17"/>
          <p:cNvGrpSpPr/>
          <p:nvPr/>
        </p:nvGrpSpPr>
        <p:grpSpPr>
          <a:xfrm>
            <a:off x="4358064" y="1914445"/>
            <a:ext cx="2219519" cy="867362"/>
            <a:chOff x="60434" y="4991469"/>
            <a:chExt cx="2147856" cy="585005"/>
          </a:xfrm>
        </p:grpSpPr>
        <p:sp>
          <p:nvSpPr>
            <p:cNvPr id="498" name="Google Shape;498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60435" y="5280836"/>
              <a:ext cx="162282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1683261" y="5281001"/>
              <a:ext cx="52502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1" name="Google Shape;501;p17"/>
          <p:cNvGrpSpPr/>
          <p:nvPr/>
        </p:nvGrpSpPr>
        <p:grpSpPr>
          <a:xfrm>
            <a:off x="4358064" y="2993437"/>
            <a:ext cx="2219520" cy="867362"/>
            <a:chOff x="60434" y="4991469"/>
            <a:chExt cx="2147857" cy="585005"/>
          </a:xfrm>
        </p:grpSpPr>
        <p:sp>
          <p:nvSpPr>
            <p:cNvPr id="502" name="Google Shape;502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60435" y="5280836"/>
              <a:ext cx="74007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800509" y="5281001"/>
              <a:ext cx="140778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5" name="Google Shape;505;p17"/>
          <p:cNvGrpSpPr/>
          <p:nvPr/>
        </p:nvGrpSpPr>
        <p:grpSpPr>
          <a:xfrm>
            <a:off x="1119407" y="2880354"/>
            <a:ext cx="2951480" cy="1004057"/>
            <a:chOff x="295409" y="1681063"/>
            <a:chExt cx="2951480" cy="1095715"/>
          </a:xfrm>
        </p:grpSpPr>
        <p:sp>
          <p:nvSpPr>
            <p:cNvPr id="506" name="Google Shape;506;p17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0" name="Google Shape;510;p17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1" name="Google Shape;511;p17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12" name="Google Shape;512;p17"/>
          <p:cNvGrpSpPr/>
          <p:nvPr/>
        </p:nvGrpSpPr>
        <p:grpSpPr>
          <a:xfrm>
            <a:off x="4333967" y="4129921"/>
            <a:ext cx="2219520" cy="867362"/>
            <a:chOff x="60434" y="4991469"/>
            <a:chExt cx="2147857" cy="585005"/>
          </a:xfrm>
        </p:grpSpPr>
        <p:sp>
          <p:nvSpPr>
            <p:cNvPr id="513" name="Google Shape;513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7"/>
            <p:cNvSpPr/>
            <p:nvPr/>
          </p:nvSpPr>
          <p:spPr>
            <a:xfrm>
              <a:off x="60434" y="5280836"/>
              <a:ext cx="142492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7"/>
            <p:cNvSpPr/>
            <p:nvPr/>
          </p:nvSpPr>
          <p:spPr>
            <a:xfrm>
              <a:off x="1485364" y="5281001"/>
              <a:ext cx="72292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6" name="Google Shape;516;p17"/>
          <p:cNvGrpSpPr/>
          <p:nvPr/>
        </p:nvGrpSpPr>
        <p:grpSpPr>
          <a:xfrm>
            <a:off x="1095310" y="4016838"/>
            <a:ext cx="2951480" cy="1004057"/>
            <a:chOff x="295409" y="1681063"/>
            <a:chExt cx="2951480" cy="1095715"/>
          </a:xfrm>
        </p:grpSpPr>
        <p:sp>
          <p:nvSpPr>
            <p:cNvPr id="517" name="Google Shape;517;p17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7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7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7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1" name="Google Shape;521;p17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2" name="Google Shape;522;p17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23" name="Google Shape;523;p17"/>
          <p:cNvGrpSpPr/>
          <p:nvPr/>
        </p:nvGrpSpPr>
        <p:grpSpPr>
          <a:xfrm>
            <a:off x="4333967" y="5289196"/>
            <a:ext cx="2219520" cy="867362"/>
            <a:chOff x="60434" y="4991469"/>
            <a:chExt cx="2147857" cy="585005"/>
          </a:xfrm>
        </p:grpSpPr>
        <p:sp>
          <p:nvSpPr>
            <p:cNvPr id="524" name="Google Shape;524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7"/>
            <p:cNvSpPr/>
            <p:nvPr/>
          </p:nvSpPr>
          <p:spPr>
            <a:xfrm>
              <a:off x="60435" y="5280836"/>
              <a:ext cx="70950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7"/>
            <p:cNvSpPr/>
            <p:nvPr/>
          </p:nvSpPr>
          <p:spPr>
            <a:xfrm>
              <a:off x="769937" y="5281001"/>
              <a:ext cx="143835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17"/>
          <p:cNvGrpSpPr/>
          <p:nvPr/>
        </p:nvGrpSpPr>
        <p:grpSpPr>
          <a:xfrm>
            <a:off x="1095310" y="5176113"/>
            <a:ext cx="2951480" cy="1004057"/>
            <a:chOff x="295409" y="1681063"/>
            <a:chExt cx="2951480" cy="1095715"/>
          </a:xfrm>
        </p:grpSpPr>
        <p:sp>
          <p:nvSpPr>
            <p:cNvPr id="528" name="Google Shape;528;p17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7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7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7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2" name="Google Shape;532;p17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" name="Google Shape;533;p17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34" name="Google Shape;534;p17"/>
          <p:cNvGrpSpPr/>
          <p:nvPr/>
        </p:nvGrpSpPr>
        <p:grpSpPr>
          <a:xfrm>
            <a:off x="4358063" y="6424793"/>
            <a:ext cx="2219520" cy="867362"/>
            <a:chOff x="60434" y="4991469"/>
            <a:chExt cx="2147857" cy="585005"/>
          </a:xfrm>
        </p:grpSpPr>
        <p:sp>
          <p:nvSpPr>
            <p:cNvPr id="535" name="Google Shape;535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7"/>
            <p:cNvSpPr/>
            <p:nvPr/>
          </p:nvSpPr>
          <p:spPr>
            <a:xfrm>
              <a:off x="60435" y="5280836"/>
              <a:ext cx="84480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7"/>
            <p:cNvSpPr/>
            <p:nvPr/>
          </p:nvSpPr>
          <p:spPr>
            <a:xfrm>
              <a:off x="905240" y="5281001"/>
              <a:ext cx="130305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8" name="Google Shape;538;p17"/>
          <p:cNvGrpSpPr/>
          <p:nvPr/>
        </p:nvGrpSpPr>
        <p:grpSpPr>
          <a:xfrm>
            <a:off x="1119406" y="6311710"/>
            <a:ext cx="2951480" cy="1004057"/>
            <a:chOff x="295409" y="1681063"/>
            <a:chExt cx="2951480" cy="1095715"/>
          </a:xfrm>
        </p:grpSpPr>
        <p:sp>
          <p:nvSpPr>
            <p:cNvPr id="539" name="Google Shape;539;p17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7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7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7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3" name="Google Shape;543;p17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" name="Google Shape;544;p17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45" name="Google Shape;545;p17"/>
          <p:cNvGrpSpPr/>
          <p:nvPr/>
        </p:nvGrpSpPr>
        <p:grpSpPr>
          <a:xfrm>
            <a:off x="4358063" y="7551851"/>
            <a:ext cx="2219520" cy="867362"/>
            <a:chOff x="60434" y="4991469"/>
            <a:chExt cx="2147857" cy="585005"/>
          </a:xfrm>
        </p:grpSpPr>
        <p:sp>
          <p:nvSpPr>
            <p:cNvPr id="546" name="Google Shape;546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7"/>
            <p:cNvSpPr/>
            <p:nvPr/>
          </p:nvSpPr>
          <p:spPr>
            <a:xfrm>
              <a:off x="60434" y="5280836"/>
              <a:ext cx="119808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7"/>
            <p:cNvSpPr/>
            <p:nvPr/>
          </p:nvSpPr>
          <p:spPr>
            <a:xfrm>
              <a:off x="1258523" y="5281001"/>
              <a:ext cx="94976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9" name="Google Shape;549;p17"/>
          <p:cNvGrpSpPr/>
          <p:nvPr/>
        </p:nvGrpSpPr>
        <p:grpSpPr>
          <a:xfrm>
            <a:off x="1119406" y="7438768"/>
            <a:ext cx="2951480" cy="1004057"/>
            <a:chOff x="295409" y="1681063"/>
            <a:chExt cx="2951480" cy="1095715"/>
          </a:xfrm>
        </p:grpSpPr>
        <p:sp>
          <p:nvSpPr>
            <p:cNvPr id="550" name="Google Shape;550;p17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7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7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7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4" name="Google Shape;554;p17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5" name="Google Shape;555;p17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56" name="Google Shape;556;p17"/>
          <p:cNvGrpSpPr/>
          <p:nvPr/>
        </p:nvGrpSpPr>
        <p:grpSpPr>
          <a:xfrm>
            <a:off x="4358063" y="8698461"/>
            <a:ext cx="2219520" cy="867117"/>
            <a:chOff x="60434" y="4991469"/>
            <a:chExt cx="2147857" cy="584840"/>
          </a:xfrm>
        </p:grpSpPr>
        <p:sp>
          <p:nvSpPr>
            <p:cNvPr id="557" name="Google Shape;557;p1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7"/>
            <p:cNvSpPr/>
            <p:nvPr/>
          </p:nvSpPr>
          <p:spPr>
            <a:xfrm>
              <a:off x="60434" y="5280836"/>
              <a:ext cx="98338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7"/>
            <p:cNvSpPr/>
            <p:nvPr/>
          </p:nvSpPr>
          <p:spPr>
            <a:xfrm>
              <a:off x="1043822" y="5281001"/>
              <a:ext cx="1164469" cy="29530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0" name="Google Shape;560;p17"/>
          <p:cNvGrpSpPr/>
          <p:nvPr/>
        </p:nvGrpSpPr>
        <p:grpSpPr>
          <a:xfrm>
            <a:off x="1119406" y="8585381"/>
            <a:ext cx="2951480" cy="1004057"/>
            <a:chOff x="295409" y="1681063"/>
            <a:chExt cx="2951480" cy="1095715"/>
          </a:xfrm>
        </p:grpSpPr>
        <p:sp>
          <p:nvSpPr>
            <p:cNvPr id="561" name="Google Shape;561;p17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5" name="Google Shape;565;p17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6" name="Google Shape;566;p17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67" name="Google Shape;567;p17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8" name="Google Shape;568;p17"/>
          <p:cNvSpPr txBox="1"/>
          <p:nvPr/>
        </p:nvSpPr>
        <p:spPr>
          <a:xfrm>
            <a:off x="2597942" y="512301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+ 1 = 10</a:t>
            </a:r>
            <a:endParaRPr/>
          </a:p>
        </p:txBody>
      </p:sp>
      <p:sp>
        <p:nvSpPr>
          <p:cNvPr id="569" name="Google Shape;569;p17"/>
          <p:cNvSpPr txBox="1"/>
          <p:nvPr/>
        </p:nvSpPr>
        <p:spPr>
          <a:xfrm>
            <a:off x="2558491" y="1238618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+ 9 = 10</a:t>
            </a:r>
            <a:endParaRPr/>
          </a:p>
        </p:txBody>
      </p:sp>
      <p:sp>
        <p:nvSpPr>
          <p:cNvPr id="570" name="Google Shape;570;p17"/>
          <p:cNvSpPr txBox="1"/>
          <p:nvPr/>
        </p:nvSpPr>
        <p:spPr>
          <a:xfrm>
            <a:off x="2611541" y="1702466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+ 10 = 12</a:t>
            </a:r>
            <a:endParaRPr/>
          </a:p>
        </p:txBody>
      </p:sp>
      <p:sp>
        <p:nvSpPr>
          <p:cNvPr id="571" name="Google Shape;571;p17"/>
          <p:cNvSpPr txBox="1"/>
          <p:nvPr/>
        </p:nvSpPr>
        <p:spPr>
          <a:xfrm>
            <a:off x="2572090" y="2428783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+ 2 = 12</a:t>
            </a:r>
            <a:endParaRPr/>
          </a:p>
        </p:txBody>
      </p:sp>
      <p:sp>
        <p:nvSpPr>
          <p:cNvPr id="572" name="Google Shape;572;p17"/>
          <p:cNvSpPr txBox="1"/>
          <p:nvPr/>
        </p:nvSpPr>
        <p:spPr>
          <a:xfrm>
            <a:off x="2582774" y="2848418"/>
            <a:ext cx="12409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+ 10 = 16</a:t>
            </a:r>
            <a:endParaRPr/>
          </a:p>
        </p:txBody>
      </p:sp>
      <p:sp>
        <p:nvSpPr>
          <p:cNvPr id="573" name="Google Shape;573;p17"/>
          <p:cNvSpPr txBox="1"/>
          <p:nvPr/>
        </p:nvSpPr>
        <p:spPr>
          <a:xfrm>
            <a:off x="2543322" y="3574735"/>
            <a:ext cx="13036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+ 6 = 16</a:t>
            </a:r>
            <a:endParaRPr/>
          </a:p>
        </p:txBody>
      </p:sp>
      <p:sp>
        <p:nvSpPr>
          <p:cNvPr id="574" name="Google Shape;574;p17"/>
          <p:cNvSpPr txBox="1"/>
          <p:nvPr/>
        </p:nvSpPr>
        <p:spPr>
          <a:xfrm>
            <a:off x="2570751" y="3952510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+ 12 = 16</a:t>
            </a:r>
            <a:endParaRPr/>
          </a:p>
        </p:txBody>
      </p:sp>
      <p:sp>
        <p:nvSpPr>
          <p:cNvPr id="575" name="Google Shape;575;p17"/>
          <p:cNvSpPr txBox="1"/>
          <p:nvPr/>
        </p:nvSpPr>
        <p:spPr>
          <a:xfrm>
            <a:off x="2531300" y="4678827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+ 4 = 16</a:t>
            </a:r>
            <a:endParaRPr/>
          </a:p>
        </p:txBody>
      </p:sp>
      <p:sp>
        <p:nvSpPr>
          <p:cNvPr id="576" name="Google Shape;576;p17"/>
          <p:cNvSpPr txBox="1"/>
          <p:nvPr/>
        </p:nvSpPr>
        <p:spPr>
          <a:xfrm>
            <a:off x="2597942" y="5113649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+ 4 = 16</a:t>
            </a:r>
            <a:endParaRPr/>
          </a:p>
        </p:txBody>
      </p:sp>
      <p:sp>
        <p:nvSpPr>
          <p:cNvPr id="577" name="Google Shape;577;p17"/>
          <p:cNvSpPr txBox="1"/>
          <p:nvPr/>
        </p:nvSpPr>
        <p:spPr>
          <a:xfrm>
            <a:off x="2558491" y="5839966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+ 12 = 16</a:t>
            </a:r>
            <a:endParaRPr/>
          </a:p>
        </p:txBody>
      </p:sp>
      <p:sp>
        <p:nvSpPr>
          <p:cNvPr id="578" name="Google Shape;578;p17"/>
          <p:cNvSpPr txBox="1"/>
          <p:nvPr/>
        </p:nvSpPr>
        <p:spPr>
          <a:xfrm>
            <a:off x="2628117" y="630103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+ 15 = 26</a:t>
            </a:r>
            <a:endParaRPr/>
          </a:p>
        </p:txBody>
      </p:sp>
      <p:sp>
        <p:nvSpPr>
          <p:cNvPr id="579" name="Google Shape;579;p17"/>
          <p:cNvSpPr txBox="1"/>
          <p:nvPr/>
        </p:nvSpPr>
        <p:spPr>
          <a:xfrm>
            <a:off x="2588666" y="7027348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+ 11 = 26</a:t>
            </a:r>
            <a:endParaRPr/>
          </a:p>
        </p:txBody>
      </p:sp>
      <p:sp>
        <p:nvSpPr>
          <p:cNvPr id="580" name="Google Shape;580;p17"/>
          <p:cNvSpPr txBox="1"/>
          <p:nvPr/>
        </p:nvSpPr>
        <p:spPr>
          <a:xfrm>
            <a:off x="2597942" y="7393724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 + 7 = 20</a:t>
            </a:r>
            <a:endParaRPr/>
          </a:p>
        </p:txBody>
      </p:sp>
      <p:sp>
        <p:nvSpPr>
          <p:cNvPr id="581" name="Google Shape;581;p17"/>
          <p:cNvSpPr txBox="1"/>
          <p:nvPr/>
        </p:nvSpPr>
        <p:spPr>
          <a:xfrm>
            <a:off x="2558491" y="8120041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+ 13 = 20</a:t>
            </a:r>
            <a:endParaRPr/>
          </a:p>
        </p:txBody>
      </p:sp>
      <p:sp>
        <p:nvSpPr>
          <p:cNvPr id="582" name="Google Shape;582;p17"/>
          <p:cNvSpPr txBox="1"/>
          <p:nvPr/>
        </p:nvSpPr>
        <p:spPr>
          <a:xfrm>
            <a:off x="2589999" y="8555138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+ 13 = 25</a:t>
            </a:r>
            <a:endParaRPr/>
          </a:p>
        </p:txBody>
      </p:sp>
      <p:sp>
        <p:nvSpPr>
          <p:cNvPr id="583" name="Google Shape;583;p17"/>
          <p:cNvSpPr txBox="1"/>
          <p:nvPr/>
        </p:nvSpPr>
        <p:spPr>
          <a:xfrm>
            <a:off x="2550548" y="9281455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+ 13 = 25</a:t>
            </a:r>
            <a:endParaRPr/>
          </a:p>
        </p:txBody>
      </p:sp>
      <p:sp>
        <p:nvSpPr>
          <p:cNvPr id="584" name="Google Shape;584;p17"/>
          <p:cNvSpPr txBox="1"/>
          <p:nvPr/>
        </p:nvSpPr>
        <p:spPr>
          <a:xfrm>
            <a:off x="6095224" y="1212277"/>
            <a:ext cx="10718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85" name="Google Shape;585;p17"/>
          <p:cNvSpPr txBox="1"/>
          <p:nvPr/>
        </p:nvSpPr>
        <p:spPr>
          <a:xfrm>
            <a:off x="5276611" y="1924137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586" name="Google Shape;586;p17"/>
          <p:cNvSpPr txBox="1"/>
          <p:nvPr/>
        </p:nvSpPr>
        <p:spPr>
          <a:xfrm>
            <a:off x="5261443" y="3097281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87" name="Google Shape;587;p17"/>
          <p:cNvSpPr txBox="1"/>
          <p:nvPr/>
        </p:nvSpPr>
        <p:spPr>
          <a:xfrm>
            <a:off x="5249420" y="4201373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88" name="Google Shape;588;p17"/>
          <p:cNvSpPr txBox="1"/>
          <p:nvPr/>
        </p:nvSpPr>
        <p:spPr>
          <a:xfrm>
            <a:off x="6135636" y="237208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9" name="Google Shape;589;p17"/>
          <p:cNvSpPr txBox="1"/>
          <p:nvPr/>
        </p:nvSpPr>
        <p:spPr>
          <a:xfrm>
            <a:off x="5268668" y="6495702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590" name="Google Shape;590;p17"/>
          <p:cNvSpPr txBox="1"/>
          <p:nvPr/>
        </p:nvSpPr>
        <p:spPr>
          <a:xfrm>
            <a:off x="4522649" y="5769777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91" name="Google Shape;591;p17"/>
          <p:cNvSpPr txBox="1"/>
          <p:nvPr/>
        </p:nvSpPr>
        <p:spPr>
          <a:xfrm>
            <a:off x="1827963" y="9237516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592" name="Google Shape;592;p17"/>
          <p:cNvSpPr txBox="1"/>
          <p:nvPr/>
        </p:nvSpPr>
        <p:spPr>
          <a:xfrm>
            <a:off x="1843664" y="8110458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7</a:t>
            </a:r>
            <a:endParaRPr/>
          </a:p>
        </p:txBody>
      </p:sp>
      <p:sp>
        <p:nvSpPr>
          <p:cNvPr id="593" name="Google Shape;593;p17"/>
          <p:cNvSpPr txBox="1"/>
          <p:nvPr/>
        </p:nvSpPr>
        <p:spPr>
          <a:xfrm>
            <a:off x="1832391" y="5801092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94" name="Google Shape;594;p17"/>
          <p:cNvSpPr txBox="1"/>
          <p:nvPr/>
        </p:nvSpPr>
        <p:spPr>
          <a:xfrm>
            <a:off x="1064726" y="4353850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95" name="Google Shape;595;p17"/>
          <p:cNvSpPr txBox="1"/>
          <p:nvPr/>
        </p:nvSpPr>
        <p:spPr>
          <a:xfrm>
            <a:off x="1109659" y="3234648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96" name="Google Shape;596;p17"/>
          <p:cNvSpPr txBox="1"/>
          <p:nvPr/>
        </p:nvSpPr>
        <p:spPr>
          <a:xfrm>
            <a:off x="1091861" y="6603734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597" name="Google Shape;597;p17"/>
          <p:cNvSpPr txBox="1"/>
          <p:nvPr/>
        </p:nvSpPr>
        <p:spPr>
          <a:xfrm>
            <a:off x="1843664" y="1746262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98" name="Google Shape;598;p17"/>
          <p:cNvSpPr txBox="1"/>
          <p:nvPr/>
        </p:nvSpPr>
        <p:spPr>
          <a:xfrm>
            <a:off x="1828479" y="1201941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sp>
        <p:nvSpPr>
          <p:cNvPr id="599" name="Google Shape;599;p17"/>
          <p:cNvSpPr txBox="1"/>
          <p:nvPr/>
        </p:nvSpPr>
        <p:spPr>
          <a:xfrm>
            <a:off x="5208297" y="7560390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600" name="Google Shape;600;p17"/>
          <p:cNvSpPr txBox="1"/>
          <p:nvPr/>
        </p:nvSpPr>
        <p:spPr>
          <a:xfrm>
            <a:off x="5249420" y="8709280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601" name="Google Shape;601;p17"/>
          <p:cNvSpPr txBox="1"/>
          <p:nvPr/>
        </p:nvSpPr>
        <p:spPr>
          <a:xfrm>
            <a:off x="4725671" y="8040335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602" name="Google Shape;602;p17"/>
          <p:cNvSpPr txBox="1"/>
          <p:nvPr/>
        </p:nvSpPr>
        <p:spPr>
          <a:xfrm>
            <a:off x="5975922" y="8040335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03" name="Google Shape;603;p17"/>
          <p:cNvSpPr txBox="1"/>
          <p:nvPr/>
        </p:nvSpPr>
        <p:spPr>
          <a:xfrm>
            <a:off x="4654730" y="9174686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604" name="Google Shape;604;p17"/>
          <p:cNvSpPr txBox="1"/>
          <p:nvPr/>
        </p:nvSpPr>
        <p:spPr>
          <a:xfrm>
            <a:off x="5754258" y="9172467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8"/>
          <p:cNvSpPr txBox="1"/>
          <p:nvPr/>
        </p:nvSpPr>
        <p:spPr>
          <a:xfrm>
            <a:off x="1109306" y="20060"/>
            <a:ext cx="128432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16 - I do…</a:t>
            </a:r>
            <a:endParaRPr/>
          </a:p>
        </p:txBody>
      </p:sp>
      <p:sp>
        <p:nvSpPr>
          <p:cNvPr id="610" name="Google Shape;610;p18"/>
          <p:cNvSpPr txBox="1"/>
          <p:nvPr/>
        </p:nvSpPr>
        <p:spPr>
          <a:xfrm>
            <a:off x="4581384" y="0"/>
            <a:ext cx="144462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17 - We do…</a:t>
            </a:r>
            <a:endParaRPr/>
          </a:p>
        </p:txBody>
      </p:sp>
      <p:sp>
        <p:nvSpPr>
          <p:cNvPr id="611" name="Google Shape;611;p18"/>
          <p:cNvSpPr/>
          <p:nvPr/>
        </p:nvSpPr>
        <p:spPr>
          <a:xfrm>
            <a:off x="177431" y="326336"/>
            <a:ext cx="3303791" cy="2133186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3536181" y="326336"/>
            <a:ext cx="3223173" cy="2133186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 txBox="1"/>
          <p:nvPr/>
        </p:nvSpPr>
        <p:spPr>
          <a:xfrm>
            <a:off x="492947" y="372797"/>
            <a:ext cx="23416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calculation is being shown on the number line?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 txBox="1"/>
          <p:nvPr/>
        </p:nvSpPr>
        <p:spPr>
          <a:xfrm>
            <a:off x="1109306" y="2467041"/>
            <a:ext cx="146867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18 - You do…</a:t>
            </a:r>
            <a:endParaRPr/>
          </a:p>
        </p:txBody>
      </p:sp>
      <p:sp>
        <p:nvSpPr>
          <p:cNvPr id="615" name="Google Shape;615;p18"/>
          <p:cNvSpPr txBox="1"/>
          <p:nvPr/>
        </p:nvSpPr>
        <p:spPr>
          <a:xfrm>
            <a:off x="4479784" y="2446776"/>
            <a:ext cx="146867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19 - You do…</a:t>
            </a:r>
            <a:endParaRPr/>
          </a:p>
        </p:txBody>
      </p:sp>
      <p:sp>
        <p:nvSpPr>
          <p:cNvPr id="616" name="Google Shape;616;p18"/>
          <p:cNvSpPr/>
          <p:nvPr/>
        </p:nvSpPr>
        <p:spPr>
          <a:xfrm>
            <a:off x="177431" y="2773317"/>
            <a:ext cx="3303791" cy="2133186"/>
          </a:xfrm>
          <a:prstGeom prst="rect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3536181" y="2773317"/>
            <a:ext cx="3223173" cy="2133186"/>
          </a:xfrm>
          <a:prstGeom prst="rect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8"/>
          <p:cNvSpPr txBox="1"/>
          <p:nvPr/>
        </p:nvSpPr>
        <p:spPr>
          <a:xfrm>
            <a:off x="1978880" y="4974453"/>
            <a:ext cx="36585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What calculation is being shown on the number line?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 txBox="1"/>
          <p:nvPr/>
        </p:nvSpPr>
        <p:spPr>
          <a:xfrm>
            <a:off x="208915" y="5515496"/>
            <a:ext cx="340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 txBox="1"/>
          <p:nvPr/>
        </p:nvSpPr>
        <p:spPr>
          <a:xfrm>
            <a:off x="3610812" y="5515496"/>
            <a:ext cx="3465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8"/>
          <p:cNvSpPr txBox="1"/>
          <p:nvPr/>
        </p:nvSpPr>
        <p:spPr>
          <a:xfrm>
            <a:off x="208915" y="6857243"/>
            <a:ext cx="33214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 txBox="1"/>
          <p:nvPr/>
        </p:nvSpPr>
        <p:spPr>
          <a:xfrm>
            <a:off x="3610812" y="6857243"/>
            <a:ext cx="3465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 txBox="1"/>
          <p:nvPr/>
        </p:nvSpPr>
        <p:spPr>
          <a:xfrm>
            <a:off x="208915" y="8261698"/>
            <a:ext cx="3433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 txBox="1"/>
          <p:nvPr/>
        </p:nvSpPr>
        <p:spPr>
          <a:xfrm>
            <a:off x="3610812" y="8261698"/>
            <a:ext cx="3151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177431" y="4955465"/>
            <a:ext cx="1761744" cy="308694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 txBox="1"/>
          <p:nvPr/>
        </p:nvSpPr>
        <p:spPr>
          <a:xfrm>
            <a:off x="4065670" y="372797"/>
            <a:ext cx="23416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calculation is being shown on the number line?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 txBox="1"/>
          <p:nvPr/>
        </p:nvSpPr>
        <p:spPr>
          <a:xfrm>
            <a:off x="492947" y="2930545"/>
            <a:ext cx="23416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calculation is being shown on the number line?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 txBox="1"/>
          <p:nvPr/>
        </p:nvSpPr>
        <p:spPr>
          <a:xfrm>
            <a:off x="4065670" y="2930545"/>
            <a:ext cx="23416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calculation is being shown on the number line?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320" y="1111550"/>
            <a:ext cx="2994763" cy="519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320" y="3613488"/>
            <a:ext cx="3142011" cy="6511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1" name="Google Shape;631;p18"/>
          <p:cNvGrpSpPr/>
          <p:nvPr/>
        </p:nvGrpSpPr>
        <p:grpSpPr>
          <a:xfrm>
            <a:off x="367429" y="1928142"/>
            <a:ext cx="2923791" cy="388212"/>
            <a:chOff x="258320" y="1806520"/>
            <a:chExt cx="2923791" cy="388212"/>
          </a:xfrm>
        </p:grpSpPr>
        <p:sp>
          <p:nvSpPr>
            <p:cNvPr id="632" name="Google Shape;632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8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36" name="Google Shape;636;p18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37" name="Google Shape;637;p18"/>
          <p:cNvGrpSpPr/>
          <p:nvPr/>
        </p:nvGrpSpPr>
        <p:grpSpPr>
          <a:xfrm>
            <a:off x="3752224" y="1944218"/>
            <a:ext cx="2923791" cy="388212"/>
            <a:chOff x="258320" y="1806520"/>
            <a:chExt cx="2923791" cy="388212"/>
          </a:xfrm>
        </p:grpSpPr>
        <p:sp>
          <p:nvSpPr>
            <p:cNvPr id="638" name="Google Shape;638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8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42" name="Google Shape;642;p18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43" name="Google Shape;643;p18"/>
          <p:cNvGrpSpPr/>
          <p:nvPr/>
        </p:nvGrpSpPr>
        <p:grpSpPr>
          <a:xfrm>
            <a:off x="367429" y="4410893"/>
            <a:ext cx="2923791" cy="388212"/>
            <a:chOff x="258320" y="1806520"/>
            <a:chExt cx="2923791" cy="388212"/>
          </a:xfrm>
        </p:grpSpPr>
        <p:sp>
          <p:nvSpPr>
            <p:cNvPr id="644" name="Google Shape;644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8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48" name="Google Shape;648;p18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49" name="Google Shape;649;p18"/>
          <p:cNvGrpSpPr/>
          <p:nvPr/>
        </p:nvGrpSpPr>
        <p:grpSpPr>
          <a:xfrm>
            <a:off x="3752224" y="4450748"/>
            <a:ext cx="2923791" cy="388212"/>
            <a:chOff x="258320" y="1806520"/>
            <a:chExt cx="2923791" cy="388212"/>
          </a:xfrm>
        </p:grpSpPr>
        <p:sp>
          <p:nvSpPr>
            <p:cNvPr id="650" name="Google Shape;650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18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54" name="Google Shape;654;p18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pic>
        <p:nvPicPr>
          <p:cNvPr id="655" name="Google Shape;655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19100" y="1057536"/>
            <a:ext cx="2851398" cy="663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51960" y="3457140"/>
            <a:ext cx="2940843" cy="798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20602" y="5455028"/>
            <a:ext cx="2695915" cy="648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33478" y="6919917"/>
            <a:ext cx="2693684" cy="760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86725" y="8314107"/>
            <a:ext cx="2740437" cy="773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873734" y="6875891"/>
            <a:ext cx="2699906" cy="623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1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25963" y="5506196"/>
            <a:ext cx="2694507" cy="590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006855" y="8383340"/>
            <a:ext cx="2705472" cy="532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3" name="Google Shape;663;p18"/>
          <p:cNvGrpSpPr/>
          <p:nvPr/>
        </p:nvGrpSpPr>
        <p:grpSpPr>
          <a:xfrm>
            <a:off x="520602" y="6230799"/>
            <a:ext cx="2695915" cy="388212"/>
            <a:chOff x="258320" y="1806520"/>
            <a:chExt cx="2923791" cy="388212"/>
          </a:xfrm>
        </p:grpSpPr>
        <p:sp>
          <p:nvSpPr>
            <p:cNvPr id="664" name="Google Shape;664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8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68" name="Google Shape;668;p18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69" name="Google Shape;669;p18"/>
          <p:cNvGrpSpPr/>
          <p:nvPr/>
        </p:nvGrpSpPr>
        <p:grpSpPr>
          <a:xfrm>
            <a:off x="3847451" y="6248042"/>
            <a:ext cx="2695915" cy="388212"/>
            <a:chOff x="258320" y="1806520"/>
            <a:chExt cx="2923791" cy="388212"/>
          </a:xfrm>
        </p:grpSpPr>
        <p:sp>
          <p:nvSpPr>
            <p:cNvPr id="670" name="Google Shape;670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8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74" name="Google Shape;674;p18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75" name="Google Shape;675;p18"/>
          <p:cNvGrpSpPr/>
          <p:nvPr/>
        </p:nvGrpSpPr>
        <p:grpSpPr>
          <a:xfrm>
            <a:off x="546885" y="7673950"/>
            <a:ext cx="2695915" cy="388212"/>
            <a:chOff x="258320" y="1806520"/>
            <a:chExt cx="2923791" cy="388212"/>
          </a:xfrm>
        </p:grpSpPr>
        <p:sp>
          <p:nvSpPr>
            <p:cNvPr id="676" name="Google Shape;676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8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80" name="Google Shape;680;p18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81" name="Google Shape;681;p18"/>
          <p:cNvGrpSpPr/>
          <p:nvPr/>
        </p:nvGrpSpPr>
        <p:grpSpPr>
          <a:xfrm>
            <a:off x="3873734" y="7691193"/>
            <a:ext cx="2695915" cy="388212"/>
            <a:chOff x="258320" y="1806520"/>
            <a:chExt cx="2923791" cy="388212"/>
          </a:xfrm>
        </p:grpSpPr>
        <p:sp>
          <p:nvSpPr>
            <p:cNvPr id="682" name="Google Shape;682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8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86" name="Google Shape;686;p18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87" name="Google Shape;687;p18"/>
          <p:cNvGrpSpPr/>
          <p:nvPr/>
        </p:nvGrpSpPr>
        <p:grpSpPr>
          <a:xfrm>
            <a:off x="461751" y="9150347"/>
            <a:ext cx="2695915" cy="388212"/>
            <a:chOff x="258320" y="1806520"/>
            <a:chExt cx="2923791" cy="388212"/>
          </a:xfrm>
        </p:grpSpPr>
        <p:sp>
          <p:nvSpPr>
            <p:cNvPr id="688" name="Google Shape;688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18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92" name="Google Shape;692;p18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93" name="Google Shape;693;p18"/>
          <p:cNvGrpSpPr/>
          <p:nvPr/>
        </p:nvGrpSpPr>
        <p:grpSpPr>
          <a:xfrm>
            <a:off x="3788600" y="9167590"/>
            <a:ext cx="2695915" cy="388212"/>
            <a:chOff x="258320" y="1806520"/>
            <a:chExt cx="2923791" cy="388212"/>
          </a:xfrm>
        </p:grpSpPr>
        <p:sp>
          <p:nvSpPr>
            <p:cNvPr id="694" name="Google Shape;694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18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98" name="Google Shape;698;p18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699" name="Google Shape;699;p18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0" name="Google Shape;700;p18"/>
          <p:cNvSpPr txBox="1"/>
          <p:nvPr/>
        </p:nvSpPr>
        <p:spPr>
          <a:xfrm>
            <a:off x="507201" y="1926161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01" name="Google Shape;701;p18"/>
          <p:cNvSpPr txBox="1"/>
          <p:nvPr/>
        </p:nvSpPr>
        <p:spPr>
          <a:xfrm>
            <a:off x="3824438" y="1993761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702" name="Google Shape;702;p18"/>
          <p:cNvSpPr txBox="1"/>
          <p:nvPr/>
        </p:nvSpPr>
        <p:spPr>
          <a:xfrm>
            <a:off x="1508101" y="1954430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03" name="Google Shape;703;p18"/>
          <p:cNvSpPr txBox="1"/>
          <p:nvPr/>
        </p:nvSpPr>
        <p:spPr>
          <a:xfrm>
            <a:off x="2464035" y="1932048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04" name="Google Shape;704;p18"/>
          <p:cNvSpPr txBox="1"/>
          <p:nvPr/>
        </p:nvSpPr>
        <p:spPr>
          <a:xfrm>
            <a:off x="4921919" y="1984492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05" name="Google Shape;705;p18"/>
          <p:cNvSpPr txBox="1"/>
          <p:nvPr/>
        </p:nvSpPr>
        <p:spPr>
          <a:xfrm>
            <a:off x="5904520" y="1969070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706" name="Google Shape;706;p18"/>
          <p:cNvSpPr txBox="1"/>
          <p:nvPr/>
        </p:nvSpPr>
        <p:spPr>
          <a:xfrm>
            <a:off x="458587" y="4440453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07" name="Google Shape;707;p18"/>
          <p:cNvSpPr txBox="1"/>
          <p:nvPr/>
        </p:nvSpPr>
        <p:spPr>
          <a:xfrm>
            <a:off x="1512819" y="4424083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08" name="Google Shape;708;p18"/>
          <p:cNvSpPr txBox="1"/>
          <p:nvPr/>
        </p:nvSpPr>
        <p:spPr>
          <a:xfrm>
            <a:off x="2483616" y="4439650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09" name="Google Shape;709;p18"/>
          <p:cNvSpPr txBox="1"/>
          <p:nvPr/>
        </p:nvSpPr>
        <p:spPr>
          <a:xfrm>
            <a:off x="3789505" y="4465432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710" name="Google Shape;710;p18"/>
          <p:cNvSpPr txBox="1"/>
          <p:nvPr/>
        </p:nvSpPr>
        <p:spPr>
          <a:xfrm>
            <a:off x="4886986" y="4456163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11" name="Google Shape;711;p18"/>
          <p:cNvSpPr txBox="1"/>
          <p:nvPr/>
        </p:nvSpPr>
        <p:spPr>
          <a:xfrm>
            <a:off x="5869587" y="4440741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12" name="Google Shape;712;p18"/>
          <p:cNvSpPr txBox="1"/>
          <p:nvPr/>
        </p:nvSpPr>
        <p:spPr>
          <a:xfrm>
            <a:off x="660218" y="6252279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13" name="Google Shape;713;p18"/>
          <p:cNvSpPr txBox="1"/>
          <p:nvPr/>
        </p:nvSpPr>
        <p:spPr>
          <a:xfrm>
            <a:off x="1579182" y="6259556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14" name="Google Shape;714;p18"/>
          <p:cNvSpPr txBox="1"/>
          <p:nvPr/>
        </p:nvSpPr>
        <p:spPr>
          <a:xfrm>
            <a:off x="2645502" y="6243126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15" name="Google Shape;715;p18"/>
          <p:cNvSpPr txBox="1"/>
          <p:nvPr/>
        </p:nvSpPr>
        <p:spPr>
          <a:xfrm>
            <a:off x="3996388" y="6241127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716" name="Google Shape;716;p18"/>
          <p:cNvSpPr txBox="1"/>
          <p:nvPr/>
        </p:nvSpPr>
        <p:spPr>
          <a:xfrm>
            <a:off x="4915352" y="624840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17" name="Google Shape;717;p18"/>
          <p:cNvSpPr txBox="1"/>
          <p:nvPr/>
        </p:nvSpPr>
        <p:spPr>
          <a:xfrm>
            <a:off x="5981672" y="623197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718" name="Google Shape;718;p18"/>
          <p:cNvSpPr txBox="1"/>
          <p:nvPr/>
        </p:nvSpPr>
        <p:spPr>
          <a:xfrm>
            <a:off x="660928" y="7701909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719" name="Google Shape;719;p18"/>
          <p:cNvSpPr txBox="1"/>
          <p:nvPr/>
        </p:nvSpPr>
        <p:spPr>
          <a:xfrm>
            <a:off x="1579892" y="7709186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20" name="Google Shape;720;p18"/>
          <p:cNvSpPr txBox="1"/>
          <p:nvPr/>
        </p:nvSpPr>
        <p:spPr>
          <a:xfrm>
            <a:off x="2646212" y="7692756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721" name="Google Shape;721;p18"/>
          <p:cNvSpPr txBox="1"/>
          <p:nvPr/>
        </p:nvSpPr>
        <p:spPr>
          <a:xfrm>
            <a:off x="4062628" y="7714638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722" name="Google Shape;722;p18"/>
          <p:cNvSpPr txBox="1"/>
          <p:nvPr/>
        </p:nvSpPr>
        <p:spPr>
          <a:xfrm>
            <a:off x="4981592" y="7721915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23" name="Google Shape;723;p18"/>
          <p:cNvSpPr txBox="1"/>
          <p:nvPr/>
        </p:nvSpPr>
        <p:spPr>
          <a:xfrm>
            <a:off x="6047912" y="7705485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724" name="Google Shape;724;p18"/>
          <p:cNvSpPr txBox="1"/>
          <p:nvPr/>
        </p:nvSpPr>
        <p:spPr>
          <a:xfrm>
            <a:off x="622505" y="9193099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725" name="Google Shape;725;p18"/>
          <p:cNvSpPr txBox="1"/>
          <p:nvPr/>
        </p:nvSpPr>
        <p:spPr>
          <a:xfrm>
            <a:off x="1541469" y="9200376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26" name="Google Shape;726;p18"/>
          <p:cNvSpPr txBox="1"/>
          <p:nvPr/>
        </p:nvSpPr>
        <p:spPr>
          <a:xfrm>
            <a:off x="2607789" y="9183946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727" name="Google Shape;727;p18"/>
          <p:cNvSpPr txBox="1"/>
          <p:nvPr/>
        </p:nvSpPr>
        <p:spPr>
          <a:xfrm>
            <a:off x="3923342" y="9187097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728" name="Google Shape;728;p18"/>
          <p:cNvSpPr txBox="1"/>
          <p:nvPr/>
        </p:nvSpPr>
        <p:spPr>
          <a:xfrm>
            <a:off x="4842306" y="919437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29" name="Google Shape;729;p18"/>
          <p:cNvSpPr txBox="1"/>
          <p:nvPr/>
        </p:nvSpPr>
        <p:spPr>
          <a:xfrm>
            <a:off x="5908626" y="917794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9"/>
          <p:cNvSpPr txBox="1"/>
          <p:nvPr/>
        </p:nvSpPr>
        <p:spPr>
          <a:xfrm>
            <a:off x="221752" y="172665"/>
            <a:ext cx="3385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9"/>
          <p:cNvSpPr txBox="1"/>
          <p:nvPr/>
        </p:nvSpPr>
        <p:spPr>
          <a:xfrm>
            <a:off x="3743389" y="169851"/>
            <a:ext cx="3465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9"/>
          <p:cNvSpPr txBox="1"/>
          <p:nvPr/>
        </p:nvSpPr>
        <p:spPr>
          <a:xfrm>
            <a:off x="279957" y="1552014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9"/>
          <p:cNvSpPr txBox="1"/>
          <p:nvPr/>
        </p:nvSpPr>
        <p:spPr>
          <a:xfrm>
            <a:off x="3754046" y="1552014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9"/>
          <p:cNvSpPr txBox="1"/>
          <p:nvPr/>
        </p:nvSpPr>
        <p:spPr>
          <a:xfrm>
            <a:off x="279957" y="3001607"/>
            <a:ext cx="3369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9"/>
          <p:cNvSpPr txBox="1"/>
          <p:nvPr/>
        </p:nvSpPr>
        <p:spPr>
          <a:xfrm>
            <a:off x="3754046" y="3001607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9"/>
          <p:cNvSpPr txBox="1"/>
          <p:nvPr/>
        </p:nvSpPr>
        <p:spPr>
          <a:xfrm>
            <a:off x="279957" y="4643988"/>
            <a:ext cx="3898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9"/>
          <p:cNvSpPr txBox="1"/>
          <p:nvPr/>
        </p:nvSpPr>
        <p:spPr>
          <a:xfrm>
            <a:off x="3754046" y="4643988"/>
            <a:ext cx="3465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9"/>
          <p:cNvSpPr txBox="1"/>
          <p:nvPr/>
        </p:nvSpPr>
        <p:spPr>
          <a:xfrm>
            <a:off x="279957" y="6391508"/>
            <a:ext cx="3481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9"/>
          <p:cNvSpPr txBox="1"/>
          <p:nvPr/>
        </p:nvSpPr>
        <p:spPr>
          <a:xfrm>
            <a:off x="3754046" y="6391508"/>
            <a:ext cx="3465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9"/>
          <p:cNvSpPr txBox="1"/>
          <p:nvPr/>
        </p:nvSpPr>
        <p:spPr>
          <a:xfrm>
            <a:off x="276751" y="8000528"/>
            <a:ext cx="3465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9"/>
          <p:cNvSpPr txBox="1"/>
          <p:nvPr/>
        </p:nvSpPr>
        <p:spPr>
          <a:xfrm>
            <a:off x="3750840" y="8000528"/>
            <a:ext cx="3193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6" name="Google Shape;746;p19"/>
          <p:cNvGrpSpPr/>
          <p:nvPr/>
        </p:nvGrpSpPr>
        <p:grpSpPr>
          <a:xfrm>
            <a:off x="351799" y="1047760"/>
            <a:ext cx="2695915" cy="388212"/>
            <a:chOff x="258320" y="1806520"/>
            <a:chExt cx="2923791" cy="388212"/>
          </a:xfrm>
        </p:grpSpPr>
        <p:sp>
          <p:nvSpPr>
            <p:cNvPr id="747" name="Google Shape;747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51" name="Google Shape;751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52" name="Google Shape;752;p19"/>
          <p:cNvGrpSpPr/>
          <p:nvPr/>
        </p:nvGrpSpPr>
        <p:grpSpPr>
          <a:xfrm>
            <a:off x="3750840" y="1065003"/>
            <a:ext cx="2695915" cy="388212"/>
            <a:chOff x="258320" y="1806520"/>
            <a:chExt cx="2923791" cy="388212"/>
          </a:xfrm>
        </p:grpSpPr>
        <p:sp>
          <p:nvSpPr>
            <p:cNvPr id="753" name="Google Shape;753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57" name="Google Shape;757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58" name="Google Shape;758;p19"/>
          <p:cNvGrpSpPr/>
          <p:nvPr/>
        </p:nvGrpSpPr>
        <p:grpSpPr>
          <a:xfrm>
            <a:off x="351799" y="2509735"/>
            <a:ext cx="2695915" cy="388212"/>
            <a:chOff x="258320" y="1806520"/>
            <a:chExt cx="2923791" cy="388212"/>
          </a:xfrm>
        </p:grpSpPr>
        <p:sp>
          <p:nvSpPr>
            <p:cNvPr id="759" name="Google Shape;759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63" name="Google Shape;763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64" name="Google Shape;764;p19"/>
          <p:cNvGrpSpPr/>
          <p:nvPr/>
        </p:nvGrpSpPr>
        <p:grpSpPr>
          <a:xfrm>
            <a:off x="3750840" y="2526978"/>
            <a:ext cx="2695915" cy="388212"/>
            <a:chOff x="258320" y="1806520"/>
            <a:chExt cx="2923791" cy="388212"/>
          </a:xfrm>
        </p:grpSpPr>
        <p:sp>
          <p:nvSpPr>
            <p:cNvPr id="765" name="Google Shape;765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69" name="Google Shape;769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70" name="Google Shape;770;p19"/>
          <p:cNvGrpSpPr/>
          <p:nvPr/>
        </p:nvGrpSpPr>
        <p:grpSpPr>
          <a:xfrm>
            <a:off x="351799" y="4075258"/>
            <a:ext cx="2695915" cy="388212"/>
            <a:chOff x="258320" y="1806520"/>
            <a:chExt cx="2923791" cy="388212"/>
          </a:xfrm>
        </p:grpSpPr>
        <p:sp>
          <p:nvSpPr>
            <p:cNvPr id="771" name="Google Shape;771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75" name="Google Shape;775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76" name="Google Shape;776;p19"/>
          <p:cNvGrpSpPr/>
          <p:nvPr/>
        </p:nvGrpSpPr>
        <p:grpSpPr>
          <a:xfrm>
            <a:off x="3750840" y="4092501"/>
            <a:ext cx="2695915" cy="388212"/>
            <a:chOff x="258320" y="1806520"/>
            <a:chExt cx="2923791" cy="388212"/>
          </a:xfrm>
        </p:grpSpPr>
        <p:sp>
          <p:nvSpPr>
            <p:cNvPr id="777" name="Google Shape;777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81" name="Google Shape;781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82" name="Google Shape;782;p19"/>
          <p:cNvGrpSpPr/>
          <p:nvPr/>
        </p:nvGrpSpPr>
        <p:grpSpPr>
          <a:xfrm>
            <a:off x="351799" y="5890401"/>
            <a:ext cx="2695915" cy="388212"/>
            <a:chOff x="258320" y="1806520"/>
            <a:chExt cx="2923791" cy="388212"/>
          </a:xfrm>
        </p:grpSpPr>
        <p:sp>
          <p:nvSpPr>
            <p:cNvPr id="783" name="Google Shape;783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87" name="Google Shape;787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88" name="Google Shape;788;p19"/>
          <p:cNvGrpSpPr/>
          <p:nvPr/>
        </p:nvGrpSpPr>
        <p:grpSpPr>
          <a:xfrm>
            <a:off x="3750840" y="5907644"/>
            <a:ext cx="2695915" cy="388212"/>
            <a:chOff x="258320" y="1806520"/>
            <a:chExt cx="2923791" cy="388212"/>
          </a:xfrm>
        </p:grpSpPr>
        <p:sp>
          <p:nvSpPr>
            <p:cNvPr id="789" name="Google Shape;789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93" name="Google Shape;793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94" name="Google Shape;794;p19"/>
          <p:cNvGrpSpPr/>
          <p:nvPr/>
        </p:nvGrpSpPr>
        <p:grpSpPr>
          <a:xfrm>
            <a:off x="351799" y="7491160"/>
            <a:ext cx="2695915" cy="388212"/>
            <a:chOff x="258320" y="1806520"/>
            <a:chExt cx="2923791" cy="388212"/>
          </a:xfrm>
        </p:grpSpPr>
        <p:sp>
          <p:nvSpPr>
            <p:cNvPr id="795" name="Google Shape;795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99" name="Google Shape;799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00" name="Google Shape;800;p19"/>
          <p:cNvGrpSpPr/>
          <p:nvPr/>
        </p:nvGrpSpPr>
        <p:grpSpPr>
          <a:xfrm>
            <a:off x="3750840" y="7508403"/>
            <a:ext cx="2695915" cy="388212"/>
            <a:chOff x="258320" y="1806520"/>
            <a:chExt cx="2923791" cy="388212"/>
          </a:xfrm>
        </p:grpSpPr>
        <p:sp>
          <p:nvSpPr>
            <p:cNvPr id="801" name="Google Shape;801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05" name="Google Shape;805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06" name="Google Shape;806;p19"/>
          <p:cNvGrpSpPr/>
          <p:nvPr/>
        </p:nvGrpSpPr>
        <p:grpSpPr>
          <a:xfrm>
            <a:off x="351799" y="9166512"/>
            <a:ext cx="2695915" cy="388212"/>
            <a:chOff x="258320" y="1806520"/>
            <a:chExt cx="2923791" cy="388212"/>
          </a:xfrm>
        </p:grpSpPr>
        <p:sp>
          <p:nvSpPr>
            <p:cNvPr id="807" name="Google Shape;807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11" name="Google Shape;811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12" name="Google Shape;812;p19"/>
          <p:cNvGrpSpPr/>
          <p:nvPr/>
        </p:nvGrpSpPr>
        <p:grpSpPr>
          <a:xfrm>
            <a:off x="3750840" y="9183755"/>
            <a:ext cx="2695915" cy="388212"/>
            <a:chOff x="258320" y="1806520"/>
            <a:chExt cx="2923791" cy="388212"/>
          </a:xfrm>
        </p:grpSpPr>
        <p:sp>
          <p:nvSpPr>
            <p:cNvPr id="813" name="Google Shape;813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19"/>
            <p:cNvSpPr txBox="1"/>
            <p:nvPr/>
          </p:nvSpPr>
          <p:spPr>
            <a:xfrm>
              <a:off x="852958" y="1806520"/>
              <a:ext cx="410690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17" name="Google Shape;817;p19"/>
            <p:cNvSpPr txBox="1"/>
            <p:nvPr/>
          </p:nvSpPr>
          <p:spPr>
            <a:xfrm>
              <a:off x="1870144" y="1825400"/>
              <a:ext cx="410690" cy="36933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pic>
        <p:nvPicPr>
          <p:cNvPr id="818" name="Google Shape;818;p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48433" y="257701"/>
            <a:ext cx="2569924" cy="61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1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750840" y="3441881"/>
            <a:ext cx="2684210" cy="549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19"/>
          <p:cNvPicPr preferRelativeResize="0"/>
          <p:nvPr/>
        </p:nvPicPr>
        <p:blipFill rotWithShape="1">
          <a:blip r:embed="rId22">
            <a:alphaModFix/>
          </a:blip>
          <a:srcRect b="0" l="0" r="0" t="25782"/>
          <a:stretch/>
        </p:blipFill>
        <p:spPr>
          <a:xfrm>
            <a:off x="4100616" y="344552"/>
            <a:ext cx="2089838" cy="49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1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39782" y="1851311"/>
            <a:ext cx="2234455" cy="57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1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750840" y="1794019"/>
            <a:ext cx="2619761" cy="624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1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14829" y="3401965"/>
            <a:ext cx="2545475" cy="598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1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14829" y="5163594"/>
            <a:ext cx="2622140" cy="65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1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3684485" y="5111134"/>
            <a:ext cx="3134450" cy="68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1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14829" y="6739491"/>
            <a:ext cx="2703528" cy="6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19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3750840" y="6763755"/>
            <a:ext cx="2721357" cy="62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19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276751" y="8462756"/>
            <a:ext cx="2826313" cy="674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19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3757101" y="8355322"/>
            <a:ext cx="2776867" cy="639331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19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1" name="Google Shape;831;p19"/>
          <p:cNvSpPr txBox="1"/>
          <p:nvPr/>
        </p:nvSpPr>
        <p:spPr>
          <a:xfrm>
            <a:off x="480064" y="1104967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832" name="Google Shape;832;p19"/>
          <p:cNvSpPr txBox="1"/>
          <p:nvPr/>
        </p:nvSpPr>
        <p:spPr>
          <a:xfrm>
            <a:off x="1399028" y="111224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33" name="Google Shape;833;p19"/>
          <p:cNvSpPr txBox="1"/>
          <p:nvPr/>
        </p:nvSpPr>
        <p:spPr>
          <a:xfrm>
            <a:off x="2465348" y="109581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834" name="Google Shape;834;p19"/>
          <p:cNvSpPr txBox="1"/>
          <p:nvPr/>
        </p:nvSpPr>
        <p:spPr>
          <a:xfrm>
            <a:off x="3816234" y="1093815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835" name="Google Shape;835;p19"/>
          <p:cNvSpPr txBox="1"/>
          <p:nvPr/>
        </p:nvSpPr>
        <p:spPr>
          <a:xfrm>
            <a:off x="4735198" y="1101092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36" name="Google Shape;836;p19"/>
          <p:cNvSpPr txBox="1"/>
          <p:nvPr/>
        </p:nvSpPr>
        <p:spPr>
          <a:xfrm>
            <a:off x="5801518" y="1084662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837" name="Google Shape;837;p19"/>
          <p:cNvSpPr txBox="1"/>
          <p:nvPr/>
        </p:nvSpPr>
        <p:spPr>
          <a:xfrm>
            <a:off x="480774" y="2554597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838" name="Google Shape;838;p19"/>
          <p:cNvSpPr txBox="1"/>
          <p:nvPr/>
        </p:nvSpPr>
        <p:spPr>
          <a:xfrm>
            <a:off x="1399738" y="256187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39" name="Google Shape;839;p19"/>
          <p:cNvSpPr txBox="1"/>
          <p:nvPr/>
        </p:nvSpPr>
        <p:spPr>
          <a:xfrm>
            <a:off x="2466058" y="254544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840" name="Google Shape;840;p19"/>
          <p:cNvSpPr txBox="1"/>
          <p:nvPr/>
        </p:nvSpPr>
        <p:spPr>
          <a:xfrm>
            <a:off x="3882474" y="2567326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841" name="Google Shape;841;p19"/>
          <p:cNvSpPr txBox="1"/>
          <p:nvPr/>
        </p:nvSpPr>
        <p:spPr>
          <a:xfrm>
            <a:off x="4801438" y="2574603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42" name="Google Shape;842;p19"/>
          <p:cNvSpPr txBox="1"/>
          <p:nvPr/>
        </p:nvSpPr>
        <p:spPr>
          <a:xfrm>
            <a:off x="5867758" y="2558173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843" name="Google Shape;843;p19"/>
          <p:cNvSpPr txBox="1"/>
          <p:nvPr/>
        </p:nvSpPr>
        <p:spPr>
          <a:xfrm>
            <a:off x="442351" y="4045787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844" name="Google Shape;844;p19"/>
          <p:cNvSpPr txBox="1"/>
          <p:nvPr/>
        </p:nvSpPr>
        <p:spPr>
          <a:xfrm>
            <a:off x="1361315" y="405306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45" name="Google Shape;845;p19"/>
          <p:cNvSpPr txBox="1"/>
          <p:nvPr/>
        </p:nvSpPr>
        <p:spPr>
          <a:xfrm>
            <a:off x="2427635" y="403663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846" name="Google Shape;846;p19"/>
          <p:cNvSpPr txBox="1"/>
          <p:nvPr/>
        </p:nvSpPr>
        <p:spPr>
          <a:xfrm>
            <a:off x="3743188" y="4039785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847" name="Google Shape;847;p19"/>
          <p:cNvSpPr txBox="1"/>
          <p:nvPr/>
        </p:nvSpPr>
        <p:spPr>
          <a:xfrm>
            <a:off x="4662152" y="4047062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48" name="Google Shape;848;p19"/>
          <p:cNvSpPr txBox="1"/>
          <p:nvPr/>
        </p:nvSpPr>
        <p:spPr>
          <a:xfrm>
            <a:off x="5728472" y="4030632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849" name="Google Shape;849;p19"/>
          <p:cNvSpPr txBox="1"/>
          <p:nvPr/>
        </p:nvSpPr>
        <p:spPr>
          <a:xfrm>
            <a:off x="480064" y="5925534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/>
          </a:p>
        </p:txBody>
      </p:sp>
      <p:sp>
        <p:nvSpPr>
          <p:cNvPr id="850" name="Google Shape;850;p19"/>
          <p:cNvSpPr txBox="1"/>
          <p:nvPr/>
        </p:nvSpPr>
        <p:spPr>
          <a:xfrm>
            <a:off x="1399028" y="5932811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51" name="Google Shape;851;p19"/>
          <p:cNvSpPr txBox="1"/>
          <p:nvPr/>
        </p:nvSpPr>
        <p:spPr>
          <a:xfrm>
            <a:off x="2465348" y="5916381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852" name="Google Shape;852;p19"/>
          <p:cNvSpPr txBox="1"/>
          <p:nvPr/>
        </p:nvSpPr>
        <p:spPr>
          <a:xfrm>
            <a:off x="3816234" y="5914382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853" name="Google Shape;853;p19"/>
          <p:cNvSpPr txBox="1"/>
          <p:nvPr/>
        </p:nvSpPr>
        <p:spPr>
          <a:xfrm>
            <a:off x="4735198" y="5921659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854" name="Google Shape;854;p19"/>
          <p:cNvSpPr txBox="1"/>
          <p:nvPr/>
        </p:nvSpPr>
        <p:spPr>
          <a:xfrm>
            <a:off x="5801518" y="5905229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55" name="Google Shape;855;p19"/>
          <p:cNvSpPr txBox="1"/>
          <p:nvPr/>
        </p:nvSpPr>
        <p:spPr>
          <a:xfrm>
            <a:off x="480774" y="7484348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/>
          </a:p>
        </p:txBody>
      </p:sp>
      <p:sp>
        <p:nvSpPr>
          <p:cNvPr id="856" name="Google Shape;856;p19"/>
          <p:cNvSpPr txBox="1"/>
          <p:nvPr/>
        </p:nvSpPr>
        <p:spPr>
          <a:xfrm>
            <a:off x="1399738" y="7491625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57" name="Google Shape;857;p19"/>
          <p:cNvSpPr txBox="1"/>
          <p:nvPr/>
        </p:nvSpPr>
        <p:spPr>
          <a:xfrm>
            <a:off x="2466058" y="7475195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</p:txBody>
      </p:sp>
      <p:sp>
        <p:nvSpPr>
          <p:cNvPr id="858" name="Google Shape;858;p19"/>
          <p:cNvSpPr txBox="1"/>
          <p:nvPr/>
        </p:nvSpPr>
        <p:spPr>
          <a:xfrm>
            <a:off x="3882474" y="7497077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endParaRPr/>
          </a:p>
        </p:txBody>
      </p:sp>
      <p:sp>
        <p:nvSpPr>
          <p:cNvPr id="859" name="Google Shape;859;p19"/>
          <p:cNvSpPr txBox="1"/>
          <p:nvPr/>
        </p:nvSpPr>
        <p:spPr>
          <a:xfrm>
            <a:off x="4801438" y="750435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60" name="Google Shape;860;p19"/>
          <p:cNvSpPr txBox="1"/>
          <p:nvPr/>
        </p:nvSpPr>
        <p:spPr>
          <a:xfrm>
            <a:off x="5867758" y="7487924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/>
          </a:p>
        </p:txBody>
      </p:sp>
      <p:sp>
        <p:nvSpPr>
          <p:cNvPr id="861" name="Google Shape;861;p19"/>
          <p:cNvSpPr txBox="1"/>
          <p:nvPr/>
        </p:nvSpPr>
        <p:spPr>
          <a:xfrm>
            <a:off x="442351" y="9166610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endParaRPr/>
          </a:p>
        </p:txBody>
      </p:sp>
      <p:sp>
        <p:nvSpPr>
          <p:cNvPr id="862" name="Google Shape;862;p19"/>
          <p:cNvSpPr txBox="1"/>
          <p:nvPr/>
        </p:nvSpPr>
        <p:spPr>
          <a:xfrm>
            <a:off x="1361315" y="9173887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63" name="Google Shape;863;p19"/>
          <p:cNvSpPr txBox="1"/>
          <p:nvPr/>
        </p:nvSpPr>
        <p:spPr>
          <a:xfrm>
            <a:off x="2427635" y="9157457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/>
          </a:p>
        </p:txBody>
      </p:sp>
      <p:sp>
        <p:nvSpPr>
          <p:cNvPr id="864" name="Google Shape;864;p19"/>
          <p:cNvSpPr txBox="1"/>
          <p:nvPr/>
        </p:nvSpPr>
        <p:spPr>
          <a:xfrm>
            <a:off x="3743188" y="9160608"/>
            <a:ext cx="540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74</a:t>
            </a:r>
            <a:endParaRPr/>
          </a:p>
        </p:txBody>
      </p:sp>
      <p:sp>
        <p:nvSpPr>
          <p:cNvPr id="865" name="Google Shape;865;p19"/>
          <p:cNvSpPr txBox="1"/>
          <p:nvPr/>
        </p:nvSpPr>
        <p:spPr>
          <a:xfrm>
            <a:off x="4662152" y="9167885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66" name="Google Shape;866;p19"/>
          <p:cNvSpPr txBox="1"/>
          <p:nvPr/>
        </p:nvSpPr>
        <p:spPr>
          <a:xfrm>
            <a:off x="5728472" y="9151455"/>
            <a:ext cx="5028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0"/>
          <p:cNvSpPr txBox="1"/>
          <p:nvPr/>
        </p:nvSpPr>
        <p:spPr>
          <a:xfrm>
            <a:off x="184006" y="78705"/>
            <a:ext cx="66739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What calculation is being shown on the number line? (Pay attention to the direction of the arrows)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"/>
          <p:cNvSpPr txBox="1"/>
          <p:nvPr/>
        </p:nvSpPr>
        <p:spPr>
          <a:xfrm>
            <a:off x="184006" y="518036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0"/>
          <p:cNvSpPr txBox="1"/>
          <p:nvPr/>
        </p:nvSpPr>
        <p:spPr>
          <a:xfrm>
            <a:off x="3445922" y="518036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0"/>
          <p:cNvSpPr txBox="1"/>
          <p:nvPr/>
        </p:nvSpPr>
        <p:spPr>
          <a:xfrm>
            <a:off x="184006" y="2004165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0"/>
          <p:cNvSpPr txBox="1"/>
          <p:nvPr/>
        </p:nvSpPr>
        <p:spPr>
          <a:xfrm>
            <a:off x="3445922" y="2004165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0"/>
          <p:cNvSpPr/>
          <p:nvPr/>
        </p:nvSpPr>
        <p:spPr>
          <a:xfrm>
            <a:off x="248849" y="1338262"/>
            <a:ext cx="261627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0"/>
          <p:cNvSpPr txBox="1"/>
          <p:nvPr/>
        </p:nvSpPr>
        <p:spPr>
          <a:xfrm>
            <a:off x="200712" y="3583469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0"/>
          <p:cNvSpPr txBox="1"/>
          <p:nvPr/>
        </p:nvSpPr>
        <p:spPr>
          <a:xfrm>
            <a:off x="3462628" y="3583469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0"/>
          <p:cNvSpPr txBox="1"/>
          <p:nvPr/>
        </p:nvSpPr>
        <p:spPr>
          <a:xfrm>
            <a:off x="248849" y="7950369"/>
            <a:ext cx="3369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0"/>
          <p:cNvSpPr txBox="1"/>
          <p:nvPr/>
        </p:nvSpPr>
        <p:spPr>
          <a:xfrm>
            <a:off x="3510765" y="7950369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0"/>
          <p:cNvSpPr txBox="1"/>
          <p:nvPr/>
        </p:nvSpPr>
        <p:spPr>
          <a:xfrm>
            <a:off x="200712" y="4967863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0"/>
          <p:cNvSpPr txBox="1"/>
          <p:nvPr/>
        </p:nvSpPr>
        <p:spPr>
          <a:xfrm>
            <a:off x="3462628" y="4967863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0"/>
          <p:cNvSpPr txBox="1"/>
          <p:nvPr/>
        </p:nvSpPr>
        <p:spPr>
          <a:xfrm>
            <a:off x="200712" y="6409009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0"/>
          <p:cNvSpPr txBox="1"/>
          <p:nvPr/>
        </p:nvSpPr>
        <p:spPr>
          <a:xfrm>
            <a:off x="3462628" y="6409009"/>
            <a:ext cx="2680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0"/>
          <p:cNvSpPr/>
          <p:nvPr/>
        </p:nvSpPr>
        <p:spPr>
          <a:xfrm>
            <a:off x="3813892" y="1339814"/>
            <a:ext cx="272295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0"/>
          <p:cNvSpPr/>
          <p:nvPr/>
        </p:nvSpPr>
        <p:spPr>
          <a:xfrm>
            <a:off x="248849" y="2964145"/>
            <a:ext cx="261627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0"/>
          <p:cNvSpPr/>
          <p:nvPr/>
        </p:nvSpPr>
        <p:spPr>
          <a:xfrm>
            <a:off x="3813892" y="2964145"/>
            <a:ext cx="272295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0"/>
          <p:cNvSpPr/>
          <p:nvPr/>
        </p:nvSpPr>
        <p:spPr>
          <a:xfrm>
            <a:off x="248849" y="4340058"/>
            <a:ext cx="261627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0"/>
          <p:cNvSpPr/>
          <p:nvPr/>
        </p:nvSpPr>
        <p:spPr>
          <a:xfrm>
            <a:off x="3805419" y="4340058"/>
            <a:ext cx="272295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0"/>
          <p:cNvSpPr/>
          <p:nvPr/>
        </p:nvSpPr>
        <p:spPr>
          <a:xfrm>
            <a:off x="248849" y="5814566"/>
            <a:ext cx="261627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0"/>
          <p:cNvSpPr/>
          <p:nvPr/>
        </p:nvSpPr>
        <p:spPr>
          <a:xfrm>
            <a:off x="3805419" y="5814566"/>
            <a:ext cx="272295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0"/>
          <p:cNvSpPr/>
          <p:nvPr/>
        </p:nvSpPr>
        <p:spPr>
          <a:xfrm>
            <a:off x="248850" y="7407648"/>
            <a:ext cx="261627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"/>
          <p:cNvSpPr/>
          <p:nvPr/>
        </p:nvSpPr>
        <p:spPr>
          <a:xfrm>
            <a:off x="3800655" y="7407648"/>
            <a:ext cx="272295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0"/>
          <p:cNvSpPr/>
          <p:nvPr/>
        </p:nvSpPr>
        <p:spPr>
          <a:xfrm>
            <a:off x="248849" y="9001945"/>
            <a:ext cx="261627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0"/>
          <p:cNvSpPr/>
          <p:nvPr/>
        </p:nvSpPr>
        <p:spPr>
          <a:xfrm>
            <a:off x="3800655" y="9001945"/>
            <a:ext cx="2722952" cy="534662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6" name="Google Shape;896;p20"/>
          <p:cNvPicPr preferRelativeResize="0"/>
          <p:nvPr/>
        </p:nvPicPr>
        <p:blipFill rotWithShape="1">
          <a:blip r:embed="rId3">
            <a:alphaModFix/>
          </a:blip>
          <a:srcRect b="0" l="0" r="0" t="18776"/>
          <a:stretch/>
        </p:blipFill>
        <p:spPr>
          <a:xfrm>
            <a:off x="289589" y="730010"/>
            <a:ext cx="2616272" cy="589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2513" y="603075"/>
            <a:ext cx="2930526" cy="646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712" y="2289223"/>
            <a:ext cx="2794029" cy="610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2451" y="2276008"/>
            <a:ext cx="2724393" cy="654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0270" y="3800145"/>
            <a:ext cx="2674911" cy="489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05419" y="3714106"/>
            <a:ext cx="2786715" cy="53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3337" y="5172261"/>
            <a:ext cx="2322794" cy="609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12451" y="5169353"/>
            <a:ext cx="2741387" cy="589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52356" y="6791430"/>
            <a:ext cx="2539571" cy="50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12451" y="6762531"/>
            <a:ext cx="1997596" cy="56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32758" y="8360435"/>
            <a:ext cx="2559169" cy="600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812451" y="8223388"/>
            <a:ext cx="2783611" cy="69067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20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9" name="Google Shape;909;p20"/>
          <p:cNvSpPr txBox="1"/>
          <p:nvPr/>
        </p:nvSpPr>
        <p:spPr>
          <a:xfrm>
            <a:off x="488898" y="1416729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– 31 = 5</a:t>
            </a:r>
            <a:endParaRPr/>
          </a:p>
        </p:txBody>
      </p:sp>
      <p:sp>
        <p:nvSpPr>
          <p:cNvPr id="910" name="Google Shape;910;p20"/>
          <p:cNvSpPr txBox="1"/>
          <p:nvPr/>
        </p:nvSpPr>
        <p:spPr>
          <a:xfrm>
            <a:off x="4024992" y="1416729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+ 6 = 24</a:t>
            </a:r>
            <a:endParaRPr/>
          </a:p>
        </p:txBody>
      </p:sp>
      <p:sp>
        <p:nvSpPr>
          <p:cNvPr id="911" name="Google Shape;911;p20"/>
          <p:cNvSpPr txBox="1"/>
          <p:nvPr/>
        </p:nvSpPr>
        <p:spPr>
          <a:xfrm>
            <a:off x="397685" y="3013765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 + 7 = 30</a:t>
            </a:r>
            <a:endParaRPr/>
          </a:p>
        </p:txBody>
      </p:sp>
      <p:sp>
        <p:nvSpPr>
          <p:cNvPr id="912" name="Google Shape;912;p20"/>
          <p:cNvSpPr txBox="1"/>
          <p:nvPr/>
        </p:nvSpPr>
        <p:spPr>
          <a:xfrm>
            <a:off x="4024992" y="3058885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+ 5 = 35</a:t>
            </a:r>
            <a:endParaRPr/>
          </a:p>
        </p:txBody>
      </p:sp>
      <p:sp>
        <p:nvSpPr>
          <p:cNvPr id="913" name="Google Shape;913;p20"/>
          <p:cNvSpPr txBox="1"/>
          <p:nvPr/>
        </p:nvSpPr>
        <p:spPr>
          <a:xfrm>
            <a:off x="397685" y="4434108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 – 5 = 30</a:t>
            </a:r>
            <a:endParaRPr/>
          </a:p>
        </p:txBody>
      </p:sp>
      <p:sp>
        <p:nvSpPr>
          <p:cNvPr id="914" name="Google Shape;914;p20"/>
          <p:cNvSpPr txBox="1"/>
          <p:nvPr/>
        </p:nvSpPr>
        <p:spPr>
          <a:xfrm>
            <a:off x="4024992" y="4461261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 + 8 = 42</a:t>
            </a:r>
            <a:endParaRPr/>
          </a:p>
        </p:txBody>
      </p:sp>
      <p:sp>
        <p:nvSpPr>
          <p:cNvPr id="915" name="Google Shape;915;p20"/>
          <p:cNvSpPr txBox="1"/>
          <p:nvPr/>
        </p:nvSpPr>
        <p:spPr>
          <a:xfrm>
            <a:off x="431853" y="5883135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 – 6 = 36</a:t>
            </a:r>
            <a:endParaRPr/>
          </a:p>
        </p:txBody>
      </p:sp>
      <p:sp>
        <p:nvSpPr>
          <p:cNvPr id="916" name="Google Shape;916;p20"/>
          <p:cNvSpPr txBox="1"/>
          <p:nvPr/>
        </p:nvSpPr>
        <p:spPr>
          <a:xfrm>
            <a:off x="3974386" y="5867913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 – 7 = 47</a:t>
            </a:r>
            <a:endParaRPr/>
          </a:p>
        </p:txBody>
      </p:sp>
      <p:sp>
        <p:nvSpPr>
          <p:cNvPr id="917" name="Google Shape;917;p20"/>
          <p:cNvSpPr txBox="1"/>
          <p:nvPr/>
        </p:nvSpPr>
        <p:spPr>
          <a:xfrm>
            <a:off x="407595" y="7513798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 + 10 = 62</a:t>
            </a:r>
            <a:endParaRPr/>
          </a:p>
        </p:txBody>
      </p:sp>
      <p:sp>
        <p:nvSpPr>
          <p:cNvPr id="918" name="Google Shape;918;p20"/>
          <p:cNvSpPr txBox="1"/>
          <p:nvPr/>
        </p:nvSpPr>
        <p:spPr>
          <a:xfrm>
            <a:off x="3879150" y="7460816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70 - 5 = 65</a:t>
            </a:r>
            <a:endParaRPr/>
          </a:p>
        </p:txBody>
      </p:sp>
      <p:sp>
        <p:nvSpPr>
          <p:cNvPr id="919" name="Google Shape;919;p20"/>
          <p:cNvSpPr txBox="1"/>
          <p:nvPr/>
        </p:nvSpPr>
        <p:spPr>
          <a:xfrm>
            <a:off x="352356" y="9096859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75 - 7 = 68</a:t>
            </a:r>
            <a:endParaRPr/>
          </a:p>
        </p:txBody>
      </p:sp>
      <p:sp>
        <p:nvSpPr>
          <p:cNvPr id="920" name="Google Shape;920;p20"/>
          <p:cNvSpPr txBox="1"/>
          <p:nvPr/>
        </p:nvSpPr>
        <p:spPr>
          <a:xfrm>
            <a:off x="3887076" y="9067504"/>
            <a:ext cx="227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 + 10 = 80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5" name="Google Shape;925;p21"/>
          <p:cNvGraphicFramePr/>
          <p:nvPr/>
        </p:nvGraphicFramePr>
        <p:xfrm>
          <a:off x="243090" y="2369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{37A9B226-EC1C-49DB-802A-8CD72AF768CC}</a:tableStyleId>
              </a:tblPr>
              <a:tblGrid>
                <a:gridCol w="3198575"/>
                <a:gridCol w="3198575"/>
              </a:tblGrid>
              <a:tr h="285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Subtraction Fact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5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26" name="Google Shape;926;p21"/>
          <p:cNvGrpSpPr/>
          <p:nvPr/>
        </p:nvGrpSpPr>
        <p:grpSpPr>
          <a:xfrm>
            <a:off x="320123" y="1051613"/>
            <a:ext cx="2951480" cy="1095715"/>
            <a:chOff x="295409" y="1681063"/>
            <a:chExt cx="2951480" cy="1095715"/>
          </a:xfrm>
        </p:grpSpPr>
        <p:sp>
          <p:nvSpPr>
            <p:cNvPr id="927" name="Google Shape;927;p21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21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21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21"/>
            <p:cNvSpPr/>
            <p:nvPr/>
          </p:nvSpPr>
          <p:spPr>
            <a:xfrm>
              <a:off x="1041776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31" name="Google Shape;931;p21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2" name="Google Shape;932;p21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33" name="Google Shape;933;p21"/>
          <p:cNvGrpSpPr/>
          <p:nvPr/>
        </p:nvGrpSpPr>
        <p:grpSpPr>
          <a:xfrm>
            <a:off x="3699424" y="1156840"/>
            <a:ext cx="2715280" cy="990488"/>
            <a:chOff x="60434" y="4991469"/>
            <a:chExt cx="2147857" cy="585005"/>
          </a:xfrm>
        </p:grpSpPr>
        <p:sp>
          <p:nvSpPr>
            <p:cNvPr id="934" name="Google Shape;934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21"/>
            <p:cNvSpPr/>
            <p:nvPr/>
          </p:nvSpPr>
          <p:spPr>
            <a:xfrm>
              <a:off x="60434" y="5280836"/>
              <a:ext cx="58458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21"/>
            <p:cNvSpPr/>
            <p:nvPr/>
          </p:nvSpPr>
          <p:spPr>
            <a:xfrm>
              <a:off x="645014" y="5281001"/>
              <a:ext cx="156327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7" name="Google Shape;937;p21"/>
          <p:cNvSpPr txBox="1"/>
          <p:nvPr/>
        </p:nvSpPr>
        <p:spPr>
          <a:xfrm>
            <a:off x="2887220" y="-2943"/>
            <a:ext cx="128432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20 - I do…</a:t>
            </a:r>
            <a:endParaRPr/>
          </a:p>
        </p:txBody>
      </p:sp>
      <p:sp>
        <p:nvSpPr>
          <p:cNvPr id="938" name="Google Shape;938;p21"/>
          <p:cNvSpPr txBox="1"/>
          <p:nvPr/>
        </p:nvSpPr>
        <p:spPr>
          <a:xfrm>
            <a:off x="284690" y="512745"/>
            <a:ext cx="29869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in the blanks and write in the subtraction facts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1"/>
          <p:cNvSpPr txBox="1"/>
          <p:nvPr/>
        </p:nvSpPr>
        <p:spPr>
          <a:xfrm>
            <a:off x="3493315" y="569254"/>
            <a:ext cx="29869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subtraction facts to fill in the bar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40" name="Google Shape;940;p21"/>
          <p:cNvGraphicFramePr/>
          <p:nvPr/>
        </p:nvGraphicFramePr>
        <p:xfrm>
          <a:off x="243090" y="25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{37A9B226-EC1C-49DB-802A-8CD72AF768CC}</a:tableStyleId>
              </a:tblPr>
              <a:tblGrid>
                <a:gridCol w="3198575"/>
                <a:gridCol w="3198575"/>
              </a:tblGrid>
              <a:tr h="285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Subtraction Fact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5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41" name="Google Shape;941;p21"/>
          <p:cNvGrpSpPr/>
          <p:nvPr/>
        </p:nvGrpSpPr>
        <p:grpSpPr>
          <a:xfrm>
            <a:off x="320123" y="3394870"/>
            <a:ext cx="2951480" cy="1095715"/>
            <a:chOff x="295409" y="1681063"/>
            <a:chExt cx="2951480" cy="1095715"/>
          </a:xfrm>
        </p:grpSpPr>
        <p:sp>
          <p:nvSpPr>
            <p:cNvPr id="942" name="Google Shape;942;p21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21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21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21"/>
            <p:cNvSpPr/>
            <p:nvPr/>
          </p:nvSpPr>
          <p:spPr>
            <a:xfrm>
              <a:off x="102902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6" name="Google Shape;946;p21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7" name="Google Shape;947;p21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48" name="Google Shape;948;p21"/>
          <p:cNvGrpSpPr/>
          <p:nvPr/>
        </p:nvGrpSpPr>
        <p:grpSpPr>
          <a:xfrm>
            <a:off x="3699424" y="3500097"/>
            <a:ext cx="2715280" cy="990488"/>
            <a:chOff x="60434" y="4991469"/>
            <a:chExt cx="2147857" cy="585005"/>
          </a:xfrm>
        </p:grpSpPr>
        <p:sp>
          <p:nvSpPr>
            <p:cNvPr id="949" name="Google Shape;949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21"/>
            <p:cNvSpPr/>
            <p:nvPr/>
          </p:nvSpPr>
          <p:spPr>
            <a:xfrm>
              <a:off x="60434" y="5280836"/>
              <a:ext cx="84480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21"/>
            <p:cNvSpPr/>
            <p:nvPr/>
          </p:nvSpPr>
          <p:spPr>
            <a:xfrm>
              <a:off x="905238" y="5281001"/>
              <a:ext cx="130305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2" name="Google Shape;952;p21"/>
          <p:cNvSpPr txBox="1"/>
          <p:nvPr/>
        </p:nvSpPr>
        <p:spPr>
          <a:xfrm>
            <a:off x="2864507" y="2259663"/>
            <a:ext cx="144462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21 - We do…</a:t>
            </a:r>
            <a:endParaRPr/>
          </a:p>
        </p:txBody>
      </p:sp>
      <p:sp>
        <p:nvSpPr>
          <p:cNvPr id="953" name="Google Shape;953;p21"/>
          <p:cNvSpPr txBox="1"/>
          <p:nvPr/>
        </p:nvSpPr>
        <p:spPr>
          <a:xfrm>
            <a:off x="284690" y="2856002"/>
            <a:ext cx="29869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in the blanks and write in the subtraction facts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1"/>
          <p:cNvSpPr txBox="1"/>
          <p:nvPr/>
        </p:nvSpPr>
        <p:spPr>
          <a:xfrm>
            <a:off x="3493315" y="2912511"/>
            <a:ext cx="29869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subtraction facts to fill in the bar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1"/>
          <p:cNvSpPr txBox="1"/>
          <p:nvPr/>
        </p:nvSpPr>
        <p:spPr>
          <a:xfrm>
            <a:off x="2838859" y="4666489"/>
            <a:ext cx="149592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22 – You do…</a:t>
            </a:r>
            <a:endParaRPr/>
          </a:p>
        </p:txBody>
      </p:sp>
      <p:graphicFrame>
        <p:nvGraphicFramePr>
          <p:cNvPr id="956" name="Google Shape;956;p21"/>
          <p:cNvGraphicFramePr/>
          <p:nvPr/>
        </p:nvGraphicFramePr>
        <p:xfrm>
          <a:off x="243090" y="49484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{37A9B226-EC1C-49DB-802A-8CD72AF768CC}</a:tableStyleId>
              </a:tblPr>
              <a:tblGrid>
                <a:gridCol w="3198575"/>
                <a:gridCol w="3198575"/>
              </a:tblGrid>
              <a:tr h="285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Subtraction Fact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5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57" name="Google Shape;957;p21"/>
          <p:cNvGrpSpPr/>
          <p:nvPr/>
        </p:nvGrpSpPr>
        <p:grpSpPr>
          <a:xfrm>
            <a:off x="320123" y="5763175"/>
            <a:ext cx="2951480" cy="1095715"/>
            <a:chOff x="295409" y="1681063"/>
            <a:chExt cx="2951480" cy="1095715"/>
          </a:xfrm>
        </p:grpSpPr>
        <p:sp>
          <p:nvSpPr>
            <p:cNvPr id="958" name="Google Shape;958;p21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21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21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21"/>
            <p:cNvSpPr/>
            <p:nvPr/>
          </p:nvSpPr>
          <p:spPr>
            <a:xfrm>
              <a:off x="1057016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2" name="Google Shape;962;p21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" name="Google Shape;963;p21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4" name="Google Shape;964;p21"/>
          <p:cNvGrpSpPr/>
          <p:nvPr/>
        </p:nvGrpSpPr>
        <p:grpSpPr>
          <a:xfrm>
            <a:off x="3699424" y="5868402"/>
            <a:ext cx="2715280" cy="990488"/>
            <a:chOff x="60434" y="4991469"/>
            <a:chExt cx="2147857" cy="585005"/>
          </a:xfrm>
        </p:grpSpPr>
        <p:sp>
          <p:nvSpPr>
            <p:cNvPr id="965" name="Google Shape;965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21"/>
            <p:cNvSpPr/>
            <p:nvPr/>
          </p:nvSpPr>
          <p:spPr>
            <a:xfrm>
              <a:off x="60434" y="5280836"/>
              <a:ext cx="84480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21"/>
            <p:cNvSpPr/>
            <p:nvPr/>
          </p:nvSpPr>
          <p:spPr>
            <a:xfrm>
              <a:off x="905238" y="5281001"/>
              <a:ext cx="130305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8" name="Google Shape;968;p21"/>
          <p:cNvSpPr txBox="1"/>
          <p:nvPr/>
        </p:nvSpPr>
        <p:spPr>
          <a:xfrm>
            <a:off x="284690" y="5224307"/>
            <a:ext cx="298691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in the blanks and write in the subtraction facts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1"/>
          <p:cNvSpPr txBox="1"/>
          <p:nvPr/>
        </p:nvSpPr>
        <p:spPr>
          <a:xfrm>
            <a:off x="3493315" y="5280816"/>
            <a:ext cx="29869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subtraction facts to fill in the bar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1"/>
          <p:cNvSpPr/>
          <p:nvPr/>
        </p:nvSpPr>
        <p:spPr>
          <a:xfrm>
            <a:off x="243090" y="7097586"/>
            <a:ext cx="1761744" cy="308694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1"/>
          <p:cNvSpPr txBox="1"/>
          <p:nvPr/>
        </p:nvSpPr>
        <p:spPr>
          <a:xfrm>
            <a:off x="1818971" y="7175448"/>
            <a:ext cx="40975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Write in the subtraction facts and fill in the blanks.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2" name="Google Shape;972;p21"/>
          <p:cNvGraphicFramePr/>
          <p:nvPr/>
        </p:nvGraphicFramePr>
        <p:xfrm>
          <a:off x="218376" y="75159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{37A9B226-EC1C-49DB-802A-8CD72AF768CC}</a:tableStyleId>
              </a:tblPr>
              <a:tblGrid>
                <a:gridCol w="794875"/>
                <a:gridCol w="3200400"/>
                <a:gridCol w="2401875"/>
              </a:tblGrid>
              <a:tr h="18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Subtraction Fact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73" name="Google Shape;973;p21"/>
          <p:cNvGrpSpPr/>
          <p:nvPr/>
        </p:nvGrpSpPr>
        <p:grpSpPr>
          <a:xfrm>
            <a:off x="1092737" y="8119889"/>
            <a:ext cx="2951480" cy="1095715"/>
            <a:chOff x="295409" y="1681063"/>
            <a:chExt cx="2951480" cy="1095715"/>
          </a:xfrm>
        </p:grpSpPr>
        <p:sp>
          <p:nvSpPr>
            <p:cNvPr id="974" name="Google Shape;974;p21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21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21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21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8" name="Google Shape;978;p21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9" name="Google Shape;979;p21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0" name="Google Shape;980;p21"/>
          <p:cNvGrpSpPr/>
          <p:nvPr/>
        </p:nvGrpSpPr>
        <p:grpSpPr>
          <a:xfrm>
            <a:off x="4487448" y="8229762"/>
            <a:ext cx="1968066" cy="901792"/>
            <a:chOff x="60433" y="4991469"/>
            <a:chExt cx="2147857" cy="585005"/>
          </a:xfrm>
        </p:grpSpPr>
        <p:sp>
          <p:nvSpPr>
            <p:cNvPr id="981" name="Google Shape;981;p21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21"/>
            <p:cNvSpPr/>
            <p:nvPr/>
          </p:nvSpPr>
          <p:spPr>
            <a:xfrm>
              <a:off x="60433" y="5280836"/>
              <a:ext cx="105091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21"/>
            <p:cNvSpPr/>
            <p:nvPr/>
          </p:nvSpPr>
          <p:spPr>
            <a:xfrm>
              <a:off x="1111349" y="5281001"/>
              <a:ext cx="109694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4" name="Google Shape;984;p21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85" name="Google Shape;985;p21"/>
          <p:cNvSpPr txBox="1"/>
          <p:nvPr/>
        </p:nvSpPr>
        <p:spPr>
          <a:xfrm>
            <a:off x="1808786" y="1058411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+ 1 = 5</a:t>
            </a:r>
            <a:endParaRPr/>
          </a:p>
        </p:txBody>
      </p:sp>
      <p:sp>
        <p:nvSpPr>
          <p:cNvPr id="986" name="Google Shape;986;p21"/>
          <p:cNvSpPr txBox="1"/>
          <p:nvPr/>
        </p:nvSpPr>
        <p:spPr>
          <a:xfrm>
            <a:off x="1769335" y="1784728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+ 4 = 5</a:t>
            </a:r>
            <a:endParaRPr/>
          </a:p>
        </p:txBody>
      </p:sp>
      <p:sp>
        <p:nvSpPr>
          <p:cNvPr id="987" name="Google Shape;987;p21"/>
          <p:cNvSpPr txBox="1"/>
          <p:nvPr/>
        </p:nvSpPr>
        <p:spPr>
          <a:xfrm>
            <a:off x="1039323" y="1748051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sp>
        <p:nvSpPr>
          <p:cNvPr id="988" name="Google Shape;988;p21"/>
          <p:cNvSpPr txBox="1"/>
          <p:nvPr/>
        </p:nvSpPr>
        <p:spPr>
          <a:xfrm>
            <a:off x="1823054" y="3366191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+ 3 = 7</a:t>
            </a:r>
            <a:endParaRPr/>
          </a:p>
        </p:txBody>
      </p:sp>
      <p:sp>
        <p:nvSpPr>
          <p:cNvPr id="989" name="Google Shape;989;p21"/>
          <p:cNvSpPr txBox="1"/>
          <p:nvPr/>
        </p:nvSpPr>
        <p:spPr>
          <a:xfrm>
            <a:off x="1783603" y="4092508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+ 4 = 7</a:t>
            </a:r>
            <a:endParaRPr/>
          </a:p>
        </p:txBody>
      </p:sp>
      <p:sp>
        <p:nvSpPr>
          <p:cNvPr id="990" name="Google Shape;990;p21"/>
          <p:cNvSpPr txBox="1"/>
          <p:nvPr/>
        </p:nvSpPr>
        <p:spPr>
          <a:xfrm>
            <a:off x="1039323" y="3374176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991" name="Google Shape;991;p21"/>
          <p:cNvSpPr txBox="1"/>
          <p:nvPr/>
        </p:nvSpPr>
        <p:spPr>
          <a:xfrm>
            <a:off x="1834766" y="5794211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+ 6 = 10</a:t>
            </a:r>
            <a:endParaRPr/>
          </a:p>
        </p:txBody>
      </p:sp>
      <p:sp>
        <p:nvSpPr>
          <p:cNvPr id="992" name="Google Shape;992;p21"/>
          <p:cNvSpPr txBox="1"/>
          <p:nvPr/>
        </p:nvSpPr>
        <p:spPr>
          <a:xfrm>
            <a:off x="1795315" y="6520528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+ 4 = 10</a:t>
            </a:r>
            <a:endParaRPr/>
          </a:p>
        </p:txBody>
      </p:sp>
      <p:sp>
        <p:nvSpPr>
          <p:cNvPr id="993" name="Google Shape;993;p21"/>
          <p:cNvSpPr txBox="1"/>
          <p:nvPr/>
        </p:nvSpPr>
        <p:spPr>
          <a:xfrm>
            <a:off x="1053425" y="5775350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994" name="Google Shape;994;p21"/>
          <p:cNvSpPr txBox="1"/>
          <p:nvPr/>
        </p:nvSpPr>
        <p:spPr>
          <a:xfrm>
            <a:off x="2522887" y="8080239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+ 2 = 4</a:t>
            </a:r>
            <a:endParaRPr/>
          </a:p>
        </p:txBody>
      </p:sp>
      <p:sp>
        <p:nvSpPr>
          <p:cNvPr id="995" name="Google Shape;995;p21"/>
          <p:cNvSpPr txBox="1"/>
          <p:nvPr/>
        </p:nvSpPr>
        <p:spPr>
          <a:xfrm>
            <a:off x="2483436" y="8806556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+ 2 = 4</a:t>
            </a:r>
            <a:endParaRPr/>
          </a:p>
        </p:txBody>
      </p:sp>
      <p:sp>
        <p:nvSpPr>
          <p:cNvPr id="996" name="Google Shape;996;p21"/>
          <p:cNvSpPr txBox="1"/>
          <p:nvPr/>
        </p:nvSpPr>
        <p:spPr>
          <a:xfrm>
            <a:off x="3899416" y="1696020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97" name="Google Shape;997;p21"/>
          <p:cNvSpPr txBox="1"/>
          <p:nvPr/>
        </p:nvSpPr>
        <p:spPr>
          <a:xfrm>
            <a:off x="5384371" y="4046754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998" name="Google Shape;998;p21"/>
          <p:cNvSpPr txBox="1"/>
          <p:nvPr/>
        </p:nvSpPr>
        <p:spPr>
          <a:xfrm>
            <a:off x="4029219" y="6447116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999" name="Google Shape;999;p21"/>
          <p:cNvSpPr txBox="1"/>
          <p:nvPr/>
        </p:nvSpPr>
        <p:spPr>
          <a:xfrm>
            <a:off x="4767409" y="870114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4" name="Google Shape;1004;p22"/>
          <p:cNvGraphicFramePr/>
          <p:nvPr/>
        </p:nvGraphicFramePr>
        <p:xfrm>
          <a:off x="249890" y="1415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{37A9B226-EC1C-49DB-802A-8CD72AF768CC}</a:tableStyleId>
              </a:tblPr>
              <a:tblGrid>
                <a:gridCol w="794875"/>
                <a:gridCol w="3200400"/>
                <a:gridCol w="2401875"/>
              </a:tblGrid>
              <a:tr h="18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Subtraction Fact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005" name="Google Shape;1005;p22"/>
          <p:cNvGrpSpPr/>
          <p:nvPr/>
        </p:nvGrpSpPr>
        <p:grpSpPr>
          <a:xfrm>
            <a:off x="4358064" y="731314"/>
            <a:ext cx="2219520" cy="867362"/>
            <a:chOff x="60434" y="4991469"/>
            <a:chExt cx="2147857" cy="585005"/>
          </a:xfrm>
        </p:grpSpPr>
        <p:sp>
          <p:nvSpPr>
            <p:cNvPr id="1006" name="Google Shape;1006;p22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22"/>
            <p:cNvSpPr/>
            <p:nvPr/>
          </p:nvSpPr>
          <p:spPr>
            <a:xfrm>
              <a:off x="60434" y="5280836"/>
              <a:ext cx="60277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22"/>
            <p:cNvSpPr/>
            <p:nvPr/>
          </p:nvSpPr>
          <p:spPr>
            <a:xfrm>
              <a:off x="663208" y="5281001"/>
              <a:ext cx="154508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9" name="Google Shape;1009;p22"/>
          <p:cNvGrpSpPr/>
          <p:nvPr/>
        </p:nvGrpSpPr>
        <p:grpSpPr>
          <a:xfrm>
            <a:off x="4358064" y="1914445"/>
            <a:ext cx="2219521" cy="867362"/>
            <a:chOff x="60434" y="4991469"/>
            <a:chExt cx="2147858" cy="585005"/>
          </a:xfrm>
        </p:grpSpPr>
        <p:sp>
          <p:nvSpPr>
            <p:cNvPr id="1010" name="Google Shape;1010;p22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22"/>
            <p:cNvSpPr/>
            <p:nvPr/>
          </p:nvSpPr>
          <p:spPr>
            <a:xfrm>
              <a:off x="60435" y="5280836"/>
              <a:ext cx="47740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22"/>
            <p:cNvSpPr/>
            <p:nvPr/>
          </p:nvSpPr>
          <p:spPr>
            <a:xfrm>
              <a:off x="537842" y="5281001"/>
              <a:ext cx="167045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3" name="Google Shape;1013;p22"/>
          <p:cNvGrpSpPr/>
          <p:nvPr/>
        </p:nvGrpSpPr>
        <p:grpSpPr>
          <a:xfrm>
            <a:off x="4358064" y="2993436"/>
            <a:ext cx="2219521" cy="867359"/>
            <a:chOff x="60434" y="4991469"/>
            <a:chExt cx="2147858" cy="585003"/>
          </a:xfrm>
        </p:grpSpPr>
        <p:sp>
          <p:nvSpPr>
            <p:cNvPr id="1014" name="Google Shape;1014;p22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22"/>
            <p:cNvSpPr/>
            <p:nvPr/>
          </p:nvSpPr>
          <p:spPr>
            <a:xfrm>
              <a:off x="60434" y="5280836"/>
              <a:ext cx="125904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22"/>
            <p:cNvSpPr/>
            <p:nvPr/>
          </p:nvSpPr>
          <p:spPr>
            <a:xfrm>
              <a:off x="1319482" y="5280999"/>
              <a:ext cx="88881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7" name="Google Shape;1017;p22"/>
          <p:cNvGrpSpPr/>
          <p:nvPr/>
        </p:nvGrpSpPr>
        <p:grpSpPr>
          <a:xfrm>
            <a:off x="4333967" y="4129921"/>
            <a:ext cx="2219520" cy="867362"/>
            <a:chOff x="60434" y="4991469"/>
            <a:chExt cx="2147857" cy="585005"/>
          </a:xfrm>
        </p:grpSpPr>
        <p:sp>
          <p:nvSpPr>
            <p:cNvPr id="1018" name="Google Shape;1018;p22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22"/>
            <p:cNvSpPr/>
            <p:nvPr/>
          </p:nvSpPr>
          <p:spPr>
            <a:xfrm>
              <a:off x="60434" y="5280836"/>
              <a:ext cx="75144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22"/>
            <p:cNvSpPr/>
            <p:nvPr/>
          </p:nvSpPr>
          <p:spPr>
            <a:xfrm>
              <a:off x="811875" y="5281001"/>
              <a:ext cx="139641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1" name="Google Shape;1021;p22"/>
          <p:cNvGrpSpPr/>
          <p:nvPr/>
        </p:nvGrpSpPr>
        <p:grpSpPr>
          <a:xfrm>
            <a:off x="4333967" y="5289196"/>
            <a:ext cx="2219520" cy="867362"/>
            <a:chOff x="60434" y="4991469"/>
            <a:chExt cx="2147857" cy="585005"/>
          </a:xfrm>
        </p:grpSpPr>
        <p:sp>
          <p:nvSpPr>
            <p:cNvPr id="1022" name="Google Shape;1022;p22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22"/>
            <p:cNvSpPr/>
            <p:nvPr/>
          </p:nvSpPr>
          <p:spPr>
            <a:xfrm>
              <a:off x="60434" y="5280836"/>
              <a:ext cx="105061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22"/>
            <p:cNvSpPr/>
            <p:nvPr/>
          </p:nvSpPr>
          <p:spPr>
            <a:xfrm>
              <a:off x="1111045" y="5281001"/>
              <a:ext cx="109724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5" name="Google Shape;1025;p22"/>
          <p:cNvGrpSpPr/>
          <p:nvPr/>
        </p:nvGrpSpPr>
        <p:grpSpPr>
          <a:xfrm>
            <a:off x="4358063" y="6424793"/>
            <a:ext cx="2219520" cy="867362"/>
            <a:chOff x="60434" y="4991469"/>
            <a:chExt cx="2147857" cy="585005"/>
          </a:xfrm>
        </p:grpSpPr>
        <p:sp>
          <p:nvSpPr>
            <p:cNvPr id="1026" name="Google Shape;1026;p22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22"/>
            <p:cNvSpPr/>
            <p:nvPr/>
          </p:nvSpPr>
          <p:spPr>
            <a:xfrm>
              <a:off x="60434" y="5280836"/>
              <a:ext cx="102729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22"/>
            <p:cNvSpPr/>
            <p:nvPr/>
          </p:nvSpPr>
          <p:spPr>
            <a:xfrm>
              <a:off x="1087726" y="5281001"/>
              <a:ext cx="112056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9" name="Google Shape;1029;p22"/>
          <p:cNvGrpSpPr/>
          <p:nvPr/>
        </p:nvGrpSpPr>
        <p:grpSpPr>
          <a:xfrm>
            <a:off x="4358063" y="7551851"/>
            <a:ext cx="2219521" cy="867362"/>
            <a:chOff x="60434" y="4991469"/>
            <a:chExt cx="2147858" cy="585005"/>
          </a:xfrm>
        </p:grpSpPr>
        <p:sp>
          <p:nvSpPr>
            <p:cNvPr id="1030" name="Google Shape;1030;p22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22"/>
            <p:cNvSpPr/>
            <p:nvPr/>
          </p:nvSpPr>
          <p:spPr>
            <a:xfrm>
              <a:off x="60435" y="5280836"/>
              <a:ext cx="84480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22"/>
            <p:cNvSpPr/>
            <p:nvPr/>
          </p:nvSpPr>
          <p:spPr>
            <a:xfrm>
              <a:off x="905240" y="5281001"/>
              <a:ext cx="130305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3" name="Google Shape;1033;p22"/>
          <p:cNvGrpSpPr/>
          <p:nvPr/>
        </p:nvGrpSpPr>
        <p:grpSpPr>
          <a:xfrm>
            <a:off x="4358063" y="8698461"/>
            <a:ext cx="2219520" cy="867117"/>
            <a:chOff x="60434" y="4991469"/>
            <a:chExt cx="2147857" cy="584840"/>
          </a:xfrm>
        </p:grpSpPr>
        <p:sp>
          <p:nvSpPr>
            <p:cNvPr id="1034" name="Google Shape;1034;p22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22"/>
            <p:cNvSpPr/>
            <p:nvPr/>
          </p:nvSpPr>
          <p:spPr>
            <a:xfrm>
              <a:off x="60434" y="5280836"/>
              <a:ext cx="84480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22"/>
            <p:cNvSpPr/>
            <p:nvPr/>
          </p:nvSpPr>
          <p:spPr>
            <a:xfrm>
              <a:off x="905240" y="5281001"/>
              <a:ext cx="1303051" cy="29530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7" name="Google Shape;1037;p22"/>
          <p:cNvGrpSpPr/>
          <p:nvPr/>
        </p:nvGrpSpPr>
        <p:grpSpPr>
          <a:xfrm>
            <a:off x="1156478" y="544946"/>
            <a:ext cx="2951480" cy="1004057"/>
            <a:chOff x="295409" y="1681063"/>
            <a:chExt cx="2951480" cy="1095715"/>
          </a:xfrm>
        </p:grpSpPr>
        <p:sp>
          <p:nvSpPr>
            <p:cNvPr id="1038" name="Google Shape;1038;p22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22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22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22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2" name="Google Shape;1042;p22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3" name="Google Shape;1043;p22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44" name="Google Shape;1044;p22"/>
          <p:cNvGrpSpPr/>
          <p:nvPr/>
        </p:nvGrpSpPr>
        <p:grpSpPr>
          <a:xfrm>
            <a:off x="1136484" y="1729120"/>
            <a:ext cx="2951480" cy="1004057"/>
            <a:chOff x="295409" y="1681063"/>
            <a:chExt cx="2951480" cy="1095715"/>
          </a:xfrm>
        </p:grpSpPr>
        <p:sp>
          <p:nvSpPr>
            <p:cNvPr id="1045" name="Google Shape;1045;p22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22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9" name="Google Shape;1049;p22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0" name="Google Shape;1050;p22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51" name="Google Shape;1051;p22"/>
          <p:cNvGrpSpPr/>
          <p:nvPr/>
        </p:nvGrpSpPr>
        <p:grpSpPr>
          <a:xfrm>
            <a:off x="1156478" y="2913294"/>
            <a:ext cx="2951480" cy="1004057"/>
            <a:chOff x="295409" y="1681063"/>
            <a:chExt cx="2951480" cy="1095715"/>
          </a:xfrm>
        </p:grpSpPr>
        <p:sp>
          <p:nvSpPr>
            <p:cNvPr id="1052" name="Google Shape;1052;p22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22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22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22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56" name="Google Shape;1056;p22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7" name="Google Shape;1057;p22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58" name="Google Shape;1058;p22"/>
          <p:cNvGrpSpPr/>
          <p:nvPr/>
        </p:nvGrpSpPr>
        <p:grpSpPr>
          <a:xfrm>
            <a:off x="1156478" y="4044482"/>
            <a:ext cx="2951480" cy="1004057"/>
            <a:chOff x="295409" y="1681063"/>
            <a:chExt cx="2951480" cy="1095715"/>
          </a:xfrm>
        </p:grpSpPr>
        <p:sp>
          <p:nvSpPr>
            <p:cNvPr id="1059" name="Google Shape;1059;p22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22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22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22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3" name="Google Shape;1063;p22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4" name="Google Shape;1064;p22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65" name="Google Shape;1065;p22"/>
          <p:cNvGrpSpPr/>
          <p:nvPr/>
        </p:nvGrpSpPr>
        <p:grpSpPr>
          <a:xfrm>
            <a:off x="1156478" y="5158079"/>
            <a:ext cx="2951480" cy="1004057"/>
            <a:chOff x="295409" y="1681063"/>
            <a:chExt cx="2951480" cy="1095715"/>
          </a:xfrm>
        </p:grpSpPr>
        <p:sp>
          <p:nvSpPr>
            <p:cNvPr id="1066" name="Google Shape;1066;p22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22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22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22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0" name="Google Shape;1070;p22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1" name="Google Shape;1071;p22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72" name="Google Shape;1072;p22"/>
          <p:cNvGrpSpPr/>
          <p:nvPr/>
        </p:nvGrpSpPr>
        <p:grpSpPr>
          <a:xfrm>
            <a:off x="1156478" y="6271676"/>
            <a:ext cx="2951480" cy="1004057"/>
            <a:chOff x="295409" y="1681063"/>
            <a:chExt cx="2951480" cy="1095715"/>
          </a:xfrm>
        </p:grpSpPr>
        <p:sp>
          <p:nvSpPr>
            <p:cNvPr id="1073" name="Google Shape;1073;p22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22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22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22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7" name="Google Shape;1077;p22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8" name="Google Shape;1078;p22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79" name="Google Shape;1079;p22"/>
          <p:cNvGrpSpPr/>
          <p:nvPr/>
        </p:nvGrpSpPr>
        <p:grpSpPr>
          <a:xfrm>
            <a:off x="1156478" y="7422958"/>
            <a:ext cx="2951480" cy="1004057"/>
            <a:chOff x="295409" y="1681063"/>
            <a:chExt cx="2951480" cy="1095715"/>
          </a:xfrm>
        </p:grpSpPr>
        <p:sp>
          <p:nvSpPr>
            <p:cNvPr id="1080" name="Google Shape;1080;p22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22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22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22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4" name="Google Shape;1084;p22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5" name="Google Shape;1085;p22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86" name="Google Shape;1086;p22"/>
          <p:cNvGrpSpPr/>
          <p:nvPr/>
        </p:nvGrpSpPr>
        <p:grpSpPr>
          <a:xfrm>
            <a:off x="1136484" y="8565948"/>
            <a:ext cx="2951480" cy="1004057"/>
            <a:chOff x="295409" y="1681063"/>
            <a:chExt cx="2951480" cy="1095715"/>
          </a:xfrm>
        </p:grpSpPr>
        <p:sp>
          <p:nvSpPr>
            <p:cNvPr id="1087" name="Google Shape;1087;p22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22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22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22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1" name="Google Shape;1091;p22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2" name="Google Shape;1092;p22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093" name="Google Shape;1093;p22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94" name="Google Shape;1094;p22"/>
          <p:cNvSpPr txBox="1"/>
          <p:nvPr/>
        </p:nvSpPr>
        <p:spPr>
          <a:xfrm>
            <a:off x="2664698" y="525409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+ 1 = 4</a:t>
            </a:r>
            <a:endParaRPr/>
          </a:p>
        </p:txBody>
      </p:sp>
      <p:sp>
        <p:nvSpPr>
          <p:cNvPr id="1095" name="Google Shape;1095;p22"/>
          <p:cNvSpPr txBox="1"/>
          <p:nvPr/>
        </p:nvSpPr>
        <p:spPr>
          <a:xfrm>
            <a:off x="2625247" y="1251726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+ 3 = 4</a:t>
            </a:r>
            <a:endParaRPr/>
          </a:p>
        </p:txBody>
      </p:sp>
      <p:sp>
        <p:nvSpPr>
          <p:cNvPr id="1096" name="Google Shape;1096;p22"/>
          <p:cNvSpPr txBox="1"/>
          <p:nvPr/>
        </p:nvSpPr>
        <p:spPr>
          <a:xfrm>
            <a:off x="1883357" y="506548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1097" name="Google Shape;1097;p22"/>
          <p:cNvSpPr txBox="1"/>
          <p:nvPr/>
        </p:nvSpPr>
        <p:spPr>
          <a:xfrm>
            <a:off x="2722557" y="1768283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+ 1 = 5</a:t>
            </a:r>
            <a:endParaRPr/>
          </a:p>
        </p:txBody>
      </p:sp>
      <p:sp>
        <p:nvSpPr>
          <p:cNvPr id="1098" name="Google Shape;1098;p22"/>
          <p:cNvSpPr txBox="1"/>
          <p:nvPr/>
        </p:nvSpPr>
        <p:spPr>
          <a:xfrm>
            <a:off x="2683864" y="2371741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+ 4 = 5</a:t>
            </a:r>
            <a:endParaRPr/>
          </a:p>
        </p:txBody>
      </p:sp>
      <p:sp>
        <p:nvSpPr>
          <p:cNvPr id="1099" name="Google Shape;1099;p22"/>
          <p:cNvSpPr txBox="1"/>
          <p:nvPr/>
        </p:nvSpPr>
        <p:spPr>
          <a:xfrm>
            <a:off x="1941216" y="1749422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1100" name="Google Shape;1100;p22"/>
          <p:cNvSpPr txBox="1"/>
          <p:nvPr/>
        </p:nvSpPr>
        <p:spPr>
          <a:xfrm>
            <a:off x="2694460" y="2900983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+ 3 = 5</a:t>
            </a:r>
            <a:endParaRPr/>
          </a:p>
        </p:txBody>
      </p:sp>
      <p:sp>
        <p:nvSpPr>
          <p:cNvPr id="1101" name="Google Shape;1101;p22"/>
          <p:cNvSpPr txBox="1"/>
          <p:nvPr/>
        </p:nvSpPr>
        <p:spPr>
          <a:xfrm>
            <a:off x="2655009" y="3627300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+ 2 = 5</a:t>
            </a:r>
            <a:endParaRPr/>
          </a:p>
        </p:txBody>
      </p:sp>
      <p:sp>
        <p:nvSpPr>
          <p:cNvPr id="1102" name="Google Shape;1102;p22"/>
          <p:cNvSpPr txBox="1"/>
          <p:nvPr/>
        </p:nvSpPr>
        <p:spPr>
          <a:xfrm>
            <a:off x="1913119" y="2882122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endParaRPr/>
          </a:p>
        </p:txBody>
      </p:sp>
      <p:sp>
        <p:nvSpPr>
          <p:cNvPr id="1103" name="Google Shape;1103;p22"/>
          <p:cNvSpPr txBox="1"/>
          <p:nvPr/>
        </p:nvSpPr>
        <p:spPr>
          <a:xfrm>
            <a:off x="2683769" y="4087601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+ 4 = 6</a:t>
            </a:r>
            <a:endParaRPr/>
          </a:p>
        </p:txBody>
      </p:sp>
      <p:sp>
        <p:nvSpPr>
          <p:cNvPr id="1104" name="Google Shape;1104;p22"/>
          <p:cNvSpPr txBox="1"/>
          <p:nvPr/>
        </p:nvSpPr>
        <p:spPr>
          <a:xfrm>
            <a:off x="2659885" y="4716380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+ 2 = 6</a:t>
            </a:r>
            <a:endParaRPr/>
          </a:p>
        </p:txBody>
      </p:sp>
      <p:sp>
        <p:nvSpPr>
          <p:cNvPr id="1105" name="Google Shape;1105;p22"/>
          <p:cNvSpPr txBox="1"/>
          <p:nvPr/>
        </p:nvSpPr>
        <p:spPr>
          <a:xfrm>
            <a:off x="1902428" y="4068740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endParaRPr/>
          </a:p>
        </p:txBody>
      </p:sp>
      <p:sp>
        <p:nvSpPr>
          <p:cNvPr id="1106" name="Google Shape;1106;p22"/>
          <p:cNvSpPr txBox="1"/>
          <p:nvPr/>
        </p:nvSpPr>
        <p:spPr>
          <a:xfrm>
            <a:off x="2668083" y="5165147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+ 3 = 6</a:t>
            </a:r>
            <a:endParaRPr/>
          </a:p>
        </p:txBody>
      </p:sp>
      <p:sp>
        <p:nvSpPr>
          <p:cNvPr id="1107" name="Google Shape;1107;p22"/>
          <p:cNvSpPr txBox="1"/>
          <p:nvPr/>
        </p:nvSpPr>
        <p:spPr>
          <a:xfrm>
            <a:off x="2628632" y="5891464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+ 3 = 6</a:t>
            </a:r>
            <a:endParaRPr/>
          </a:p>
        </p:txBody>
      </p:sp>
      <p:sp>
        <p:nvSpPr>
          <p:cNvPr id="1108" name="Google Shape;1108;p22"/>
          <p:cNvSpPr txBox="1"/>
          <p:nvPr/>
        </p:nvSpPr>
        <p:spPr>
          <a:xfrm>
            <a:off x="1875782" y="580150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09" name="Google Shape;1109;p22"/>
          <p:cNvSpPr txBox="1"/>
          <p:nvPr/>
        </p:nvSpPr>
        <p:spPr>
          <a:xfrm>
            <a:off x="2636794" y="6299666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+ 4 = 8</a:t>
            </a:r>
            <a:endParaRPr/>
          </a:p>
        </p:txBody>
      </p:sp>
      <p:sp>
        <p:nvSpPr>
          <p:cNvPr id="1110" name="Google Shape;1110;p22"/>
          <p:cNvSpPr txBox="1"/>
          <p:nvPr/>
        </p:nvSpPr>
        <p:spPr>
          <a:xfrm>
            <a:off x="2683768" y="6940959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+ 4 = 8</a:t>
            </a:r>
            <a:endParaRPr/>
          </a:p>
        </p:txBody>
      </p:sp>
      <p:sp>
        <p:nvSpPr>
          <p:cNvPr id="1111" name="Google Shape;1111;p22"/>
          <p:cNvSpPr txBox="1"/>
          <p:nvPr/>
        </p:nvSpPr>
        <p:spPr>
          <a:xfrm>
            <a:off x="1872799" y="6882034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1112" name="Google Shape;1112;p22"/>
          <p:cNvSpPr txBox="1"/>
          <p:nvPr/>
        </p:nvSpPr>
        <p:spPr>
          <a:xfrm>
            <a:off x="2637187" y="7445380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+ 7 = 10</a:t>
            </a:r>
            <a:endParaRPr/>
          </a:p>
        </p:txBody>
      </p:sp>
      <p:sp>
        <p:nvSpPr>
          <p:cNvPr id="1113" name="Google Shape;1113;p22"/>
          <p:cNvSpPr txBox="1"/>
          <p:nvPr/>
        </p:nvSpPr>
        <p:spPr>
          <a:xfrm>
            <a:off x="2637187" y="8092241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+ 3 = 10</a:t>
            </a:r>
            <a:endParaRPr/>
          </a:p>
        </p:txBody>
      </p:sp>
      <p:sp>
        <p:nvSpPr>
          <p:cNvPr id="1114" name="Google Shape;1114;p22"/>
          <p:cNvSpPr txBox="1"/>
          <p:nvPr/>
        </p:nvSpPr>
        <p:spPr>
          <a:xfrm>
            <a:off x="1855846" y="742651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1115" name="Google Shape;1115;p22"/>
          <p:cNvSpPr txBox="1"/>
          <p:nvPr/>
        </p:nvSpPr>
        <p:spPr>
          <a:xfrm>
            <a:off x="2627631" y="8526136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+ 6 = 10</a:t>
            </a:r>
            <a:endParaRPr/>
          </a:p>
        </p:txBody>
      </p:sp>
      <p:sp>
        <p:nvSpPr>
          <p:cNvPr id="1116" name="Google Shape;1116;p22"/>
          <p:cNvSpPr txBox="1"/>
          <p:nvPr/>
        </p:nvSpPr>
        <p:spPr>
          <a:xfrm>
            <a:off x="2588180" y="9252453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+ 4 = 10</a:t>
            </a:r>
            <a:endParaRPr/>
          </a:p>
        </p:txBody>
      </p:sp>
      <p:sp>
        <p:nvSpPr>
          <p:cNvPr id="1117" name="Google Shape;1117;p22"/>
          <p:cNvSpPr txBox="1"/>
          <p:nvPr/>
        </p:nvSpPr>
        <p:spPr>
          <a:xfrm>
            <a:off x="1861328" y="9233426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1118" name="Google Shape;1118;p22"/>
          <p:cNvSpPr txBox="1"/>
          <p:nvPr/>
        </p:nvSpPr>
        <p:spPr>
          <a:xfrm>
            <a:off x="5412805" y="239180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19" name="Google Shape;1119;p22"/>
          <p:cNvSpPr txBox="1"/>
          <p:nvPr/>
        </p:nvSpPr>
        <p:spPr>
          <a:xfrm>
            <a:off x="5967507" y="348432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20" name="Google Shape;1120;p22"/>
          <p:cNvSpPr txBox="1"/>
          <p:nvPr/>
        </p:nvSpPr>
        <p:spPr>
          <a:xfrm>
            <a:off x="5469789" y="120842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21" name="Google Shape;1121;p22"/>
          <p:cNvSpPr txBox="1"/>
          <p:nvPr/>
        </p:nvSpPr>
        <p:spPr>
          <a:xfrm>
            <a:off x="5782249" y="575906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22" name="Google Shape;1122;p22"/>
          <p:cNvSpPr txBox="1"/>
          <p:nvPr/>
        </p:nvSpPr>
        <p:spPr>
          <a:xfrm>
            <a:off x="4490748" y="459332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endParaRPr/>
          </a:p>
        </p:txBody>
      </p:sp>
      <p:sp>
        <p:nvSpPr>
          <p:cNvPr id="1123" name="Google Shape;1123;p22"/>
          <p:cNvSpPr txBox="1"/>
          <p:nvPr/>
        </p:nvSpPr>
        <p:spPr>
          <a:xfrm>
            <a:off x="4643539" y="799155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24" name="Google Shape;1124;p22"/>
          <p:cNvSpPr txBox="1"/>
          <p:nvPr/>
        </p:nvSpPr>
        <p:spPr>
          <a:xfrm>
            <a:off x="5628423" y="91498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25" name="Google Shape;1125;p22"/>
          <p:cNvSpPr txBox="1"/>
          <p:nvPr/>
        </p:nvSpPr>
        <p:spPr>
          <a:xfrm>
            <a:off x="5790360" y="688553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0" name="Google Shape;1130;p23"/>
          <p:cNvGraphicFramePr/>
          <p:nvPr/>
        </p:nvGraphicFramePr>
        <p:xfrm>
          <a:off x="249890" y="1415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{37A9B226-EC1C-49DB-802A-8CD72AF768CC}</a:tableStyleId>
              </a:tblPr>
              <a:tblGrid>
                <a:gridCol w="794875"/>
                <a:gridCol w="3200400"/>
                <a:gridCol w="2401875"/>
              </a:tblGrid>
              <a:tr h="18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Subtraction Fact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131" name="Google Shape;1131;p23"/>
          <p:cNvGrpSpPr/>
          <p:nvPr/>
        </p:nvGrpSpPr>
        <p:grpSpPr>
          <a:xfrm>
            <a:off x="4358064" y="731314"/>
            <a:ext cx="2219520" cy="867362"/>
            <a:chOff x="60434" y="4991469"/>
            <a:chExt cx="2147857" cy="585005"/>
          </a:xfrm>
        </p:grpSpPr>
        <p:sp>
          <p:nvSpPr>
            <p:cNvPr id="1132" name="Google Shape;1132;p2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23"/>
            <p:cNvSpPr/>
            <p:nvPr/>
          </p:nvSpPr>
          <p:spPr>
            <a:xfrm>
              <a:off x="60434" y="5280836"/>
              <a:ext cx="84480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23"/>
            <p:cNvSpPr/>
            <p:nvPr/>
          </p:nvSpPr>
          <p:spPr>
            <a:xfrm>
              <a:off x="905238" y="5281001"/>
              <a:ext cx="130305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5" name="Google Shape;1135;p23"/>
          <p:cNvGrpSpPr/>
          <p:nvPr/>
        </p:nvGrpSpPr>
        <p:grpSpPr>
          <a:xfrm>
            <a:off x="4358064" y="1914445"/>
            <a:ext cx="2219519" cy="867362"/>
            <a:chOff x="60434" y="4991469"/>
            <a:chExt cx="2147856" cy="585005"/>
          </a:xfrm>
        </p:grpSpPr>
        <p:sp>
          <p:nvSpPr>
            <p:cNvPr id="1136" name="Google Shape;1136;p2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23"/>
            <p:cNvSpPr/>
            <p:nvPr/>
          </p:nvSpPr>
          <p:spPr>
            <a:xfrm>
              <a:off x="60434" y="5280836"/>
              <a:ext cx="114352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23"/>
            <p:cNvSpPr/>
            <p:nvPr/>
          </p:nvSpPr>
          <p:spPr>
            <a:xfrm>
              <a:off x="1203956" y="5281001"/>
              <a:ext cx="100433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9" name="Google Shape;1139;p23"/>
          <p:cNvGrpSpPr/>
          <p:nvPr/>
        </p:nvGrpSpPr>
        <p:grpSpPr>
          <a:xfrm>
            <a:off x="4358064" y="2993437"/>
            <a:ext cx="2219520" cy="867362"/>
            <a:chOff x="60434" y="4991469"/>
            <a:chExt cx="2147857" cy="585005"/>
          </a:xfrm>
        </p:grpSpPr>
        <p:sp>
          <p:nvSpPr>
            <p:cNvPr id="1140" name="Google Shape;1140;p2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23"/>
            <p:cNvSpPr/>
            <p:nvPr/>
          </p:nvSpPr>
          <p:spPr>
            <a:xfrm>
              <a:off x="60435" y="5280836"/>
              <a:ext cx="107629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23"/>
            <p:cNvSpPr/>
            <p:nvPr/>
          </p:nvSpPr>
          <p:spPr>
            <a:xfrm>
              <a:off x="1136733" y="5281001"/>
              <a:ext cx="107155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3" name="Google Shape;1143;p23"/>
          <p:cNvGrpSpPr/>
          <p:nvPr/>
        </p:nvGrpSpPr>
        <p:grpSpPr>
          <a:xfrm>
            <a:off x="4333967" y="4129921"/>
            <a:ext cx="2219520" cy="867362"/>
            <a:chOff x="60434" y="4991469"/>
            <a:chExt cx="2147857" cy="585005"/>
          </a:xfrm>
        </p:grpSpPr>
        <p:sp>
          <p:nvSpPr>
            <p:cNvPr id="1144" name="Google Shape;1144;p2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23"/>
            <p:cNvSpPr/>
            <p:nvPr/>
          </p:nvSpPr>
          <p:spPr>
            <a:xfrm>
              <a:off x="60434" y="5280836"/>
              <a:ext cx="130756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1367998" y="5281001"/>
              <a:ext cx="84029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7" name="Google Shape;1147;p23"/>
          <p:cNvGrpSpPr/>
          <p:nvPr/>
        </p:nvGrpSpPr>
        <p:grpSpPr>
          <a:xfrm>
            <a:off x="4333967" y="5289196"/>
            <a:ext cx="2219520" cy="867362"/>
            <a:chOff x="60434" y="4991469"/>
            <a:chExt cx="2147857" cy="585005"/>
          </a:xfrm>
        </p:grpSpPr>
        <p:sp>
          <p:nvSpPr>
            <p:cNvPr id="1148" name="Google Shape;1148;p2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23"/>
            <p:cNvSpPr/>
            <p:nvPr/>
          </p:nvSpPr>
          <p:spPr>
            <a:xfrm>
              <a:off x="60434" y="5280836"/>
              <a:ext cx="146425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23"/>
            <p:cNvSpPr/>
            <p:nvPr/>
          </p:nvSpPr>
          <p:spPr>
            <a:xfrm>
              <a:off x="1524691" y="5281001"/>
              <a:ext cx="68360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1" name="Google Shape;1151;p23"/>
          <p:cNvGrpSpPr/>
          <p:nvPr/>
        </p:nvGrpSpPr>
        <p:grpSpPr>
          <a:xfrm>
            <a:off x="4358063" y="6424793"/>
            <a:ext cx="2219520" cy="867362"/>
            <a:chOff x="60434" y="4991469"/>
            <a:chExt cx="2147857" cy="585005"/>
          </a:xfrm>
        </p:grpSpPr>
        <p:sp>
          <p:nvSpPr>
            <p:cNvPr id="1152" name="Google Shape;1152;p2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23"/>
            <p:cNvSpPr/>
            <p:nvPr/>
          </p:nvSpPr>
          <p:spPr>
            <a:xfrm>
              <a:off x="60434" y="5280836"/>
              <a:ext cx="144093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23"/>
            <p:cNvSpPr/>
            <p:nvPr/>
          </p:nvSpPr>
          <p:spPr>
            <a:xfrm>
              <a:off x="1501374" y="5281001"/>
              <a:ext cx="70691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5" name="Google Shape;1155;p23"/>
          <p:cNvGrpSpPr/>
          <p:nvPr/>
        </p:nvGrpSpPr>
        <p:grpSpPr>
          <a:xfrm>
            <a:off x="4358063" y="7551851"/>
            <a:ext cx="2219521" cy="867362"/>
            <a:chOff x="60434" y="4991469"/>
            <a:chExt cx="2147858" cy="585005"/>
          </a:xfrm>
        </p:grpSpPr>
        <p:sp>
          <p:nvSpPr>
            <p:cNvPr id="1156" name="Google Shape;1156;p2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23"/>
            <p:cNvSpPr/>
            <p:nvPr/>
          </p:nvSpPr>
          <p:spPr>
            <a:xfrm>
              <a:off x="60435" y="5280836"/>
              <a:ext cx="84480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23"/>
            <p:cNvSpPr/>
            <p:nvPr/>
          </p:nvSpPr>
          <p:spPr>
            <a:xfrm>
              <a:off x="905240" y="5281001"/>
              <a:ext cx="130305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9" name="Google Shape;1159;p23"/>
          <p:cNvGrpSpPr/>
          <p:nvPr/>
        </p:nvGrpSpPr>
        <p:grpSpPr>
          <a:xfrm>
            <a:off x="4358063" y="8698461"/>
            <a:ext cx="2219520" cy="867117"/>
            <a:chOff x="60434" y="4991469"/>
            <a:chExt cx="2147857" cy="584840"/>
          </a:xfrm>
        </p:grpSpPr>
        <p:sp>
          <p:nvSpPr>
            <p:cNvPr id="1160" name="Google Shape;1160;p23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60434" y="5280836"/>
              <a:ext cx="128424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1344678" y="5281001"/>
              <a:ext cx="863613" cy="29530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3" name="Google Shape;1163;p23"/>
          <p:cNvGrpSpPr/>
          <p:nvPr/>
        </p:nvGrpSpPr>
        <p:grpSpPr>
          <a:xfrm>
            <a:off x="1144121" y="511893"/>
            <a:ext cx="2951480" cy="1004057"/>
            <a:chOff x="295409" y="1681063"/>
            <a:chExt cx="2951480" cy="1095715"/>
          </a:xfrm>
        </p:grpSpPr>
        <p:sp>
          <p:nvSpPr>
            <p:cNvPr id="1164" name="Google Shape;1164;p23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8" name="Google Shape;1168;p23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9" name="Google Shape;1169;p23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70" name="Google Shape;1170;p23"/>
          <p:cNvGrpSpPr/>
          <p:nvPr/>
        </p:nvGrpSpPr>
        <p:grpSpPr>
          <a:xfrm>
            <a:off x="1144121" y="1733138"/>
            <a:ext cx="2951480" cy="1004057"/>
            <a:chOff x="295409" y="1681063"/>
            <a:chExt cx="2951480" cy="1095715"/>
          </a:xfrm>
        </p:grpSpPr>
        <p:sp>
          <p:nvSpPr>
            <p:cNvPr id="1171" name="Google Shape;1171;p23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5" name="Google Shape;1175;p23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6" name="Google Shape;1176;p23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77" name="Google Shape;1177;p23"/>
          <p:cNvGrpSpPr/>
          <p:nvPr/>
        </p:nvGrpSpPr>
        <p:grpSpPr>
          <a:xfrm>
            <a:off x="1145035" y="2883120"/>
            <a:ext cx="2951480" cy="1004057"/>
            <a:chOff x="295409" y="1681063"/>
            <a:chExt cx="2951480" cy="1095715"/>
          </a:xfrm>
        </p:grpSpPr>
        <p:sp>
          <p:nvSpPr>
            <p:cNvPr id="1178" name="Google Shape;1178;p23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2" name="Google Shape;1182;p23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3" name="Google Shape;1183;p23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84" name="Google Shape;1184;p23"/>
          <p:cNvGrpSpPr/>
          <p:nvPr/>
        </p:nvGrpSpPr>
        <p:grpSpPr>
          <a:xfrm>
            <a:off x="1144121" y="4002379"/>
            <a:ext cx="2951480" cy="1004057"/>
            <a:chOff x="295409" y="1681063"/>
            <a:chExt cx="2951480" cy="1095715"/>
          </a:xfrm>
        </p:grpSpPr>
        <p:sp>
          <p:nvSpPr>
            <p:cNvPr id="1185" name="Google Shape;1185;p23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9" name="Google Shape;1189;p23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0" name="Google Shape;1190;p23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91" name="Google Shape;1191;p23"/>
          <p:cNvGrpSpPr/>
          <p:nvPr/>
        </p:nvGrpSpPr>
        <p:grpSpPr>
          <a:xfrm>
            <a:off x="1144121" y="5174100"/>
            <a:ext cx="2951480" cy="1004057"/>
            <a:chOff x="295409" y="1681063"/>
            <a:chExt cx="2951480" cy="1095715"/>
          </a:xfrm>
        </p:grpSpPr>
        <p:sp>
          <p:nvSpPr>
            <p:cNvPr id="1192" name="Google Shape;1192;p23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6" name="Google Shape;1196;p23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7" name="Google Shape;1197;p23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98" name="Google Shape;1198;p23"/>
          <p:cNvGrpSpPr/>
          <p:nvPr/>
        </p:nvGrpSpPr>
        <p:grpSpPr>
          <a:xfrm>
            <a:off x="1144121" y="6314464"/>
            <a:ext cx="2951480" cy="1004057"/>
            <a:chOff x="295409" y="1681063"/>
            <a:chExt cx="2951480" cy="1095715"/>
          </a:xfrm>
        </p:grpSpPr>
        <p:sp>
          <p:nvSpPr>
            <p:cNvPr id="1199" name="Google Shape;1199;p23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03" name="Google Shape;1203;p23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4" name="Google Shape;1204;p23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05" name="Google Shape;1205;p23"/>
          <p:cNvGrpSpPr/>
          <p:nvPr/>
        </p:nvGrpSpPr>
        <p:grpSpPr>
          <a:xfrm>
            <a:off x="1144121" y="7424258"/>
            <a:ext cx="2951480" cy="1004057"/>
            <a:chOff x="295409" y="1681063"/>
            <a:chExt cx="2951480" cy="1095715"/>
          </a:xfrm>
        </p:grpSpPr>
        <p:sp>
          <p:nvSpPr>
            <p:cNvPr id="1206" name="Google Shape;1206;p23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23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10" name="Google Shape;1210;p23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1" name="Google Shape;1211;p23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12" name="Google Shape;1212;p23"/>
          <p:cNvGrpSpPr/>
          <p:nvPr/>
        </p:nvGrpSpPr>
        <p:grpSpPr>
          <a:xfrm>
            <a:off x="1144121" y="8586782"/>
            <a:ext cx="2951480" cy="1004057"/>
            <a:chOff x="295409" y="1681063"/>
            <a:chExt cx="2951480" cy="1095715"/>
          </a:xfrm>
        </p:grpSpPr>
        <p:sp>
          <p:nvSpPr>
            <p:cNvPr id="1213" name="Google Shape;1213;p23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17" name="Google Shape;1217;p23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8" name="Google Shape;1218;p23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19" name="Google Shape;1219;p23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20" name="Google Shape;1220;p23"/>
          <p:cNvSpPr txBox="1"/>
          <p:nvPr/>
        </p:nvSpPr>
        <p:spPr>
          <a:xfrm>
            <a:off x="2664698" y="525409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+ 7 = 12</a:t>
            </a:r>
            <a:endParaRPr/>
          </a:p>
        </p:txBody>
      </p:sp>
      <p:sp>
        <p:nvSpPr>
          <p:cNvPr id="1221" name="Google Shape;1221;p23"/>
          <p:cNvSpPr txBox="1"/>
          <p:nvPr/>
        </p:nvSpPr>
        <p:spPr>
          <a:xfrm>
            <a:off x="2625247" y="1251726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+ 5 = 12</a:t>
            </a:r>
            <a:endParaRPr/>
          </a:p>
        </p:txBody>
      </p:sp>
      <p:sp>
        <p:nvSpPr>
          <p:cNvPr id="1222" name="Google Shape;1222;p23"/>
          <p:cNvSpPr txBox="1"/>
          <p:nvPr/>
        </p:nvSpPr>
        <p:spPr>
          <a:xfrm>
            <a:off x="1883357" y="506548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23" name="Google Shape;1223;p23"/>
          <p:cNvSpPr txBox="1"/>
          <p:nvPr/>
        </p:nvSpPr>
        <p:spPr>
          <a:xfrm>
            <a:off x="2722557" y="1768283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+ 8 = 15</a:t>
            </a:r>
            <a:endParaRPr/>
          </a:p>
        </p:txBody>
      </p:sp>
      <p:sp>
        <p:nvSpPr>
          <p:cNvPr id="1224" name="Google Shape;1224;p23"/>
          <p:cNvSpPr txBox="1"/>
          <p:nvPr/>
        </p:nvSpPr>
        <p:spPr>
          <a:xfrm>
            <a:off x="2683864" y="2371741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+ 7 = 15</a:t>
            </a:r>
            <a:endParaRPr/>
          </a:p>
        </p:txBody>
      </p:sp>
      <p:sp>
        <p:nvSpPr>
          <p:cNvPr id="1225" name="Google Shape;1225;p23"/>
          <p:cNvSpPr txBox="1"/>
          <p:nvPr/>
        </p:nvSpPr>
        <p:spPr>
          <a:xfrm>
            <a:off x="1941216" y="1749422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7</a:t>
            </a:r>
            <a:endParaRPr/>
          </a:p>
        </p:txBody>
      </p:sp>
      <p:sp>
        <p:nvSpPr>
          <p:cNvPr id="1226" name="Google Shape;1226;p23"/>
          <p:cNvSpPr txBox="1"/>
          <p:nvPr/>
        </p:nvSpPr>
        <p:spPr>
          <a:xfrm>
            <a:off x="2694460" y="2900983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+ 8 = 16</a:t>
            </a:r>
            <a:endParaRPr/>
          </a:p>
        </p:txBody>
      </p:sp>
      <p:sp>
        <p:nvSpPr>
          <p:cNvPr id="1227" name="Google Shape;1227;p23"/>
          <p:cNvSpPr txBox="1"/>
          <p:nvPr/>
        </p:nvSpPr>
        <p:spPr>
          <a:xfrm>
            <a:off x="2655009" y="3627300"/>
            <a:ext cx="10951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+ 8 = 16</a:t>
            </a:r>
            <a:endParaRPr/>
          </a:p>
        </p:txBody>
      </p:sp>
      <p:sp>
        <p:nvSpPr>
          <p:cNvPr id="1228" name="Google Shape;1228;p23"/>
          <p:cNvSpPr txBox="1"/>
          <p:nvPr/>
        </p:nvSpPr>
        <p:spPr>
          <a:xfrm>
            <a:off x="1913119" y="2882122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29" name="Google Shape;1229;p23"/>
          <p:cNvSpPr txBox="1"/>
          <p:nvPr/>
        </p:nvSpPr>
        <p:spPr>
          <a:xfrm>
            <a:off x="2683768" y="4046472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+ 10 = 16</a:t>
            </a:r>
            <a:endParaRPr/>
          </a:p>
        </p:txBody>
      </p:sp>
      <p:sp>
        <p:nvSpPr>
          <p:cNvPr id="1230" name="Google Shape;1230;p23"/>
          <p:cNvSpPr txBox="1"/>
          <p:nvPr/>
        </p:nvSpPr>
        <p:spPr>
          <a:xfrm>
            <a:off x="2659885" y="4716380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+ 6 = 16</a:t>
            </a:r>
            <a:endParaRPr/>
          </a:p>
        </p:txBody>
      </p:sp>
      <p:sp>
        <p:nvSpPr>
          <p:cNvPr id="1231" name="Google Shape;1231;p23"/>
          <p:cNvSpPr txBox="1"/>
          <p:nvPr/>
        </p:nvSpPr>
        <p:spPr>
          <a:xfrm>
            <a:off x="1902428" y="4068740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32" name="Google Shape;1232;p23"/>
          <p:cNvSpPr txBox="1"/>
          <p:nvPr/>
        </p:nvSpPr>
        <p:spPr>
          <a:xfrm>
            <a:off x="2668083" y="5165147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+ 12 = 16</a:t>
            </a:r>
            <a:endParaRPr/>
          </a:p>
        </p:txBody>
      </p:sp>
      <p:sp>
        <p:nvSpPr>
          <p:cNvPr id="1233" name="Google Shape;1233;p23"/>
          <p:cNvSpPr txBox="1"/>
          <p:nvPr/>
        </p:nvSpPr>
        <p:spPr>
          <a:xfrm>
            <a:off x="2628632" y="5891464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+ 4 = 16</a:t>
            </a:r>
            <a:endParaRPr/>
          </a:p>
        </p:txBody>
      </p:sp>
      <p:sp>
        <p:nvSpPr>
          <p:cNvPr id="1234" name="Google Shape;1234;p23"/>
          <p:cNvSpPr txBox="1"/>
          <p:nvPr/>
        </p:nvSpPr>
        <p:spPr>
          <a:xfrm>
            <a:off x="1875782" y="580150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235" name="Google Shape;1235;p23"/>
          <p:cNvSpPr txBox="1"/>
          <p:nvPr/>
        </p:nvSpPr>
        <p:spPr>
          <a:xfrm>
            <a:off x="2636794" y="6299666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 + 3 = 16</a:t>
            </a:r>
            <a:endParaRPr/>
          </a:p>
        </p:txBody>
      </p:sp>
      <p:sp>
        <p:nvSpPr>
          <p:cNvPr id="1236" name="Google Shape;1236;p23"/>
          <p:cNvSpPr txBox="1"/>
          <p:nvPr/>
        </p:nvSpPr>
        <p:spPr>
          <a:xfrm>
            <a:off x="2683768" y="6940959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+ 13 = 16</a:t>
            </a:r>
            <a:endParaRPr/>
          </a:p>
        </p:txBody>
      </p:sp>
      <p:sp>
        <p:nvSpPr>
          <p:cNvPr id="1237" name="Google Shape;1237;p23"/>
          <p:cNvSpPr txBox="1"/>
          <p:nvPr/>
        </p:nvSpPr>
        <p:spPr>
          <a:xfrm>
            <a:off x="1872799" y="6882034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1238" name="Google Shape;1238;p23"/>
          <p:cNvSpPr txBox="1"/>
          <p:nvPr/>
        </p:nvSpPr>
        <p:spPr>
          <a:xfrm>
            <a:off x="2637187" y="7445380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 + 6 = 20</a:t>
            </a:r>
            <a:endParaRPr/>
          </a:p>
        </p:txBody>
      </p:sp>
      <p:sp>
        <p:nvSpPr>
          <p:cNvPr id="1239" name="Google Shape;1239;p23"/>
          <p:cNvSpPr txBox="1"/>
          <p:nvPr/>
        </p:nvSpPr>
        <p:spPr>
          <a:xfrm>
            <a:off x="2637187" y="8092241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+ 14 = 20</a:t>
            </a:r>
            <a:endParaRPr/>
          </a:p>
        </p:txBody>
      </p:sp>
      <p:sp>
        <p:nvSpPr>
          <p:cNvPr id="1240" name="Google Shape;1240;p23"/>
          <p:cNvSpPr txBox="1"/>
          <p:nvPr/>
        </p:nvSpPr>
        <p:spPr>
          <a:xfrm>
            <a:off x="1869859" y="8026620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1241" name="Google Shape;1241;p23"/>
          <p:cNvSpPr txBox="1"/>
          <p:nvPr/>
        </p:nvSpPr>
        <p:spPr>
          <a:xfrm>
            <a:off x="2627631" y="8526136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+ 11 = 20</a:t>
            </a:r>
            <a:endParaRPr/>
          </a:p>
        </p:txBody>
      </p:sp>
      <p:sp>
        <p:nvSpPr>
          <p:cNvPr id="1242" name="Google Shape;1242;p23"/>
          <p:cNvSpPr txBox="1"/>
          <p:nvPr/>
        </p:nvSpPr>
        <p:spPr>
          <a:xfrm>
            <a:off x="2588180" y="9252453"/>
            <a:ext cx="121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+ 9 = 20</a:t>
            </a:r>
            <a:endParaRPr/>
          </a:p>
        </p:txBody>
      </p:sp>
      <p:sp>
        <p:nvSpPr>
          <p:cNvPr id="1243" name="Google Shape;1243;p23"/>
          <p:cNvSpPr txBox="1"/>
          <p:nvPr/>
        </p:nvSpPr>
        <p:spPr>
          <a:xfrm>
            <a:off x="1855874" y="8576237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244" name="Google Shape;1244;p23"/>
          <p:cNvSpPr txBox="1"/>
          <p:nvPr/>
        </p:nvSpPr>
        <p:spPr>
          <a:xfrm>
            <a:off x="5878861" y="239074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45" name="Google Shape;1245;p23"/>
          <p:cNvSpPr txBox="1"/>
          <p:nvPr/>
        </p:nvSpPr>
        <p:spPr>
          <a:xfrm>
            <a:off x="4711537" y="345684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46" name="Google Shape;1246;p23"/>
          <p:cNvSpPr txBox="1"/>
          <p:nvPr/>
        </p:nvSpPr>
        <p:spPr>
          <a:xfrm>
            <a:off x="4613992" y="1194722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47" name="Google Shape;1247;p23"/>
          <p:cNvSpPr txBox="1"/>
          <p:nvPr/>
        </p:nvSpPr>
        <p:spPr>
          <a:xfrm>
            <a:off x="4914169" y="574720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248" name="Google Shape;1248;p23"/>
          <p:cNvSpPr txBox="1"/>
          <p:nvPr/>
        </p:nvSpPr>
        <p:spPr>
          <a:xfrm>
            <a:off x="5952491" y="459332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49" name="Google Shape;1249;p23"/>
          <p:cNvSpPr txBox="1"/>
          <p:nvPr/>
        </p:nvSpPr>
        <p:spPr>
          <a:xfrm>
            <a:off x="4643539" y="799155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50" name="Google Shape;1250;p23"/>
          <p:cNvSpPr txBox="1"/>
          <p:nvPr/>
        </p:nvSpPr>
        <p:spPr>
          <a:xfrm>
            <a:off x="5987818" y="91618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251" name="Google Shape;1251;p23"/>
          <p:cNvSpPr txBox="1"/>
          <p:nvPr/>
        </p:nvSpPr>
        <p:spPr>
          <a:xfrm>
            <a:off x="5965646" y="6885539"/>
            <a:ext cx="434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52" name="Google Shape;1252;p23"/>
          <p:cNvSpPr txBox="1"/>
          <p:nvPr/>
        </p:nvSpPr>
        <p:spPr>
          <a:xfrm>
            <a:off x="5226233" y="4200794"/>
            <a:ext cx="542157" cy="36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7" name="Google Shape;1257;p24"/>
          <p:cNvGrpSpPr/>
          <p:nvPr/>
        </p:nvGrpSpPr>
        <p:grpSpPr>
          <a:xfrm>
            <a:off x="454255" y="1243531"/>
            <a:ext cx="1452428" cy="764171"/>
            <a:chOff x="60434" y="4991469"/>
            <a:chExt cx="2147856" cy="585005"/>
          </a:xfrm>
        </p:grpSpPr>
        <p:sp>
          <p:nvSpPr>
            <p:cNvPr id="1258" name="Google Shape;1258;p2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60434" y="5280836"/>
              <a:ext cx="1224572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1285006" y="5281001"/>
              <a:ext cx="923284" cy="295473"/>
            </a:xfrm>
            <a:prstGeom prst="rect">
              <a:avLst/>
            </a:prstGeom>
            <a:noFill/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1" name="Google Shape;1261;p24"/>
          <p:cNvSpPr/>
          <p:nvPr/>
        </p:nvSpPr>
        <p:spPr>
          <a:xfrm>
            <a:off x="4638892" y="231876"/>
            <a:ext cx="2136692" cy="3809719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24"/>
          <p:cNvSpPr txBox="1"/>
          <p:nvPr/>
        </p:nvSpPr>
        <p:spPr>
          <a:xfrm>
            <a:off x="4979749" y="5871"/>
            <a:ext cx="15773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25 - You do…</a:t>
            </a:r>
            <a:endParaRPr/>
          </a:p>
        </p:txBody>
      </p:sp>
      <p:sp>
        <p:nvSpPr>
          <p:cNvPr id="1263" name="Google Shape;1263;p24"/>
          <p:cNvSpPr/>
          <p:nvPr/>
        </p:nvSpPr>
        <p:spPr>
          <a:xfrm>
            <a:off x="2392982" y="239378"/>
            <a:ext cx="2176471" cy="3798569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24"/>
          <p:cNvSpPr txBox="1"/>
          <p:nvPr/>
        </p:nvSpPr>
        <p:spPr>
          <a:xfrm>
            <a:off x="2590616" y="8846"/>
            <a:ext cx="15543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24 - We do…</a:t>
            </a:r>
            <a:endParaRPr/>
          </a:p>
        </p:txBody>
      </p:sp>
      <p:sp>
        <p:nvSpPr>
          <p:cNvPr id="1265" name="Google Shape;1265;p24"/>
          <p:cNvSpPr txBox="1"/>
          <p:nvPr/>
        </p:nvSpPr>
        <p:spPr>
          <a:xfrm>
            <a:off x="584038" y="0"/>
            <a:ext cx="13870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23 - I do…</a:t>
            </a:r>
            <a:endParaRPr/>
          </a:p>
        </p:txBody>
      </p:sp>
      <p:sp>
        <p:nvSpPr>
          <p:cNvPr id="1266" name="Google Shape;1266;p24"/>
          <p:cNvSpPr/>
          <p:nvPr/>
        </p:nvSpPr>
        <p:spPr>
          <a:xfrm>
            <a:off x="169763" y="229888"/>
            <a:ext cx="2169020" cy="380507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24"/>
          <p:cNvSpPr txBox="1"/>
          <p:nvPr/>
        </p:nvSpPr>
        <p:spPr>
          <a:xfrm>
            <a:off x="222391" y="293570"/>
            <a:ext cx="194063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in the missing part of the bar model.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this information to complete the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family.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24"/>
          <p:cNvSpPr txBox="1"/>
          <p:nvPr/>
        </p:nvSpPr>
        <p:spPr>
          <a:xfrm>
            <a:off x="2496645" y="269968"/>
            <a:ext cx="188539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in the missing part of the bar model.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this information to complete the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family.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9" name="Google Shape;1269;p24"/>
          <p:cNvGrpSpPr/>
          <p:nvPr/>
        </p:nvGrpSpPr>
        <p:grpSpPr>
          <a:xfrm>
            <a:off x="567950" y="2325902"/>
            <a:ext cx="1348446" cy="1600438"/>
            <a:chOff x="570539" y="7210811"/>
            <a:chExt cx="1348446" cy="1600438"/>
          </a:xfrm>
        </p:grpSpPr>
        <p:sp>
          <p:nvSpPr>
            <p:cNvPr id="1270" name="Google Shape;1270;p24"/>
            <p:cNvSpPr txBox="1"/>
            <p:nvPr/>
          </p:nvSpPr>
          <p:spPr>
            <a:xfrm>
              <a:off x="570539" y="7210811"/>
              <a:ext cx="1348446" cy="160043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3042" l="-1357" r="-452" t="-7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1271" name="Google Shape;1271;p24"/>
            <p:cNvCxnSpPr/>
            <p:nvPr/>
          </p:nvCxnSpPr>
          <p:spPr>
            <a:xfrm>
              <a:off x="570539" y="7418623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2" name="Google Shape;1272;p24"/>
            <p:cNvCxnSpPr/>
            <p:nvPr/>
          </p:nvCxnSpPr>
          <p:spPr>
            <a:xfrm>
              <a:off x="1109310" y="7420384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3" name="Google Shape;1273;p24"/>
            <p:cNvCxnSpPr/>
            <p:nvPr/>
          </p:nvCxnSpPr>
          <p:spPr>
            <a:xfrm>
              <a:off x="570539" y="7884095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4" name="Google Shape;1274;p24"/>
            <p:cNvCxnSpPr/>
            <p:nvPr/>
          </p:nvCxnSpPr>
          <p:spPr>
            <a:xfrm>
              <a:off x="1109310" y="7880573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5" name="Google Shape;1275;p24"/>
            <p:cNvCxnSpPr/>
            <p:nvPr/>
          </p:nvCxnSpPr>
          <p:spPr>
            <a:xfrm>
              <a:off x="1115300" y="8275255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6" name="Google Shape;1276;p24"/>
            <p:cNvCxnSpPr/>
            <p:nvPr/>
          </p:nvCxnSpPr>
          <p:spPr>
            <a:xfrm>
              <a:off x="1629425" y="8275255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7" name="Google Shape;1277;p24"/>
            <p:cNvCxnSpPr/>
            <p:nvPr/>
          </p:nvCxnSpPr>
          <p:spPr>
            <a:xfrm>
              <a:off x="1113298" y="8696895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8" name="Google Shape;1278;p24"/>
            <p:cNvCxnSpPr/>
            <p:nvPr/>
          </p:nvCxnSpPr>
          <p:spPr>
            <a:xfrm>
              <a:off x="1629425" y="8696895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79" name="Google Shape;1279;p24"/>
          <p:cNvSpPr txBox="1"/>
          <p:nvPr/>
        </p:nvSpPr>
        <p:spPr>
          <a:xfrm>
            <a:off x="4764539" y="281287"/>
            <a:ext cx="188539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in the missing part of the bar model.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this information to complete the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family.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0" name="Google Shape;1280;p24"/>
          <p:cNvGrpSpPr/>
          <p:nvPr/>
        </p:nvGrpSpPr>
        <p:grpSpPr>
          <a:xfrm>
            <a:off x="2739479" y="1243531"/>
            <a:ext cx="1452428" cy="764171"/>
            <a:chOff x="60434" y="4991469"/>
            <a:chExt cx="2147856" cy="585005"/>
          </a:xfrm>
        </p:grpSpPr>
        <p:sp>
          <p:nvSpPr>
            <p:cNvPr id="1281" name="Google Shape;1281;p2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60434" y="5280836"/>
              <a:ext cx="155263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1613073" y="5281001"/>
              <a:ext cx="595217" cy="295473"/>
            </a:xfrm>
            <a:prstGeom prst="rect">
              <a:avLst/>
            </a:prstGeom>
            <a:noFill/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4" name="Google Shape;1284;p24"/>
          <p:cNvGrpSpPr/>
          <p:nvPr/>
        </p:nvGrpSpPr>
        <p:grpSpPr>
          <a:xfrm>
            <a:off x="5006975" y="1243531"/>
            <a:ext cx="1452429" cy="764171"/>
            <a:chOff x="60434" y="4991469"/>
            <a:chExt cx="2147857" cy="585005"/>
          </a:xfrm>
        </p:grpSpPr>
        <p:sp>
          <p:nvSpPr>
            <p:cNvPr id="1285" name="Google Shape;1285;p2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60435" y="5280836"/>
              <a:ext cx="141803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1478466" y="5281001"/>
              <a:ext cx="729825" cy="295473"/>
            </a:xfrm>
            <a:prstGeom prst="rect">
              <a:avLst/>
            </a:prstGeom>
            <a:noFill/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8" name="Google Shape;1288;p24"/>
          <p:cNvGrpSpPr/>
          <p:nvPr/>
        </p:nvGrpSpPr>
        <p:grpSpPr>
          <a:xfrm>
            <a:off x="2791470" y="2385477"/>
            <a:ext cx="1349387" cy="1600438"/>
            <a:chOff x="2771636" y="7376145"/>
            <a:chExt cx="1349387" cy="1600438"/>
          </a:xfrm>
        </p:grpSpPr>
        <p:grpSp>
          <p:nvGrpSpPr>
            <p:cNvPr id="1289" name="Google Shape;1289;p24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290" name="Google Shape;1290;p24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2662" l="0" r="-524" t="-76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291" name="Google Shape;1291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2" name="Google Shape;1292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3" name="Google Shape;1293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4" name="Google Shape;1294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5" name="Google Shape;1295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6" name="Google Shape;1296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7" name="Google Shape;1297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8" name="Google Shape;1298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99" name="Google Shape;1299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0" name="Google Shape;1300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1" name="Google Shape;1301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2" name="Google Shape;1302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03" name="Google Shape;1303;p24"/>
          <p:cNvGrpSpPr/>
          <p:nvPr/>
        </p:nvGrpSpPr>
        <p:grpSpPr>
          <a:xfrm>
            <a:off x="5067252" y="2396255"/>
            <a:ext cx="1349387" cy="1600438"/>
            <a:chOff x="2771636" y="7376145"/>
            <a:chExt cx="1349387" cy="1600438"/>
          </a:xfrm>
        </p:grpSpPr>
        <p:grpSp>
          <p:nvGrpSpPr>
            <p:cNvPr id="1304" name="Google Shape;1304;p24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305" name="Google Shape;1305;p24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-3053" l="0" r="-524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06" name="Google Shape;1306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7" name="Google Shape;1307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8" name="Google Shape;1308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9" name="Google Shape;1309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0" name="Google Shape;1310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1" name="Google Shape;1311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2" name="Google Shape;1312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3" name="Google Shape;1313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14" name="Google Shape;1314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5" name="Google Shape;1315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6" name="Google Shape;1316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7" name="Google Shape;1317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318" name="Google Shape;1318;p24"/>
          <p:cNvSpPr/>
          <p:nvPr/>
        </p:nvSpPr>
        <p:spPr>
          <a:xfrm>
            <a:off x="1338647" y="4137002"/>
            <a:ext cx="53197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Fill in the missing part of the bar model. Use this information to complete the number family.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9" name="Google Shape;1319;p24"/>
          <p:cNvGrpSpPr/>
          <p:nvPr/>
        </p:nvGrpSpPr>
        <p:grpSpPr>
          <a:xfrm>
            <a:off x="250442" y="4675400"/>
            <a:ext cx="1406607" cy="764171"/>
            <a:chOff x="60434" y="4991469"/>
            <a:chExt cx="2147856" cy="585005"/>
          </a:xfrm>
        </p:grpSpPr>
        <p:sp>
          <p:nvSpPr>
            <p:cNvPr id="1320" name="Google Shape;1320;p2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24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24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3" name="Google Shape;1323;p24"/>
          <p:cNvGrpSpPr/>
          <p:nvPr/>
        </p:nvGrpSpPr>
        <p:grpSpPr>
          <a:xfrm>
            <a:off x="1984023" y="4663112"/>
            <a:ext cx="1406607" cy="764171"/>
            <a:chOff x="60434" y="4991469"/>
            <a:chExt cx="2147856" cy="585005"/>
          </a:xfrm>
        </p:grpSpPr>
        <p:sp>
          <p:nvSpPr>
            <p:cNvPr id="1324" name="Google Shape;1324;p2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24"/>
            <p:cNvSpPr/>
            <p:nvPr/>
          </p:nvSpPr>
          <p:spPr>
            <a:xfrm>
              <a:off x="60434" y="5280836"/>
              <a:ext cx="111128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24"/>
            <p:cNvSpPr/>
            <p:nvPr/>
          </p:nvSpPr>
          <p:spPr>
            <a:xfrm>
              <a:off x="1171720" y="5281001"/>
              <a:ext cx="103657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7" name="Google Shape;1327;p24"/>
          <p:cNvGrpSpPr/>
          <p:nvPr/>
        </p:nvGrpSpPr>
        <p:grpSpPr>
          <a:xfrm>
            <a:off x="3688482" y="4675400"/>
            <a:ext cx="1406607" cy="764171"/>
            <a:chOff x="60434" y="4991469"/>
            <a:chExt cx="2147856" cy="585005"/>
          </a:xfrm>
        </p:grpSpPr>
        <p:sp>
          <p:nvSpPr>
            <p:cNvPr id="1328" name="Google Shape;1328;p2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24"/>
            <p:cNvSpPr/>
            <p:nvPr/>
          </p:nvSpPr>
          <p:spPr>
            <a:xfrm>
              <a:off x="60436" y="5280836"/>
              <a:ext cx="27720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24"/>
            <p:cNvSpPr/>
            <p:nvPr/>
          </p:nvSpPr>
          <p:spPr>
            <a:xfrm>
              <a:off x="337641" y="5281001"/>
              <a:ext cx="187064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1" name="Google Shape;1331;p24"/>
          <p:cNvGrpSpPr/>
          <p:nvPr/>
        </p:nvGrpSpPr>
        <p:grpSpPr>
          <a:xfrm>
            <a:off x="5392941" y="4675400"/>
            <a:ext cx="1406607" cy="764171"/>
            <a:chOff x="60434" y="4991469"/>
            <a:chExt cx="2147856" cy="585005"/>
          </a:xfrm>
        </p:grpSpPr>
        <p:sp>
          <p:nvSpPr>
            <p:cNvPr id="1332" name="Google Shape;1332;p2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24"/>
            <p:cNvSpPr/>
            <p:nvPr/>
          </p:nvSpPr>
          <p:spPr>
            <a:xfrm>
              <a:off x="60434" y="5280836"/>
              <a:ext cx="161005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24"/>
            <p:cNvSpPr/>
            <p:nvPr/>
          </p:nvSpPr>
          <p:spPr>
            <a:xfrm>
              <a:off x="1670489" y="5281001"/>
              <a:ext cx="53780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5" name="Google Shape;1335;p24"/>
          <p:cNvSpPr/>
          <p:nvPr/>
        </p:nvSpPr>
        <p:spPr>
          <a:xfrm>
            <a:off x="159552" y="4094581"/>
            <a:ext cx="1179095" cy="441705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6" name="Google Shape;133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9197" y="5455983"/>
            <a:ext cx="1526501" cy="1621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42812" y="5455983"/>
            <a:ext cx="1526503" cy="1621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8" name="Google Shape;133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22552" y="5455981"/>
            <a:ext cx="1526503" cy="1621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9" name="Google Shape;133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2292" y="5455981"/>
            <a:ext cx="1526503" cy="1621910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24"/>
          <p:cNvSpPr txBox="1"/>
          <p:nvPr/>
        </p:nvSpPr>
        <p:spPr>
          <a:xfrm>
            <a:off x="0" y="4575108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24"/>
          <p:cNvSpPr txBox="1"/>
          <p:nvPr/>
        </p:nvSpPr>
        <p:spPr>
          <a:xfrm>
            <a:off x="1708702" y="4575108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24"/>
          <p:cNvSpPr txBox="1"/>
          <p:nvPr/>
        </p:nvSpPr>
        <p:spPr>
          <a:xfrm>
            <a:off x="3410451" y="4587921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24"/>
          <p:cNvSpPr txBox="1"/>
          <p:nvPr/>
        </p:nvSpPr>
        <p:spPr>
          <a:xfrm>
            <a:off x="5141739" y="4587921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24"/>
          <p:cNvSpPr txBox="1"/>
          <p:nvPr/>
        </p:nvSpPr>
        <p:spPr>
          <a:xfrm>
            <a:off x="5360624" y="953327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5" name="Google Shape;1345;p24"/>
          <p:cNvGrpSpPr/>
          <p:nvPr/>
        </p:nvGrpSpPr>
        <p:grpSpPr>
          <a:xfrm>
            <a:off x="250442" y="7369360"/>
            <a:ext cx="1406607" cy="764171"/>
            <a:chOff x="60434" y="4991469"/>
            <a:chExt cx="2147856" cy="585005"/>
          </a:xfrm>
        </p:grpSpPr>
        <p:sp>
          <p:nvSpPr>
            <p:cNvPr id="1346" name="Google Shape;1346;p2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24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24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9" name="Google Shape;1349;p24"/>
          <p:cNvGrpSpPr/>
          <p:nvPr/>
        </p:nvGrpSpPr>
        <p:grpSpPr>
          <a:xfrm>
            <a:off x="1984023" y="7357072"/>
            <a:ext cx="1406607" cy="764171"/>
            <a:chOff x="60434" y="4991469"/>
            <a:chExt cx="2147856" cy="585005"/>
          </a:xfrm>
        </p:grpSpPr>
        <p:sp>
          <p:nvSpPr>
            <p:cNvPr id="1350" name="Google Shape;1350;p2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24"/>
            <p:cNvSpPr/>
            <p:nvPr/>
          </p:nvSpPr>
          <p:spPr>
            <a:xfrm>
              <a:off x="60434" y="5280836"/>
              <a:ext cx="108173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24"/>
            <p:cNvSpPr/>
            <p:nvPr/>
          </p:nvSpPr>
          <p:spPr>
            <a:xfrm>
              <a:off x="1142167" y="5281001"/>
              <a:ext cx="106612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3" name="Google Shape;1353;p24"/>
          <p:cNvGrpSpPr/>
          <p:nvPr/>
        </p:nvGrpSpPr>
        <p:grpSpPr>
          <a:xfrm>
            <a:off x="3688482" y="7369360"/>
            <a:ext cx="1406607" cy="764171"/>
            <a:chOff x="60434" y="4991469"/>
            <a:chExt cx="2147856" cy="585005"/>
          </a:xfrm>
        </p:grpSpPr>
        <p:sp>
          <p:nvSpPr>
            <p:cNvPr id="1354" name="Google Shape;1354;p2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24"/>
            <p:cNvSpPr/>
            <p:nvPr/>
          </p:nvSpPr>
          <p:spPr>
            <a:xfrm>
              <a:off x="60434" y="5280836"/>
              <a:ext cx="153654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24"/>
            <p:cNvSpPr/>
            <p:nvPr/>
          </p:nvSpPr>
          <p:spPr>
            <a:xfrm>
              <a:off x="1596980" y="5281001"/>
              <a:ext cx="61131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7" name="Google Shape;1357;p24"/>
          <p:cNvGrpSpPr/>
          <p:nvPr/>
        </p:nvGrpSpPr>
        <p:grpSpPr>
          <a:xfrm>
            <a:off x="5392941" y="7369360"/>
            <a:ext cx="1406607" cy="764171"/>
            <a:chOff x="60434" y="4991469"/>
            <a:chExt cx="2147856" cy="585005"/>
          </a:xfrm>
        </p:grpSpPr>
        <p:sp>
          <p:nvSpPr>
            <p:cNvPr id="1358" name="Google Shape;1358;p24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24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24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1" name="Google Shape;1361;p24"/>
          <p:cNvGrpSpPr/>
          <p:nvPr/>
        </p:nvGrpSpPr>
        <p:grpSpPr>
          <a:xfrm>
            <a:off x="250442" y="8149406"/>
            <a:ext cx="1349387" cy="1600438"/>
            <a:chOff x="2771636" y="7376145"/>
            <a:chExt cx="1349387" cy="1600438"/>
          </a:xfrm>
        </p:grpSpPr>
        <p:grpSp>
          <p:nvGrpSpPr>
            <p:cNvPr id="1362" name="Google Shape;1362;p24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363" name="Google Shape;1363;p24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-3042" l="0" r="-524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64" name="Google Shape;1364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5" name="Google Shape;1365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6" name="Google Shape;1366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7" name="Google Shape;1367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8" name="Google Shape;1368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9" name="Google Shape;1369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0" name="Google Shape;1370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1" name="Google Shape;1371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72" name="Google Shape;1372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3" name="Google Shape;1373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4" name="Google Shape;1374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5" name="Google Shape;1375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76" name="Google Shape;1376;p24"/>
          <p:cNvGrpSpPr/>
          <p:nvPr/>
        </p:nvGrpSpPr>
        <p:grpSpPr>
          <a:xfrm>
            <a:off x="1978601" y="8149406"/>
            <a:ext cx="1349387" cy="1600438"/>
            <a:chOff x="2771636" y="7376145"/>
            <a:chExt cx="1349387" cy="1600438"/>
          </a:xfrm>
        </p:grpSpPr>
        <p:grpSp>
          <p:nvGrpSpPr>
            <p:cNvPr id="1377" name="Google Shape;1377;p24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378" name="Google Shape;1378;p24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79" name="Google Shape;1379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0" name="Google Shape;1380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1" name="Google Shape;1381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2" name="Google Shape;1382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3" name="Google Shape;1383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4" name="Google Shape;1384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5" name="Google Shape;1385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6" name="Google Shape;1386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87" name="Google Shape;1387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8" name="Google Shape;1388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9" name="Google Shape;1389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0" name="Google Shape;1390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91" name="Google Shape;1391;p24"/>
          <p:cNvGrpSpPr/>
          <p:nvPr/>
        </p:nvGrpSpPr>
        <p:grpSpPr>
          <a:xfrm>
            <a:off x="3713121" y="8149406"/>
            <a:ext cx="1349387" cy="1600438"/>
            <a:chOff x="2771636" y="7376145"/>
            <a:chExt cx="1349387" cy="1600438"/>
          </a:xfrm>
        </p:grpSpPr>
        <p:grpSp>
          <p:nvGrpSpPr>
            <p:cNvPr id="1392" name="Google Shape;1392;p24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393" name="Google Shape;1393;p24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-3042" l="0" r="-524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94" name="Google Shape;1394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5" name="Google Shape;1395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6" name="Google Shape;1396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7" name="Google Shape;1397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8" name="Google Shape;1398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9" name="Google Shape;1399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0" name="Google Shape;1400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1" name="Google Shape;1401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402" name="Google Shape;1402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3" name="Google Shape;1403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4" name="Google Shape;1404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5" name="Google Shape;1405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06" name="Google Shape;1406;p24"/>
          <p:cNvGrpSpPr/>
          <p:nvPr/>
        </p:nvGrpSpPr>
        <p:grpSpPr>
          <a:xfrm>
            <a:off x="5392941" y="8149406"/>
            <a:ext cx="1349387" cy="1600438"/>
            <a:chOff x="2771636" y="7376145"/>
            <a:chExt cx="1349387" cy="1600438"/>
          </a:xfrm>
        </p:grpSpPr>
        <p:grpSp>
          <p:nvGrpSpPr>
            <p:cNvPr id="1407" name="Google Shape;1407;p24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408" name="Google Shape;1408;p24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409" name="Google Shape;1409;p24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0" name="Google Shape;1410;p24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1" name="Google Shape;1411;p24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2" name="Google Shape;1412;p24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3" name="Google Shape;1413;p24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4" name="Google Shape;1414;p24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5" name="Google Shape;1415;p24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6" name="Google Shape;1416;p24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417" name="Google Shape;1417;p24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8" name="Google Shape;1418;p24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9" name="Google Shape;1419;p24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0" name="Google Shape;1420;p24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21" name="Google Shape;1421;p24"/>
          <p:cNvSpPr txBox="1"/>
          <p:nvPr/>
        </p:nvSpPr>
        <p:spPr>
          <a:xfrm>
            <a:off x="30105" y="7162110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24"/>
          <p:cNvSpPr txBox="1"/>
          <p:nvPr/>
        </p:nvSpPr>
        <p:spPr>
          <a:xfrm>
            <a:off x="1738807" y="7162110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24"/>
          <p:cNvSpPr txBox="1"/>
          <p:nvPr/>
        </p:nvSpPr>
        <p:spPr>
          <a:xfrm>
            <a:off x="3440556" y="7174923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24"/>
          <p:cNvSpPr txBox="1"/>
          <p:nvPr/>
        </p:nvSpPr>
        <p:spPr>
          <a:xfrm>
            <a:off x="5171844" y="7174923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24"/>
          <p:cNvSpPr txBox="1"/>
          <p:nvPr/>
        </p:nvSpPr>
        <p:spPr>
          <a:xfrm>
            <a:off x="1467726" y="1631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26" name="Google Shape;1426;p24"/>
          <p:cNvSpPr txBox="1"/>
          <p:nvPr/>
        </p:nvSpPr>
        <p:spPr>
          <a:xfrm>
            <a:off x="3883531" y="161920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27" name="Google Shape;1427;p24"/>
          <p:cNvSpPr txBox="1"/>
          <p:nvPr/>
        </p:nvSpPr>
        <p:spPr>
          <a:xfrm>
            <a:off x="6111578" y="165562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28" name="Google Shape;1428;p24"/>
          <p:cNvSpPr txBox="1"/>
          <p:nvPr/>
        </p:nvSpPr>
        <p:spPr>
          <a:xfrm>
            <a:off x="611667" y="2220670"/>
            <a:ext cx="8947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6         4</a:t>
            </a:r>
            <a:endParaRPr/>
          </a:p>
        </p:txBody>
      </p:sp>
      <p:sp>
        <p:nvSpPr>
          <p:cNvPr id="1429" name="Google Shape;1429;p24"/>
          <p:cNvSpPr txBox="1"/>
          <p:nvPr/>
        </p:nvSpPr>
        <p:spPr>
          <a:xfrm>
            <a:off x="588563" y="2673332"/>
            <a:ext cx="8947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4         6</a:t>
            </a:r>
            <a:endParaRPr/>
          </a:p>
        </p:txBody>
      </p:sp>
      <p:sp>
        <p:nvSpPr>
          <p:cNvPr id="1430" name="Google Shape;1430;p24"/>
          <p:cNvSpPr txBox="1"/>
          <p:nvPr/>
        </p:nvSpPr>
        <p:spPr>
          <a:xfrm>
            <a:off x="1119219" y="3065769"/>
            <a:ext cx="8947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6         4</a:t>
            </a:r>
            <a:endParaRPr/>
          </a:p>
        </p:txBody>
      </p:sp>
      <p:sp>
        <p:nvSpPr>
          <p:cNvPr id="1431" name="Google Shape;1431;p24"/>
          <p:cNvSpPr txBox="1"/>
          <p:nvPr/>
        </p:nvSpPr>
        <p:spPr>
          <a:xfrm>
            <a:off x="1106098" y="3489301"/>
            <a:ext cx="8947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4         6</a:t>
            </a:r>
            <a:endParaRPr/>
          </a:p>
        </p:txBody>
      </p:sp>
      <p:sp>
        <p:nvSpPr>
          <p:cNvPr id="1432" name="Google Shape;1432;p24"/>
          <p:cNvSpPr txBox="1"/>
          <p:nvPr/>
        </p:nvSpPr>
        <p:spPr>
          <a:xfrm>
            <a:off x="2841198" y="2332937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6         2       8</a:t>
            </a:r>
            <a:endParaRPr/>
          </a:p>
        </p:txBody>
      </p:sp>
      <p:sp>
        <p:nvSpPr>
          <p:cNvPr id="1433" name="Google Shape;1433;p24"/>
          <p:cNvSpPr txBox="1"/>
          <p:nvPr/>
        </p:nvSpPr>
        <p:spPr>
          <a:xfrm>
            <a:off x="2832273" y="2772099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2        6       8</a:t>
            </a:r>
            <a:endParaRPr/>
          </a:p>
        </p:txBody>
      </p:sp>
      <p:sp>
        <p:nvSpPr>
          <p:cNvPr id="1434" name="Google Shape;1434;p24"/>
          <p:cNvSpPr txBox="1"/>
          <p:nvPr/>
        </p:nvSpPr>
        <p:spPr>
          <a:xfrm>
            <a:off x="2857770" y="3180208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8         6       2</a:t>
            </a:r>
            <a:endParaRPr/>
          </a:p>
        </p:txBody>
      </p:sp>
      <p:sp>
        <p:nvSpPr>
          <p:cNvPr id="1435" name="Google Shape;1435;p24"/>
          <p:cNvSpPr txBox="1"/>
          <p:nvPr/>
        </p:nvSpPr>
        <p:spPr>
          <a:xfrm>
            <a:off x="2884175" y="3604220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8         2       6</a:t>
            </a:r>
            <a:endParaRPr/>
          </a:p>
        </p:txBody>
      </p:sp>
      <p:sp>
        <p:nvSpPr>
          <p:cNvPr id="1436" name="Google Shape;1436;p24"/>
          <p:cNvSpPr txBox="1"/>
          <p:nvPr/>
        </p:nvSpPr>
        <p:spPr>
          <a:xfrm>
            <a:off x="5068657" y="2321893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6         3       9</a:t>
            </a:r>
            <a:endParaRPr/>
          </a:p>
        </p:txBody>
      </p:sp>
      <p:sp>
        <p:nvSpPr>
          <p:cNvPr id="1437" name="Google Shape;1437;p24"/>
          <p:cNvSpPr txBox="1"/>
          <p:nvPr/>
        </p:nvSpPr>
        <p:spPr>
          <a:xfrm>
            <a:off x="5122792" y="2772099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3         6       9</a:t>
            </a:r>
            <a:endParaRPr/>
          </a:p>
        </p:txBody>
      </p:sp>
      <p:sp>
        <p:nvSpPr>
          <p:cNvPr id="1438" name="Google Shape;1438;p24"/>
          <p:cNvSpPr txBox="1"/>
          <p:nvPr/>
        </p:nvSpPr>
        <p:spPr>
          <a:xfrm>
            <a:off x="5068657" y="3197474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9         6       3</a:t>
            </a:r>
            <a:endParaRPr/>
          </a:p>
        </p:txBody>
      </p:sp>
      <p:sp>
        <p:nvSpPr>
          <p:cNvPr id="1439" name="Google Shape;1439;p24"/>
          <p:cNvSpPr txBox="1"/>
          <p:nvPr/>
        </p:nvSpPr>
        <p:spPr>
          <a:xfrm>
            <a:off x="5109528" y="3632035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9         3       6</a:t>
            </a:r>
            <a:endParaRPr/>
          </a:p>
        </p:txBody>
      </p:sp>
      <p:sp>
        <p:nvSpPr>
          <p:cNvPr id="1440" name="Google Shape;1440;p24"/>
          <p:cNvSpPr txBox="1"/>
          <p:nvPr/>
        </p:nvSpPr>
        <p:spPr>
          <a:xfrm>
            <a:off x="151561" y="5387113"/>
            <a:ext cx="1499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4         6       10</a:t>
            </a:r>
            <a:endParaRPr/>
          </a:p>
        </p:txBody>
      </p:sp>
      <p:sp>
        <p:nvSpPr>
          <p:cNvPr id="1441" name="Google Shape;1441;p24"/>
          <p:cNvSpPr txBox="1"/>
          <p:nvPr/>
        </p:nvSpPr>
        <p:spPr>
          <a:xfrm>
            <a:off x="142636" y="5826275"/>
            <a:ext cx="1499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6         4       10</a:t>
            </a:r>
            <a:endParaRPr/>
          </a:p>
        </p:txBody>
      </p:sp>
      <p:sp>
        <p:nvSpPr>
          <p:cNvPr id="1442" name="Google Shape;1442;p24"/>
          <p:cNvSpPr txBox="1"/>
          <p:nvPr/>
        </p:nvSpPr>
        <p:spPr>
          <a:xfrm>
            <a:off x="168133" y="6234384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10       4       6</a:t>
            </a:r>
            <a:endParaRPr/>
          </a:p>
        </p:txBody>
      </p:sp>
      <p:sp>
        <p:nvSpPr>
          <p:cNvPr id="1443" name="Google Shape;1443;p24"/>
          <p:cNvSpPr txBox="1"/>
          <p:nvPr/>
        </p:nvSpPr>
        <p:spPr>
          <a:xfrm>
            <a:off x="194538" y="6658396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10      6       4</a:t>
            </a:r>
            <a:endParaRPr/>
          </a:p>
        </p:txBody>
      </p:sp>
      <p:sp>
        <p:nvSpPr>
          <p:cNvPr id="1444" name="Google Shape;1444;p24"/>
          <p:cNvSpPr txBox="1"/>
          <p:nvPr/>
        </p:nvSpPr>
        <p:spPr>
          <a:xfrm>
            <a:off x="1976888" y="5418629"/>
            <a:ext cx="1499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5         5       10</a:t>
            </a:r>
            <a:endParaRPr/>
          </a:p>
        </p:txBody>
      </p:sp>
      <p:sp>
        <p:nvSpPr>
          <p:cNvPr id="1445" name="Google Shape;1445;p24"/>
          <p:cNvSpPr txBox="1"/>
          <p:nvPr/>
        </p:nvSpPr>
        <p:spPr>
          <a:xfrm>
            <a:off x="1967963" y="5857791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5        5       10</a:t>
            </a:r>
            <a:endParaRPr/>
          </a:p>
        </p:txBody>
      </p:sp>
      <p:sp>
        <p:nvSpPr>
          <p:cNvPr id="1446" name="Google Shape;1446;p24"/>
          <p:cNvSpPr txBox="1"/>
          <p:nvPr/>
        </p:nvSpPr>
        <p:spPr>
          <a:xfrm>
            <a:off x="1993460" y="6265900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10      5       5</a:t>
            </a:r>
            <a:endParaRPr/>
          </a:p>
        </p:txBody>
      </p:sp>
      <p:sp>
        <p:nvSpPr>
          <p:cNvPr id="1447" name="Google Shape;1447;p24"/>
          <p:cNvSpPr txBox="1"/>
          <p:nvPr/>
        </p:nvSpPr>
        <p:spPr>
          <a:xfrm>
            <a:off x="2019865" y="6689912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10     5       5</a:t>
            </a:r>
            <a:endParaRPr/>
          </a:p>
        </p:txBody>
      </p:sp>
      <p:sp>
        <p:nvSpPr>
          <p:cNvPr id="1448" name="Google Shape;1448;p24"/>
          <p:cNvSpPr txBox="1"/>
          <p:nvPr/>
        </p:nvSpPr>
        <p:spPr>
          <a:xfrm>
            <a:off x="3631042" y="5411526"/>
            <a:ext cx="1499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1         9       10</a:t>
            </a:r>
            <a:endParaRPr/>
          </a:p>
        </p:txBody>
      </p:sp>
      <p:sp>
        <p:nvSpPr>
          <p:cNvPr id="1449" name="Google Shape;1449;p24"/>
          <p:cNvSpPr txBox="1"/>
          <p:nvPr/>
        </p:nvSpPr>
        <p:spPr>
          <a:xfrm>
            <a:off x="3622117" y="5850688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9        1       10</a:t>
            </a:r>
            <a:endParaRPr/>
          </a:p>
        </p:txBody>
      </p:sp>
      <p:sp>
        <p:nvSpPr>
          <p:cNvPr id="1450" name="Google Shape;1450;p24"/>
          <p:cNvSpPr txBox="1"/>
          <p:nvPr/>
        </p:nvSpPr>
        <p:spPr>
          <a:xfrm>
            <a:off x="3647614" y="6258797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10       1       9</a:t>
            </a:r>
            <a:endParaRPr/>
          </a:p>
        </p:txBody>
      </p:sp>
      <p:sp>
        <p:nvSpPr>
          <p:cNvPr id="1451" name="Google Shape;1451;p24"/>
          <p:cNvSpPr txBox="1"/>
          <p:nvPr/>
        </p:nvSpPr>
        <p:spPr>
          <a:xfrm>
            <a:off x="3674019" y="6682809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10      9       1</a:t>
            </a:r>
            <a:endParaRPr/>
          </a:p>
        </p:txBody>
      </p:sp>
      <p:sp>
        <p:nvSpPr>
          <p:cNvPr id="1452" name="Google Shape;1452;p24"/>
          <p:cNvSpPr txBox="1"/>
          <p:nvPr/>
        </p:nvSpPr>
        <p:spPr>
          <a:xfrm>
            <a:off x="5321454" y="5363949"/>
            <a:ext cx="1499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8         2       10</a:t>
            </a:r>
            <a:endParaRPr/>
          </a:p>
        </p:txBody>
      </p:sp>
      <p:sp>
        <p:nvSpPr>
          <p:cNvPr id="1453" name="Google Shape;1453;p24"/>
          <p:cNvSpPr txBox="1"/>
          <p:nvPr/>
        </p:nvSpPr>
        <p:spPr>
          <a:xfrm>
            <a:off x="5382387" y="5814548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2        8      10</a:t>
            </a:r>
            <a:endParaRPr/>
          </a:p>
        </p:txBody>
      </p:sp>
      <p:sp>
        <p:nvSpPr>
          <p:cNvPr id="1454" name="Google Shape;1454;p24"/>
          <p:cNvSpPr txBox="1"/>
          <p:nvPr/>
        </p:nvSpPr>
        <p:spPr>
          <a:xfrm>
            <a:off x="5338026" y="6211220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10      8       2</a:t>
            </a:r>
            <a:endParaRPr/>
          </a:p>
        </p:txBody>
      </p:sp>
      <p:sp>
        <p:nvSpPr>
          <p:cNvPr id="1455" name="Google Shape;1455;p24"/>
          <p:cNvSpPr txBox="1"/>
          <p:nvPr/>
        </p:nvSpPr>
        <p:spPr>
          <a:xfrm>
            <a:off x="5364431" y="6635232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10      2       8</a:t>
            </a:r>
            <a:endParaRPr/>
          </a:p>
        </p:txBody>
      </p:sp>
      <p:sp>
        <p:nvSpPr>
          <p:cNvPr id="1456" name="Google Shape;1456;p24"/>
          <p:cNvSpPr txBox="1"/>
          <p:nvPr/>
        </p:nvSpPr>
        <p:spPr>
          <a:xfrm>
            <a:off x="1002977" y="5020081"/>
            <a:ext cx="2810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24"/>
          <p:cNvSpPr txBox="1"/>
          <p:nvPr/>
        </p:nvSpPr>
        <p:spPr>
          <a:xfrm>
            <a:off x="2865248" y="4978127"/>
            <a:ext cx="426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24"/>
          <p:cNvSpPr txBox="1"/>
          <p:nvPr/>
        </p:nvSpPr>
        <p:spPr>
          <a:xfrm>
            <a:off x="4237582" y="5054762"/>
            <a:ext cx="5713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24"/>
          <p:cNvSpPr txBox="1"/>
          <p:nvPr/>
        </p:nvSpPr>
        <p:spPr>
          <a:xfrm>
            <a:off x="6447348" y="5006090"/>
            <a:ext cx="34938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24"/>
          <p:cNvSpPr txBox="1"/>
          <p:nvPr/>
        </p:nvSpPr>
        <p:spPr>
          <a:xfrm>
            <a:off x="230356" y="8097964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4         3       7</a:t>
            </a:r>
            <a:endParaRPr/>
          </a:p>
        </p:txBody>
      </p:sp>
      <p:sp>
        <p:nvSpPr>
          <p:cNvPr id="1461" name="Google Shape;1461;p24"/>
          <p:cNvSpPr txBox="1"/>
          <p:nvPr/>
        </p:nvSpPr>
        <p:spPr>
          <a:xfrm>
            <a:off x="221431" y="8537126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3         4       7</a:t>
            </a:r>
            <a:endParaRPr/>
          </a:p>
        </p:txBody>
      </p:sp>
      <p:sp>
        <p:nvSpPr>
          <p:cNvPr id="1462" name="Google Shape;1462;p24"/>
          <p:cNvSpPr txBox="1"/>
          <p:nvPr/>
        </p:nvSpPr>
        <p:spPr>
          <a:xfrm>
            <a:off x="246928" y="8945235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7        4       3</a:t>
            </a:r>
            <a:endParaRPr/>
          </a:p>
        </p:txBody>
      </p:sp>
      <p:sp>
        <p:nvSpPr>
          <p:cNvPr id="1463" name="Google Shape;1463;p24"/>
          <p:cNvSpPr txBox="1"/>
          <p:nvPr/>
        </p:nvSpPr>
        <p:spPr>
          <a:xfrm>
            <a:off x="273333" y="9369247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7       3       4</a:t>
            </a:r>
            <a:endParaRPr/>
          </a:p>
        </p:txBody>
      </p:sp>
      <p:sp>
        <p:nvSpPr>
          <p:cNvPr id="1464" name="Google Shape;1464;p24"/>
          <p:cNvSpPr txBox="1"/>
          <p:nvPr/>
        </p:nvSpPr>
        <p:spPr>
          <a:xfrm>
            <a:off x="1935739" y="8015878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4         4       8</a:t>
            </a:r>
            <a:endParaRPr/>
          </a:p>
        </p:txBody>
      </p:sp>
      <p:sp>
        <p:nvSpPr>
          <p:cNvPr id="1465" name="Google Shape;1465;p24"/>
          <p:cNvSpPr txBox="1"/>
          <p:nvPr/>
        </p:nvSpPr>
        <p:spPr>
          <a:xfrm>
            <a:off x="1995396" y="8456438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4         4       8</a:t>
            </a:r>
            <a:endParaRPr/>
          </a:p>
        </p:txBody>
      </p:sp>
      <p:sp>
        <p:nvSpPr>
          <p:cNvPr id="1466" name="Google Shape;1466;p24"/>
          <p:cNvSpPr txBox="1"/>
          <p:nvPr/>
        </p:nvSpPr>
        <p:spPr>
          <a:xfrm>
            <a:off x="1952311" y="8863149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8         4       4</a:t>
            </a:r>
            <a:endParaRPr/>
          </a:p>
        </p:txBody>
      </p:sp>
      <p:sp>
        <p:nvSpPr>
          <p:cNvPr id="1467" name="Google Shape;1467;p24"/>
          <p:cNvSpPr txBox="1"/>
          <p:nvPr/>
        </p:nvSpPr>
        <p:spPr>
          <a:xfrm>
            <a:off x="1978716" y="928716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8        4       4</a:t>
            </a:r>
            <a:endParaRPr/>
          </a:p>
        </p:txBody>
      </p:sp>
      <p:sp>
        <p:nvSpPr>
          <p:cNvPr id="1468" name="Google Shape;1468;p24"/>
          <p:cNvSpPr txBox="1"/>
          <p:nvPr/>
        </p:nvSpPr>
        <p:spPr>
          <a:xfrm>
            <a:off x="3735508" y="8027904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4         2       6</a:t>
            </a:r>
            <a:endParaRPr/>
          </a:p>
        </p:txBody>
      </p:sp>
      <p:sp>
        <p:nvSpPr>
          <p:cNvPr id="1469" name="Google Shape;1469;p24"/>
          <p:cNvSpPr txBox="1"/>
          <p:nvPr/>
        </p:nvSpPr>
        <p:spPr>
          <a:xfrm>
            <a:off x="3726583" y="8467066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2         4       6</a:t>
            </a:r>
            <a:endParaRPr/>
          </a:p>
        </p:txBody>
      </p:sp>
      <p:sp>
        <p:nvSpPr>
          <p:cNvPr id="1470" name="Google Shape;1470;p24"/>
          <p:cNvSpPr txBox="1"/>
          <p:nvPr/>
        </p:nvSpPr>
        <p:spPr>
          <a:xfrm>
            <a:off x="3752080" y="8875175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6       4        2</a:t>
            </a:r>
            <a:endParaRPr/>
          </a:p>
        </p:txBody>
      </p:sp>
      <p:sp>
        <p:nvSpPr>
          <p:cNvPr id="1471" name="Google Shape;1471;p24"/>
          <p:cNvSpPr txBox="1"/>
          <p:nvPr/>
        </p:nvSpPr>
        <p:spPr>
          <a:xfrm>
            <a:off x="3833678" y="9296190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6      2        4</a:t>
            </a:r>
            <a:endParaRPr/>
          </a:p>
        </p:txBody>
      </p:sp>
      <p:sp>
        <p:nvSpPr>
          <p:cNvPr id="1472" name="Google Shape;1472;p24"/>
          <p:cNvSpPr txBox="1"/>
          <p:nvPr/>
        </p:nvSpPr>
        <p:spPr>
          <a:xfrm>
            <a:off x="5402486" y="8097964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4         5       9</a:t>
            </a:r>
            <a:endParaRPr/>
          </a:p>
        </p:txBody>
      </p:sp>
      <p:sp>
        <p:nvSpPr>
          <p:cNvPr id="1473" name="Google Shape;1473;p24"/>
          <p:cNvSpPr txBox="1"/>
          <p:nvPr/>
        </p:nvSpPr>
        <p:spPr>
          <a:xfrm>
            <a:off x="5393561" y="8537126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5         4       9</a:t>
            </a:r>
            <a:endParaRPr/>
          </a:p>
        </p:txBody>
      </p:sp>
      <p:sp>
        <p:nvSpPr>
          <p:cNvPr id="1474" name="Google Shape;1474;p24"/>
          <p:cNvSpPr txBox="1"/>
          <p:nvPr/>
        </p:nvSpPr>
        <p:spPr>
          <a:xfrm>
            <a:off x="5419058" y="8945235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9        4       5</a:t>
            </a:r>
            <a:endParaRPr/>
          </a:p>
        </p:txBody>
      </p:sp>
      <p:sp>
        <p:nvSpPr>
          <p:cNvPr id="1475" name="Google Shape;1475;p24"/>
          <p:cNvSpPr txBox="1"/>
          <p:nvPr/>
        </p:nvSpPr>
        <p:spPr>
          <a:xfrm>
            <a:off x="5445463" y="9369247"/>
            <a:ext cx="1276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9       5       4</a:t>
            </a:r>
            <a:endParaRPr/>
          </a:p>
        </p:txBody>
      </p:sp>
      <p:sp>
        <p:nvSpPr>
          <p:cNvPr id="1476" name="Google Shape;1476;p24"/>
          <p:cNvSpPr txBox="1"/>
          <p:nvPr/>
        </p:nvSpPr>
        <p:spPr>
          <a:xfrm>
            <a:off x="1039778" y="776619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77" name="Google Shape;1477;p24"/>
          <p:cNvSpPr txBox="1"/>
          <p:nvPr/>
        </p:nvSpPr>
        <p:spPr>
          <a:xfrm>
            <a:off x="2867584" y="773870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78" name="Google Shape;1478;p24"/>
          <p:cNvSpPr txBox="1"/>
          <p:nvPr/>
        </p:nvSpPr>
        <p:spPr>
          <a:xfrm>
            <a:off x="4768844" y="775274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79" name="Google Shape;1479;p24"/>
          <p:cNvSpPr txBox="1"/>
          <p:nvPr/>
        </p:nvSpPr>
        <p:spPr>
          <a:xfrm>
            <a:off x="6159090" y="778008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25"/>
          <p:cNvGrpSpPr/>
          <p:nvPr/>
        </p:nvGrpSpPr>
        <p:grpSpPr>
          <a:xfrm>
            <a:off x="185429" y="381517"/>
            <a:ext cx="1406607" cy="764171"/>
            <a:chOff x="60434" y="4991469"/>
            <a:chExt cx="2147856" cy="585005"/>
          </a:xfrm>
        </p:grpSpPr>
        <p:sp>
          <p:nvSpPr>
            <p:cNvPr id="1485" name="Google Shape;1485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25"/>
            <p:cNvSpPr/>
            <p:nvPr/>
          </p:nvSpPr>
          <p:spPr>
            <a:xfrm>
              <a:off x="60434" y="5280836"/>
              <a:ext cx="161005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25"/>
            <p:cNvSpPr/>
            <p:nvPr/>
          </p:nvSpPr>
          <p:spPr>
            <a:xfrm>
              <a:off x="1670489" y="5281001"/>
              <a:ext cx="53780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8" name="Google Shape;1488;p25"/>
          <p:cNvGrpSpPr/>
          <p:nvPr/>
        </p:nvGrpSpPr>
        <p:grpSpPr>
          <a:xfrm>
            <a:off x="1919010" y="369229"/>
            <a:ext cx="1406607" cy="764171"/>
            <a:chOff x="60434" y="4991469"/>
            <a:chExt cx="2147856" cy="585005"/>
          </a:xfrm>
        </p:grpSpPr>
        <p:sp>
          <p:nvSpPr>
            <p:cNvPr id="1489" name="Google Shape;1489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25"/>
            <p:cNvSpPr/>
            <p:nvPr/>
          </p:nvSpPr>
          <p:spPr>
            <a:xfrm>
              <a:off x="60434" y="5280836"/>
              <a:ext cx="73266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25"/>
            <p:cNvSpPr/>
            <p:nvPr/>
          </p:nvSpPr>
          <p:spPr>
            <a:xfrm>
              <a:off x="793100" y="5281001"/>
              <a:ext cx="141519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2" name="Google Shape;1492;p25"/>
          <p:cNvGrpSpPr/>
          <p:nvPr/>
        </p:nvGrpSpPr>
        <p:grpSpPr>
          <a:xfrm>
            <a:off x="3623469" y="381517"/>
            <a:ext cx="1406607" cy="764171"/>
            <a:chOff x="60434" y="4991469"/>
            <a:chExt cx="2147856" cy="585005"/>
          </a:xfrm>
        </p:grpSpPr>
        <p:sp>
          <p:nvSpPr>
            <p:cNvPr id="1493" name="Google Shape;1493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25"/>
            <p:cNvSpPr/>
            <p:nvPr/>
          </p:nvSpPr>
          <p:spPr>
            <a:xfrm>
              <a:off x="60434" y="5280836"/>
              <a:ext cx="47977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25"/>
            <p:cNvSpPr/>
            <p:nvPr/>
          </p:nvSpPr>
          <p:spPr>
            <a:xfrm>
              <a:off x="540209" y="5281001"/>
              <a:ext cx="166808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6" name="Google Shape;1496;p25"/>
          <p:cNvGrpSpPr/>
          <p:nvPr/>
        </p:nvGrpSpPr>
        <p:grpSpPr>
          <a:xfrm>
            <a:off x="5327928" y="381517"/>
            <a:ext cx="1406607" cy="764171"/>
            <a:chOff x="60434" y="4991469"/>
            <a:chExt cx="2147856" cy="585005"/>
          </a:xfrm>
        </p:grpSpPr>
        <p:sp>
          <p:nvSpPr>
            <p:cNvPr id="1497" name="Google Shape;1497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25"/>
            <p:cNvSpPr/>
            <p:nvPr/>
          </p:nvSpPr>
          <p:spPr>
            <a:xfrm>
              <a:off x="60434" y="5280836"/>
              <a:ext cx="1415187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25"/>
            <p:cNvSpPr/>
            <p:nvPr/>
          </p:nvSpPr>
          <p:spPr>
            <a:xfrm>
              <a:off x="1475622" y="5281001"/>
              <a:ext cx="73266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0" name="Google Shape;1500;p25"/>
          <p:cNvGrpSpPr/>
          <p:nvPr/>
        </p:nvGrpSpPr>
        <p:grpSpPr>
          <a:xfrm>
            <a:off x="185429" y="1405403"/>
            <a:ext cx="1349387" cy="1600438"/>
            <a:chOff x="2771636" y="7376145"/>
            <a:chExt cx="1349387" cy="1600438"/>
          </a:xfrm>
        </p:grpSpPr>
        <p:grpSp>
          <p:nvGrpSpPr>
            <p:cNvPr id="1501" name="Google Shape;1501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502" name="Google Shape;1502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-524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03" name="Google Shape;1503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4" name="Google Shape;1504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5" name="Google Shape;1505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6" name="Google Shape;1506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7" name="Google Shape;1507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8" name="Google Shape;1508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9" name="Google Shape;1509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0" name="Google Shape;1510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511" name="Google Shape;1511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2" name="Google Shape;1512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3" name="Google Shape;1513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4" name="Google Shape;1514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15" name="Google Shape;1515;p25"/>
          <p:cNvGrpSpPr/>
          <p:nvPr/>
        </p:nvGrpSpPr>
        <p:grpSpPr>
          <a:xfrm>
            <a:off x="1913588" y="1405403"/>
            <a:ext cx="1349387" cy="1600438"/>
            <a:chOff x="2771636" y="7376145"/>
            <a:chExt cx="1349387" cy="1600438"/>
          </a:xfrm>
        </p:grpSpPr>
        <p:grpSp>
          <p:nvGrpSpPr>
            <p:cNvPr id="1516" name="Google Shape;1516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517" name="Google Shape;1517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18" name="Google Shape;1518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9" name="Google Shape;1519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0" name="Google Shape;1520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1" name="Google Shape;1521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2" name="Google Shape;1522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3" name="Google Shape;1523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4" name="Google Shape;1524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5" name="Google Shape;1525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526" name="Google Shape;1526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7" name="Google Shape;1527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8" name="Google Shape;1528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9" name="Google Shape;1529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30" name="Google Shape;1530;p25"/>
          <p:cNvGrpSpPr/>
          <p:nvPr/>
        </p:nvGrpSpPr>
        <p:grpSpPr>
          <a:xfrm>
            <a:off x="3648108" y="1405403"/>
            <a:ext cx="1349387" cy="1600438"/>
            <a:chOff x="2771636" y="7376145"/>
            <a:chExt cx="1349387" cy="1600438"/>
          </a:xfrm>
        </p:grpSpPr>
        <p:grpSp>
          <p:nvGrpSpPr>
            <p:cNvPr id="1531" name="Google Shape;1531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532" name="Google Shape;1532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-524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33" name="Google Shape;1533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4" name="Google Shape;1534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5" name="Google Shape;1535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6" name="Google Shape;1536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7" name="Google Shape;1537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8" name="Google Shape;1538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9" name="Google Shape;1539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40" name="Google Shape;1540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541" name="Google Shape;1541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2" name="Google Shape;1542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3" name="Google Shape;1543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4" name="Google Shape;1544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45" name="Google Shape;1545;p25"/>
          <p:cNvGrpSpPr/>
          <p:nvPr/>
        </p:nvGrpSpPr>
        <p:grpSpPr>
          <a:xfrm>
            <a:off x="5327928" y="1405403"/>
            <a:ext cx="1349387" cy="1600438"/>
            <a:chOff x="2771636" y="7376145"/>
            <a:chExt cx="1349387" cy="1600438"/>
          </a:xfrm>
        </p:grpSpPr>
        <p:grpSp>
          <p:nvGrpSpPr>
            <p:cNvPr id="1546" name="Google Shape;1546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547" name="Google Shape;1547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48" name="Google Shape;1548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49" name="Google Shape;1549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50" name="Google Shape;1550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51" name="Google Shape;1551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52" name="Google Shape;1552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53" name="Google Shape;1553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54" name="Google Shape;1554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55" name="Google Shape;1555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556" name="Google Shape;1556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7" name="Google Shape;1557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8" name="Google Shape;1558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9" name="Google Shape;1559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560" name="Google Shape;1560;p25"/>
          <p:cNvSpPr txBox="1"/>
          <p:nvPr/>
        </p:nvSpPr>
        <p:spPr>
          <a:xfrm>
            <a:off x="18312" y="68835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25"/>
          <p:cNvSpPr txBox="1"/>
          <p:nvPr/>
        </p:nvSpPr>
        <p:spPr>
          <a:xfrm>
            <a:off x="1727014" y="68835"/>
            <a:ext cx="2680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25"/>
          <p:cNvSpPr txBox="1"/>
          <p:nvPr/>
        </p:nvSpPr>
        <p:spPr>
          <a:xfrm>
            <a:off x="3428763" y="81648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25"/>
          <p:cNvSpPr txBox="1"/>
          <p:nvPr/>
        </p:nvSpPr>
        <p:spPr>
          <a:xfrm>
            <a:off x="5160051" y="81648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4" name="Google Shape;1564;p25"/>
          <p:cNvGrpSpPr/>
          <p:nvPr/>
        </p:nvGrpSpPr>
        <p:grpSpPr>
          <a:xfrm>
            <a:off x="219643" y="3653094"/>
            <a:ext cx="1406607" cy="764171"/>
            <a:chOff x="60434" y="4991469"/>
            <a:chExt cx="2147856" cy="585005"/>
          </a:xfrm>
        </p:grpSpPr>
        <p:sp>
          <p:nvSpPr>
            <p:cNvPr id="1565" name="Google Shape;1565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25"/>
            <p:cNvSpPr/>
            <p:nvPr/>
          </p:nvSpPr>
          <p:spPr>
            <a:xfrm>
              <a:off x="60434" y="5280836"/>
              <a:ext cx="103923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25"/>
            <p:cNvSpPr/>
            <p:nvPr/>
          </p:nvSpPr>
          <p:spPr>
            <a:xfrm>
              <a:off x="1099665" y="5281001"/>
              <a:ext cx="110862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8" name="Google Shape;1568;p25"/>
          <p:cNvGrpSpPr/>
          <p:nvPr/>
        </p:nvGrpSpPr>
        <p:grpSpPr>
          <a:xfrm>
            <a:off x="1953224" y="3640806"/>
            <a:ext cx="1406607" cy="764171"/>
            <a:chOff x="60434" y="4991469"/>
            <a:chExt cx="2147856" cy="585005"/>
          </a:xfrm>
        </p:grpSpPr>
        <p:sp>
          <p:nvSpPr>
            <p:cNvPr id="1569" name="Google Shape;1569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25"/>
            <p:cNvSpPr/>
            <p:nvPr/>
          </p:nvSpPr>
          <p:spPr>
            <a:xfrm>
              <a:off x="60434" y="5280836"/>
              <a:ext cx="125656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25"/>
            <p:cNvSpPr/>
            <p:nvPr/>
          </p:nvSpPr>
          <p:spPr>
            <a:xfrm>
              <a:off x="1316997" y="5281001"/>
              <a:ext cx="891293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2" name="Google Shape;1572;p25"/>
          <p:cNvGrpSpPr/>
          <p:nvPr/>
        </p:nvGrpSpPr>
        <p:grpSpPr>
          <a:xfrm>
            <a:off x="3657683" y="3653094"/>
            <a:ext cx="1406607" cy="764171"/>
            <a:chOff x="60434" y="4991469"/>
            <a:chExt cx="2147856" cy="585005"/>
          </a:xfrm>
        </p:grpSpPr>
        <p:sp>
          <p:nvSpPr>
            <p:cNvPr id="1573" name="Google Shape;1573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25"/>
            <p:cNvSpPr/>
            <p:nvPr/>
          </p:nvSpPr>
          <p:spPr>
            <a:xfrm>
              <a:off x="60434" y="5280836"/>
              <a:ext cx="63757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25"/>
            <p:cNvSpPr/>
            <p:nvPr/>
          </p:nvSpPr>
          <p:spPr>
            <a:xfrm>
              <a:off x="698009" y="5281001"/>
              <a:ext cx="1510279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6" name="Google Shape;1576;p25"/>
          <p:cNvGrpSpPr/>
          <p:nvPr/>
        </p:nvGrpSpPr>
        <p:grpSpPr>
          <a:xfrm>
            <a:off x="5362142" y="3653094"/>
            <a:ext cx="1406607" cy="764171"/>
            <a:chOff x="60434" y="4991469"/>
            <a:chExt cx="2147856" cy="585005"/>
          </a:xfrm>
        </p:grpSpPr>
        <p:sp>
          <p:nvSpPr>
            <p:cNvPr id="1577" name="Google Shape;1577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25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25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0" name="Google Shape;1580;p25"/>
          <p:cNvGrpSpPr/>
          <p:nvPr/>
        </p:nvGrpSpPr>
        <p:grpSpPr>
          <a:xfrm>
            <a:off x="219643" y="4676980"/>
            <a:ext cx="1349387" cy="1600438"/>
            <a:chOff x="2771636" y="7376145"/>
            <a:chExt cx="1349387" cy="1600438"/>
          </a:xfrm>
        </p:grpSpPr>
        <p:grpSp>
          <p:nvGrpSpPr>
            <p:cNvPr id="1581" name="Google Shape;1581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582" name="Google Shape;1582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-524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83" name="Google Shape;1583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4" name="Google Shape;1584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5" name="Google Shape;1585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6" name="Google Shape;1586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7" name="Google Shape;1587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8" name="Google Shape;1588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89" name="Google Shape;1589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0" name="Google Shape;1590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591" name="Google Shape;1591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2" name="Google Shape;1592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3" name="Google Shape;1593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4" name="Google Shape;1594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95" name="Google Shape;1595;p25"/>
          <p:cNvGrpSpPr/>
          <p:nvPr/>
        </p:nvGrpSpPr>
        <p:grpSpPr>
          <a:xfrm>
            <a:off x="1947802" y="4676980"/>
            <a:ext cx="1349387" cy="1600438"/>
            <a:chOff x="2771636" y="7376145"/>
            <a:chExt cx="1349387" cy="1600438"/>
          </a:xfrm>
        </p:grpSpPr>
        <p:grpSp>
          <p:nvGrpSpPr>
            <p:cNvPr id="1596" name="Google Shape;1596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597" name="Google Shape;1597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98" name="Google Shape;1598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9" name="Google Shape;1599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0" name="Google Shape;1600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1" name="Google Shape;1601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2" name="Google Shape;1602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3" name="Google Shape;1603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4" name="Google Shape;1604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5" name="Google Shape;1605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606" name="Google Shape;1606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7" name="Google Shape;1607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8" name="Google Shape;1608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9" name="Google Shape;1609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10" name="Google Shape;1610;p25"/>
          <p:cNvGrpSpPr/>
          <p:nvPr/>
        </p:nvGrpSpPr>
        <p:grpSpPr>
          <a:xfrm>
            <a:off x="3682322" y="4676980"/>
            <a:ext cx="1349387" cy="1600438"/>
            <a:chOff x="2771636" y="7376145"/>
            <a:chExt cx="1349387" cy="1600438"/>
          </a:xfrm>
        </p:grpSpPr>
        <p:grpSp>
          <p:nvGrpSpPr>
            <p:cNvPr id="1611" name="Google Shape;1611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612" name="Google Shape;1612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-524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613" name="Google Shape;1613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4" name="Google Shape;1614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5" name="Google Shape;1615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6" name="Google Shape;1616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7" name="Google Shape;1617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8" name="Google Shape;1618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9" name="Google Shape;1619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20" name="Google Shape;1620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621" name="Google Shape;1621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2" name="Google Shape;1622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3" name="Google Shape;1623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4" name="Google Shape;1624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25" name="Google Shape;1625;p25"/>
          <p:cNvGrpSpPr/>
          <p:nvPr/>
        </p:nvGrpSpPr>
        <p:grpSpPr>
          <a:xfrm>
            <a:off x="5362142" y="4676980"/>
            <a:ext cx="1349387" cy="1600438"/>
            <a:chOff x="2771636" y="7376145"/>
            <a:chExt cx="1349387" cy="1600438"/>
          </a:xfrm>
        </p:grpSpPr>
        <p:grpSp>
          <p:nvGrpSpPr>
            <p:cNvPr id="1626" name="Google Shape;1626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627" name="Google Shape;1627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628" name="Google Shape;1628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29" name="Google Shape;1629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30" name="Google Shape;1630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31" name="Google Shape;1631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32" name="Google Shape;1632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33" name="Google Shape;1633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34" name="Google Shape;1634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35" name="Google Shape;1635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636" name="Google Shape;1636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7" name="Google Shape;1637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8" name="Google Shape;1638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9" name="Google Shape;1639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40" name="Google Shape;1640;p25"/>
          <p:cNvSpPr txBox="1"/>
          <p:nvPr/>
        </p:nvSpPr>
        <p:spPr>
          <a:xfrm>
            <a:off x="52526" y="3340412"/>
            <a:ext cx="3545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25"/>
          <p:cNvSpPr txBox="1"/>
          <p:nvPr/>
        </p:nvSpPr>
        <p:spPr>
          <a:xfrm>
            <a:off x="1761228" y="334041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25"/>
          <p:cNvSpPr txBox="1"/>
          <p:nvPr/>
        </p:nvSpPr>
        <p:spPr>
          <a:xfrm>
            <a:off x="3462977" y="3353225"/>
            <a:ext cx="3129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25"/>
          <p:cNvSpPr txBox="1"/>
          <p:nvPr/>
        </p:nvSpPr>
        <p:spPr>
          <a:xfrm>
            <a:off x="5194265" y="3353225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25"/>
          <p:cNvSpPr txBox="1"/>
          <p:nvPr>
            <p:ph idx="12" type="sldNum"/>
          </p:nvPr>
        </p:nvSpPr>
        <p:spPr>
          <a:xfrm>
            <a:off x="5389829" y="9502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5" name="Google Shape;1645;p25"/>
          <p:cNvSpPr txBox="1"/>
          <p:nvPr/>
        </p:nvSpPr>
        <p:spPr>
          <a:xfrm>
            <a:off x="138223" y="1364318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10       1       11</a:t>
            </a:r>
            <a:endParaRPr/>
          </a:p>
        </p:txBody>
      </p:sp>
      <p:sp>
        <p:nvSpPr>
          <p:cNvPr id="1646" name="Google Shape;1646;p25"/>
          <p:cNvSpPr txBox="1"/>
          <p:nvPr/>
        </p:nvSpPr>
        <p:spPr>
          <a:xfrm>
            <a:off x="129298" y="1803480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1         10      11</a:t>
            </a:r>
            <a:endParaRPr/>
          </a:p>
        </p:txBody>
      </p:sp>
      <p:sp>
        <p:nvSpPr>
          <p:cNvPr id="1647" name="Google Shape;1647;p25"/>
          <p:cNvSpPr txBox="1"/>
          <p:nvPr/>
        </p:nvSpPr>
        <p:spPr>
          <a:xfrm>
            <a:off x="154795" y="2211589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11      10       1</a:t>
            </a:r>
            <a:endParaRPr/>
          </a:p>
        </p:txBody>
      </p:sp>
      <p:sp>
        <p:nvSpPr>
          <p:cNvPr id="1648" name="Google Shape;1648;p25"/>
          <p:cNvSpPr txBox="1"/>
          <p:nvPr/>
        </p:nvSpPr>
        <p:spPr>
          <a:xfrm>
            <a:off x="181200" y="2635601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11      1       10</a:t>
            </a:r>
            <a:endParaRPr/>
          </a:p>
        </p:txBody>
      </p:sp>
      <p:sp>
        <p:nvSpPr>
          <p:cNvPr id="1649" name="Google Shape;1649;p25"/>
          <p:cNvSpPr txBox="1"/>
          <p:nvPr/>
        </p:nvSpPr>
        <p:spPr>
          <a:xfrm>
            <a:off x="1872137" y="1337658"/>
            <a:ext cx="1499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5         6       11</a:t>
            </a:r>
            <a:endParaRPr/>
          </a:p>
        </p:txBody>
      </p:sp>
      <p:sp>
        <p:nvSpPr>
          <p:cNvPr id="1650" name="Google Shape;1650;p25"/>
          <p:cNvSpPr txBox="1"/>
          <p:nvPr/>
        </p:nvSpPr>
        <p:spPr>
          <a:xfrm>
            <a:off x="1863212" y="1776820"/>
            <a:ext cx="1499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6         5       11</a:t>
            </a:r>
            <a:endParaRPr/>
          </a:p>
        </p:txBody>
      </p:sp>
      <p:sp>
        <p:nvSpPr>
          <p:cNvPr id="1651" name="Google Shape;1651;p25"/>
          <p:cNvSpPr txBox="1"/>
          <p:nvPr/>
        </p:nvSpPr>
        <p:spPr>
          <a:xfrm>
            <a:off x="1888709" y="2184929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11       5       6</a:t>
            </a:r>
            <a:endParaRPr/>
          </a:p>
        </p:txBody>
      </p:sp>
      <p:sp>
        <p:nvSpPr>
          <p:cNvPr id="1652" name="Google Shape;1652;p25"/>
          <p:cNvSpPr txBox="1"/>
          <p:nvPr/>
        </p:nvSpPr>
        <p:spPr>
          <a:xfrm>
            <a:off x="1915114" y="2608941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11      6       5</a:t>
            </a:r>
            <a:endParaRPr/>
          </a:p>
        </p:txBody>
      </p:sp>
      <p:sp>
        <p:nvSpPr>
          <p:cNvPr id="1653" name="Google Shape;1653;p25"/>
          <p:cNvSpPr txBox="1"/>
          <p:nvPr/>
        </p:nvSpPr>
        <p:spPr>
          <a:xfrm>
            <a:off x="3605413" y="1337658"/>
            <a:ext cx="1499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4         8       12</a:t>
            </a:r>
            <a:endParaRPr/>
          </a:p>
        </p:txBody>
      </p:sp>
      <p:sp>
        <p:nvSpPr>
          <p:cNvPr id="1654" name="Google Shape;1654;p25"/>
          <p:cNvSpPr txBox="1"/>
          <p:nvPr/>
        </p:nvSpPr>
        <p:spPr>
          <a:xfrm>
            <a:off x="3596488" y="1776820"/>
            <a:ext cx="1499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8         4       12</a:t>
            </a:r>
            <a:endParaRPr/>
          </a:p>
        </p:txBody>
      </p:sp>
      <p:sp>
        <p:nvSpPr>
          <p:cNvPr id="1655" name="Google Shape;1655;p25"/>
          <p:cNvSpPr txBox="1"/>
          <p:nvPr/>
        </p:nvSpPr>
        <p:spPr>
          <a:xfrm>
            <a:off x="3621985" y="2184929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12       4       8</a:t>
            </a:r>
            <a:endParaRPr/>
          </a:p>
        </p:txBody>
      </p:sp>
      <p:sp>
        <p:nvSpPr>
          <p:cNvPr id="1656" name="Google Shape;1656;p25"/>
          <p:cNvSpPr txBox="1"/>
          <p:nvPr/>
        </p:nvSpPr>
        <p:spPr>
          <a:xfrm>
            <a:off x="3648390" y="2608941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12      8       4</a:t>
            </a:r>
            <a:endParaRPr/>
          </a:p>
        </p:txBody>
      </p:sp>
      <p:sp>
        <p:nvSpPr>
          <p:cNvPr id="1657" name="Google Shape;1657;p25"/>
          <p:cNvSpPr txBox="1"/>
          <p:nvPr/>
        </p:nvSpPr>
        <p:spPr>
          <a:xfrm>
            <a:off x="5297862" y="1377024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10      5       15</a:t>
            </a:r>
            <a:endParaRPr/>
          </a:p>
        </p:txBody>
      </p:sp>
      <p:sp>
        <p:nvSpPr>
          <p:cNvPr id="1658" name="Google Shape;1658;p25"/>
          <p:cNvSpPr txBox="1"/>
          <p:nvPr/>
        </p:nvSpPr>
        <p:spPr>
          <a:xfrm>
            <a:off x="5288937" y="1816186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5         10     15</a:t>
            </a:r>
            <a:endParaRPr/>
          </a:p>
        </p:txBody>
      </p:sp>
      <p:sp>
        <p:nvSpPr>
          <p:cNvPr id="1659" name="Google Shape;1659;p25"/>
          <p:cNvSpPr txBox="1"/>
          <p:nvPr/>
        </p:nvSpPr>
        <p:spPr>
          <a:xfrm>
            <a:off x="5314434" y="2224295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15       5       10</a:t>
            </a:r>
            <a:endParaRPr/>
          </a:p>
        </p:txBody>
      </p:sp>
      <p:sp>
        <p:nvSpPr>
          <p:cNvPr id="1660" name="Google Shape;1660;p25"/>
          <p:cNvSpPr txBox="1"/>
          <p:nvPr/>
        </p:nvSpPr>
        <p:spPr>
          <a:xfrm>
            <a:off x="5340839" y="2648307"/>
            <a:ext cx="13516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15      10     5</a:t>
            </a:r>
            <a:endParaRPr/>
          </a:p>
        </p:txBody>
      </p:sp>
      <p:sp>
        <p:nvSpPr>
          <p:cNvPr id="1661" name="Google Shape;1661;p25"/>
          <p:cNvSpPr txBox="1"/>
          <p:nvPr/>
        </p:nvSpPr>
        <p:spPr>
          <a:xfrm>
            <a:off x="193525" y="4595565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10      10     20</a:t>
            </a:r>
            <a:endParaRPr/>
          </a:p>
        </p:txBody>
      </p:sp>
      <p:sp>
        <p:nvSpPr>
          <p:cNvPr id="1662" name="Google Shape;1662;p25"/>
          <p:cNvSpPr txBox="1"/>
          <p:nvPr/>
        </p:nvSpPr>
        <p:spPr>
          <a:xfrm>
            <a:off x="184600" y="5034727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10      10      20</a:t>
            </a:r>
            <a:endParaRPr/>
          </a:p>
        </p:txBody>
      </p:sp>
      <p:sp>
        <p:nvSpPr>
          <p:cNvPr id="1663" name="Google Shape;1663;p25"/>
          <p:cNvSpPr txBox="1"/>
          <p:nvPr/>
        </p:nvSpPr>
        <p:spPr>
          <a:xfrm>
            <a:off x="210097" y="5442836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20      10     10</a:t>
            </a:r>
            <a:endParaRPr/>
          </a:p>
        </p:txBody>
      </p:sp>
      <p:sp>
        <p:nvSpPr>
          <p:cNvPr id="1664" name="Google Shape;1664;p25"/>
          <p:cNvSpPr txBox="1"/>
          <p:nvPr/>
        </p:nvSpPr>
        <p:spPr>
          <a:xfrm>
            <a:off x="236502" y="5866848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20      10     10</a:t>
            </a:r>
            <a:endParaRPr/>
          </a:p>
        </p:txBody>
      </p:sp>
      <p:sp>
        <p:nvSpPr>
          <p:cNvPr id="1665" name="Google Shape;1665;p25"/>
          <p:cNvSpPr txBox="1"/>
          <p:nvPr/>
        </p:nvSpPr>
        <p:spPr>
          <a:xfrm>
            <a:off x="1911247" y="4627005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12       8       20</a:t>
            </a:r>
            <a:endParaRPr/>
          </a:p>
        </p:txBody>
      </p:sp>
      <p:sp>
        <p:nvSpPr>
          <p:cNvPr id="1666" name="Google Shape;1666;p25"/>
          <p:cNvSpPr txBox="1"/>
          <p:nvPr/>
        </p:nvSpPr>
        <p:spPr>
          <a:xfrm>
            <a:off x="1902322" y="5066167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8         12     20</a:t>
            </a:r>
            <a:endParaRPr/>
          </a:p>
        </p:txBody>
      </p:sp>
      <p:sp>
        <p:nvSpPr>
          <p:cNvPr id="1667" name="Google Shape;1667;p25"/>
          <p:cNvSpPr txBox="1"/>
          <p:nvPr/>
        </p:nvSpPr>
        <p:spPr>
          <a:xfrm>
            <a:off x="1927819" y="5474276"/>
            <a:ext cx="1404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20     12       8</a:t>
            </a:r>
            <a:endParaRPr/>
          </a:p>
        </p:txBody>
      </p:sp>
      <p:sp>
        <p:nvSpPr>
          <p:cNvPr id="1668" name="Google Shape;1668;p25"/>
          <p:cNvSpPr txBox="1"/>
          <p:nvPr/>
        </p:nvSpPr>
        <p:spPr>
          <a:xfrm>
            <a:off x="1954224" y="5898288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20      8       12</a:t>
            </a:r>
            <a:endParaRPr/>
          </a:p>
        </p:txBody>
      </p:sp>
      <p:sp>
        <p:nvSpPr>
          <p:cNvPr id="1669" name="Google Shape;1669;p25"/>
          <p:cNvSpPr txBox="1"/>
          <p:nvPr/>
        </p:nvSpPr>
        <p:spPr>
          <a:xfrm>
            <a:off x="3649843" y="4643212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5        15      20</a:t>
            </a:r>
            <a:endParaRPr/>
          </a:p>
        </p:txBody>
      </p:sp>
      <p:sp>
        <p:nvSpPr>
          <p:cNvPr id="1670" name="Google Shape;1670;p25"/>
          <p:cNvSpPr txBox="1"/>
          <p:nvPr/>
        </p:nvSpPr>
        <p:spPr>
          <a:xfrm>
            <a:off x="3640918" y="5082374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15      5       20</a:t>
            </a:r>
            <a:endParaRPr/>
          </a:p>
        </p:txBody>
      </p:sp>
      <p:sp>
        <p:nvSpPr>
          <p:cNvPr id="1671" name="Google Shape;1671;p25"/>
          <p:cNvSpPr txBox="1"/>
          <p:nvPr/>
        </p:nvSpPr>
        <p:spPr>
          <a:xfrm>
            <a:off x="3666415" y="5490483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20       5       15</a:t>
            </a:r>
            <a:endParaRPr/>
          </a:p>
        </p:txBody>
      </p:sp>
      <p:sp>
        <p:nvSpPr>
          <p:cNvPr id="1672" name="Google Shape;1672;p25"/>
          <p:cNvSpPr txBox="1"/>
          <p:nvPr/>
        </p:nvSpPr>
        <p:spPr>
          <a:xfrm>
            <a:off x="3692820" y="5914495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20      15       5</a:t>
            </a:r>
            <a:endParaRPr/>
          </a:p>
        </p:txBody>
      </p:sp>
      <p:sp>
        <p:nvSpPr>
          <p:cNvPr id="1673" name="Google Shape;1673;p25"/>
          <p:cNvSpPr txBox="1"/>
          <p:nvPr/>
        </p:nvSpPr>
        <p:spPr>
          <a:xfrm>
            <a:off x="5325656" y="4640367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8         12      20</a:t>
            </a:r>
            <a:endParaRPr/>
          </a:p>
        </p:txBody>
      </p:sp>
      <p:sp>
        <p:nvSpPr>
          <p:cNvPr id="1674" name="Google Shape;1674;p25"/>
          <p:cNvSpPr txBox="1"/>
          <p:nvPr/>
        </p:nvSpPr>
        <p:spPr>
          <a:xfrm>
            <a:off x="5316731" y="5079529"/>
            <a:ext cx="16161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12        8       20</a:t>
            </a:r>
            <a:endParaRPr/>
          </a:p>
        </p:txBody>
      </p:sp>
      <p:sp>
        <p:nvSpPr>
          <p:cNvPr id="1675" name="Google Shape;1675;p25"/>
          <p:cNvSpPr txBox="1"/>
          <p:nvPr/>
        </p:nvSpPr>
        <p:spPr>
          <a:xfrm>
            <a:off x="5342228" y="5487638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20       8       12</a:t>
            </a:r>
            <a:endParaRPr/>
          </a:p>
        </p:txBody>
      </p:sp>
      <p:sp>
        <p:nvSpPr>
          <p:cNvPr id="1676" name="Google Shape;1676;p25"/>
          <p:cNvSpPr txBox="1"/>
          <p:nvPr/>
        </p:nvSpPr>
        <p:spPr>
          <a:xfrm>
            <a:off x="5368633" y="5911650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20      12       8</a:t>
            </a:r>
            <a:endParaRPr/>
          </a:p>
        </p:txBody>
      </p:sp>
      <p:sp>
        <p:nvSpPr>
          <p:cNvPr id="1677" name="Google Shape;1677;p25"/>
          <p:cNvSpPr txBox="1"/>
          <p:nvPr/>
        </p:nvSpPr>
        <p:spPr>
          <a:xfrm>
            <a:off x="1285131" y="7858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78" name="Google Shape;1678;p25"/>
          <p:cNvSpPr txBox="1"/>
          <p:nvPr/>
        </p:nvSpPr>
        <p:spPr>
          <a:xfrm>
            <a:off x="2663120" y="74495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679" name="Google Shape;1679;p25"/>
          <p:cNvSpPr txBox="1"/>
          <p:nvPr/>
        </p:nvSpPr>
        <p:spPr>
          <a:xfrm>
            <a:off x="4270702" y="7583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680" name="Google Shape;1680;p25"/>
          <p:cNvSpPr txBox="1"/>
          <p:nvPr/>
        </p:nvSpPr>
        <p:spPr>
          <a:xfrm>
            <a:off x="6362073" y="75711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81" name="Google Shape;1681;p25"/>
          <p:cNvSpPr txBox="1"/>
          <p:nvPr/>
        </p:nvSpPr>
        <p:spPr>
          <a:xfrm>
            <a:off x="1030484" y="406439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682" name="Google Shape;1682;p25"/>
          <p:cNvSpPr txBox="1"/>
          <p:nvPr/>
        </p:nvSpPr>
        <p:spPr>
          <a:xfrm>
            <a:off x="2919395" y="40243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683" name="Google Shape;1683;p25"/>
          <p:cNvSpPr txBox="1"/>
          <p:nvPr/>
        </p:nvSpPr>
        <p:spPr>
          <a:xfrm>
            <a:off x="4326772" y="401938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684" name="Google Shape;1684;p25"/>
          <p:cNvSpPr txBox="1"/>
          <p:nvPr/>
        </p:nvSpPr>
        <p:spPr>
          <a:xfrm>
            <a:off x="6112890" y="401956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grpSp>
        <p:nvGrpSpPr>
          <p:cNvPr id="1685" name="Google Shape;1685;p25"/>
          <p:cNvGrpSpPr/>
          <p:nvPr/>
        </p:nvGrpSpPr>
        <p:grpSpPr>
          <a:xfrm>
            <a:off x="226959" y="6937659"/>
            <a:ext cx="1406607" cy="764171"/>
            <a:chOff x="60434" y="4991469"/>
            <a:chExt cx="2147856" cy="585005"/>
          </a:xfrm>
        </p:grpSpPr>
        <p:sp>
          <p:nvSpPr>
            <p:cNvPr id="1686" name="Google Shape;1686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25"/>
            <p:cNvSpPr/>
            <p:nvPr/>
          </p:nvSpPr>
          <p:spPr>
            <a:xfrm>
              <a:off x="60436" y="5280836"/>
              <a:ext cx="56413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25"/>
            <p:cNvSpPr/>
            <p:nvPr/>
          </p:nvSpPr>
          <p:spPr>
            <a:xfrm>
              <a:off x="624572" y="5281001"/>
              <a:ext cx="158371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9" name="Google Shape;1689;p25"/>
          <p:cNvGrpSpPr/>
          <p:nvPr/>
        </p:nvGrpSpPr>
        <p:grpSpPr>
          <a:xfrm>
            <a:off x="1960540" y="6925371"/>
            <a:ext cx="1406607" cy="764171"/>
            <a:chOff x="60434" y="4991469"/>
            <a:chExt cx="2147856" cy="585005"/>
          </a:xfrm>
        </p:grpSpPr>
        <p:sp>
          <p:nvSpPr>
            <p:cNvPr id="1690" name="Google Shape;1690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25"/>
            <p:cNvSpPr/>
            <p:nvPr/>
          </p:nvSpPr>
          <p:spPr>
            <a:xfrm>
              <a:off x="60436" y="5280836"/>
              <a:ext cx="96453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25"/>
            <p:cNvSpPr/>
            <p:nvPr/>
          </p:nvSpPr>
          <p:spPr>
            <a:xfrm>
              <a:off x="1024966" y="5281001"/>
              <a:ext cx="1183324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3" name="Google Shape;1693;p25"/>
          <p:cNvGrpSpPr/>
          <p:nvPr/>
        </p:nvGrpSpPr>
        <p:grpSpPr>
          <a:xfrm>
            <a:off x="3664999" y="6937659"/>
            <a:ext cx="1406608" cy="764171"/>
            <a:chOff x="60434" y="4991469"/>
            <a:chExt cx="2147857" cy="585005"/>
          </a:xfrm>
        </p:grpSpPr>
        <p:sp>
          <p:nvSpPr>
            <p:cNvPr id="1694" name="Google Shape;1694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25"/>
            <p:cNvSpPr/>
            <p:nvPr/>
          </p:nvSpPr>
          <p:spPr>
            <a:xfrm>
              <a:off x="60434" y="5280836"/>
              <a:ext cx="948920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25"/>
            <p:cNvSpPr/>
            <p:nvPr/>
          </p:nvSpPr>
          <p:spPr>
            <a:xfrm>
              <a:off x="1009355" y="5281001"/>
              <a:ext cx="1198936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7" name="Google Shape;1697;p25"/>
          <p:cNvGrpSpPr/>
          <p:nvPr/>
        </p:nvGrpSpPr>
        <p:grpSpPr>
          <a:xfrm>
            <a:off x="5369458" y="6937659"/>
            <a:ext cx="1406607" cy="764171"/>
            <a:chOff x="60434" y="4991469"/>
            <a:chExt cx="2147856" cy="585005"/>
          </a:xfrm>
        </p:grpSpPr>
        <p:sp>
          <p:nvSpPr>
            <p:cNvPr id="1698" name="Google Shape;1698;p25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25"/>
            <p:cNvSpPr/>
            <p:nvPr/>
          </p:nvSpPr>
          <p:spPr>
            <a:xfrm>
              <a:off x="60436" y="5280836"/>
              <a:ext cx="44215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25"/>
            <p:cNvSpPr/>
            <p:nvPr/>
          </p:nvSpPr>
          <p:spPr>
            <a:xfrm>
              <a:off x="502585" y="5281001"/>
              <a:ext cx="170570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1" name="Google Shape;1701;p25"/>
          <p:cNvGrpSpPr/>
          <p:nvPr/>
        </p:nvGrpSpPr>
        <p:grpSpPr>
          <a:xfrm>
            <a:off x="226959" y="7961545"/>
            <a:ext cx="1349387" cy="1600438"/>
            <a:chOff x="2771636" y="7376145"/>
            <a:chExt cx="1349387" cy="1600438"/>
          </a:xfrm>
        </p:grpSpPr>
        <p:grpSp>
          <p:nvGrpSpPr>
            <p:cNvPr id="1702" name="Google Shape;1702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703" name="Google Shape;1703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42" l="0" r="-524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704" name="Google Shape;1704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05" name="Google Shape;1705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06" name="Google Shape;1706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07" name="Google Shape;1707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08" name="Google Shape;1708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09" name="Google Shape;1709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10" name="Google Shape;1710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11" name="Google Shape;1711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712" name="Google Shape;1712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3" name="Google Shape;1713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4" name="Google Shape;1714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5" name="Google Shape;1715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16" name="Google Shape;1716;p25"/>
          <p:cNvGrpSpPr/>
          <p:nvPr/>
        </p:nvGrpSpPr>
        <p:grpSpPr>
          <a:xfrm>
            <a:off x="1955118" y="7961545"/>
            <a:ext cx="1349387" cy="1600438"/>
            <a:chOff x="2771636" y="7376145"/>
            <a:chExt cx="1349387" cy="1600438"/>
          </a:xfrm>
        </p:grpSpPr>
        <p:grpSp>
          <p:nvGrpSpPr>
            <p:cNvPr id="1717" name="Google Shape;1717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718" name="Google Shape;1718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719" name="Google Shape;1719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20" name="Google Shape;1720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21" name="Google Shape;1721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22" name="Google Shape;1722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23" name="Google Shape;1723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24" name="Google Shape;1724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25" name="Google Shape;1725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26" name="Google Shape;1726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727" name="Google Shape;1727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8" name="Google Shape;1728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9" name="Google Shape;1729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0" name="Google Shape;1730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31" name="Google Shape;1731;p25"/>
          <p:cNvGrpSpPr/>
          <p:nvPr/>
        </p:nvGrpSpPr>
        <p:grpSpPr>
          <a:xfrm>
            <a:off x="3689638" y="7961545"/>
            <a:ext cx="1349387" cy="1600438"/>
            <a:chOff x="2771636" y="7376145"/>
            <a:chExt cx="1349387" cy="1600438"/>
          </a:xfrm>
        </p:grpSpPr>
        <p:grpSp>
          <p:nvGrpSpPr>
            <p:cNvPr id="1732" name="Google Shape;1732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733" name="Google Shape;1733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42" l="0" r="-524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734" name="Google Shape;1734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35" name="Google Shape;1735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36" name="Google Shape;1736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37" name="Google Shape;1737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38" name="Google Shape;1738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39" name="Google Shape;1739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40" name="Google Shape;1740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41" name="Google Shape;1741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742" name="Google Shape;1742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3" name="Google Shape;1743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4" name="Google Shape;1744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5" name="Google Shape;1745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46" name="Google Shape;1746;p25"/>
          <p:cNvGrpSpPr/>
          <p:nvPr/>
        </p:nvGrpSpPr>
        <p:grpSpPr>
          <a:xfrm>
            <a:off x="5369458" y="7961545"/>
            <a:ext cx="1349387" cy="1600438"/>
            <a:chOff x="2771636" y="7376145"/>
            <a:chExt cx="1349387" cy="1600438"/>
          </a:xfrm>
        </p:grpSpPr>
        <p:grpSp>
          <p:nvGrpSpPr>
            <p:cNvPr id="1747" name="Google Shape;1747;p25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748" name="Google Shape;1748;p25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42" l="0" r="0" t="-38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749" name="Google Shape;1749;p25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50" name="Google Shape;1750;p25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51" name="Google Shape;1751;p25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52" name="Google Shape;1752;p25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53" name="Google Shape;1753;p25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54" name="Google Shape;1754;p25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55" name="Google Shape;1755;p25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56" name="Google Shape;1756;p25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757" name="Google Shape;1757;p25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8" name="Google Shape;1758;p25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9" name="Google Shape;1759;p25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0" name="Google Shape;1760;p25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61" name="Google Shape;1761;p25"/>
          <p:cNvSpPr txBox="1"/>
          <p:nvPr/>
        </p:nvSpPr>
        <p:spPr>
          <a:xfrm>
            <a:off x="6622" y="6730409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25"/>
          <p:cNvSpPr txBox="1"/>
          <p:nvPr/>
        </p:nvSpPr>
        <p:spPr>
          <a:xfrm>
            <a:off x="1715324" y="6730409"/>
            <a:ext cx="284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25"/>
          <p:cNvSpPr txBox="1"/>
          <p:nvPr/>
        </p:nvSpPr>
        <p:spPr>
          <a:xfrm>
            <a:off x="3417073" y="6743222"/>
            <a:ext cx="2920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25"/>
          <p:cNvSpPr txBox="1"/>
          <p:nvPr/>
        </p:nvSpPr>
        <p:spPr>
          <a:xfrm>
            <a:off x="5148361" y="6743222"/>
            <a:ext cx="2824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25"/>
          <p:cNvSpPr txBox="1"/>
          <p:nvPr/>
        </p:nvSpPr>
        <p:spPr>
          <a:xfrm>
            <a:off x="167120" y="7920296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4         13     17</a:t>
            </a:r>
            <a:endParaRPr/>
          </a:p>
        </p:txBody>
      </p:sp>
      <p:sp>
        <p:nvSpPr>
          <p:cNvPr id="1766" name="Google Shape;1766;p25"/>
          <p:cNvSpPr txBox="1"/>
          <p:nvPr/>
        </p:nvSpPr>
        <p:spPr>
          <a:xfrm>
            <a:off x="158195" y="8359458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13        4     17</a:t>
            </a:r>
            <a:endParaRPr/>
          </a:p>
        </p:txBody>
      </p:sp>
      <p:sp>
        <p:nvSpPr>
          <p:cNvPr id="1767" name="Google Shape;1767;p25"/>
          <p:cNvSpPr txBox="1"/>
          <p:nvPr/>
        </p:nvSpPr>
        <p:spPr>
          <a:xfrm>
            <a:off x="183692" y="8767567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17       4       13</a:t>
            </a:r>
            <a:endParaRPr/>
          </a:p>
        </p:txBody>
      </p:sp>
      <p:sp>
        <p:nvSpPr>
          <p:cNvPr id="1768" name="Google Shape;1768;p25"/>
          <p:cNvSpPr txBox="1"/>
          <p:nvPr/>
        </p:nvSpPr>
        <p:spPr>
          <a:xfrm>
            <a:off x="210097" y="9191579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17      13       4</a:t>
            </a:r>
            <a:endParaRPr/>
          </a:p>
        </p:txBody>
      </p:sp>
      <p:sp>
        <p:nvSpPr>
          <p:cNvPr id="1769" name="Google Shape;1769;p25"/>
          <p:cNvSpPr txBox="1"/>
          <p:nvPr/>
        </p:nvSpPr>
        <p:spPr>
          <a:xfrm>
            <a:off x="1940062" y="7880794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8         10      18</a:t>
            </a:r>
            <a:endParaRPr/>
          </a:p>
        </p:txBody>
      </p:sp>
      <p:sp>
        <p:nvSpPr>
          <p:cNvPr id="1770" name="Google Shape;1770;p25"/>
          <p:cNvSpPr txBox="1"/>
          <p:nvPr/>
        </p:nvSpPr>
        <p:spPr>
          <a:xfrm>
            <a:off x="1931137" y="8319956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10       8       18</a:t>
            </a:r>
            <a:endParaRPr/>
          </a:p>
        </p:txBody>
      </p:sp>
      <p:sp>
        <p:nvSpPr>
          <p:cNvPr id="1771" name="Google Shape;1771;p25"/>
          <p:cNvSpPr txBox="1"/>
          <p:nvPr/>
        </p:nvSpPr>
        <p:spPr>
          <a:xfrm>
            <a:off x="1956634" y="8728065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18       8       10</a:t>
            </a:r>
            <a:endParaRPr/>
          </a:p>
        </p:txBody>
      </p:sp>
      <p:sp>
        <p:nvSpPr>
          <p:cNvPr id="1772" name="Google Shape;1772;p25"/>
          <p:cNvSpPr txBox="1"/>
          <p:nvPr/>
        </p:nvSpPr>
        <p:spPr>
          <a:xfrm>
            <a:off x="1955118" y="9136899"/>
            <a:ext cx="13516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18      10     8</a:t>
            </a:r>
            <a:endParaRPr/>
          </a:p>
        </p:txBody>
      </p:sp>
      <p:sp>
        <p:nvSpPr>
          <p:cNvPr id="1773" name="Google Shape;1773;p25"/>
          <p:cNvSpPr txBox="1"/>
          <p:nvPr/>
        </p:nvSpPr>
        <p:spPr>
          <a:xfrm>
            <a:off x="3633868" y="7837485"/>
            <a:ext cx="1499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7         9       16</a:t>
            </a:r>
            <a:endParaRPr/>
          </a:p>
        </p:txBody>
      </p:sp>
      <p:sp>
        <p:nvSpPr>
          <p:cNvPr id="1774" name="Google Shape;1774;p25"/>
          <p:cNvSpPr txBox="1"/>
          <p:nvPr/>
        </p:nvSpPr>
        <p:spPr>
          <a:xfrm>
            <a:off x="3624943" y="8276647"/>
            <a:ext cx="1499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9         7       16</a:t>
            </a:r>
            <a:endParaRPr/>
          </a:p>
        </p:txBody>
      </p:sp>
      <p:sp>
        <p:nvSpPr>
          <p:cNvPr id="1775" name="Google Shape;1775;p25"/>
          <p:cNvSpPr txBox="1"/>
          <p:nvPr/>
        </p:nvSpPr>
        <p:spPr>
          <a:xfrm>
            <a:off x="3650440" y="8684756"/>
            <a:ext cx="1393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16       7       9</a:t>
            </a:r>
            <a:endParaRPr/>
          </a:p>
        </p:txBody>
      </p:sp>
      <p:sp>
        <p:nvSpPr>
          <p:cNvPr id="1776" name="Google Shape;1776;p25"/>
          <p:cNvSpPr txBox="1"/>
          <p:nvPr/>
        </p:nvSpPr>
        <p:spPr>
          <a:xfrm>
            <a:off x="3676845" y="9108768"/>
            <a:ext cx="134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16      9       7</a:t>
            </a:r>
            <a:endParaRPr/>
          </a:p>
        </p:txBody>
      </p:sp>
      <p:sp>
        <p:nvSpPr>
          <p:cNvPr id="1777" name="Google Shape;1777;p25"/>
          <p:cNvSpPr txBox="1"/>
          <p:nvPr/>
        </p:nvSpPr>
        <p:spPr>
          <a:xfrm>
            <a:off x="5326507" y="7852220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3         16     19</a:t>
            </a:r>
            <a:endParaRPr/>
          </a:p>
        </p:txBody>
      </p:sp>
      <p:sp>
        <p:nvSpPr>
          <p:cNvPr id="1778" name="Google Shape;1778;p25"/>
          <p:cNvSpPr txBox="1"/>
          <p:nvPr/>
        </p:nvSpPr>
        <p:spPr>
          <a:xfrm>
            <a:off x="5317582" y="8291382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16        3      19</a:t>
            </a:r>
            <a:endParaRPr/>
          </a:p>
        </p:txBody>
      </p:sp>
      <p:sp>
        <p:nvSpPr>
          <p:cNvPr id="1779" name="Google Shape;1779;p25"/>
          <p:cNvSpPr txBox="1"/>
          <p:nvPr/>
        </p:nvSpPr>
        <p:spPr>
          <a:xfrm>
            <a:off x="5343079" y="8699491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19       3       16</a:t>
            </a:r>
            <a:endParaRPr/>
          </a:p>
        </p:txBody>
      </p:sp>
      <p:sp>
        <p:nvSpPr>
          <p:cNvPr id="1780" name="Google Shape;1780;p25"/>
          <p:cNvSpPr txBox="1"/>
          <p:nvPr/>
        </p:nvSpPr>
        <p:spPr>
          <a:xfrm>
            <a:off x="5369484" y="9123503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19     16       3</a:t>
            </a:r>
            <a:endParaRPr/>
          </a:p>
        </p:txBody>
      </p:sp>
      <p:sp>
        <p:nvSpPr>
          <p:cNvPr id="1781" name="Google Shape;1781;p25"/>
          <p:cNvSpPr txBox="1"/>
          <p:nvPr/>
        </p:nvSpPr>
        <p:spPr>
          <a:xfrm>
            <a:off x="846530" y="7335340"/>
            <a:ext cx="4690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782" name="Google Shape;1782;p25"/>
          <p:cNvSpPr txBox="1"/>
          <p:nvPr/>
        </p:nvSpPr>
        <p:spPr>
          <a:xfrm>
            <a:off x="2718693" y="730066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783" name="Google Shape;1783;p25"/>
          <p:cNvSpPr txBox="1"/>
          <p:nvPr/>
        </p:nvSpPr>
        <p:spPr>
          <a:xfrm>
            <a:off x="4517969" y="73288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784" name="Google Shape;1784;p25"/>
          <p:cNvSpPr txBox="1"/>
          <p:nvPr/>
        </p:nvSpPr>
        <p:spPr>
          <a:xfrm>
            <a:off x="5927948" y="732798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9" name="Google Shape;1789;p26"/>
          <p:cNvGrpSpPr/>
          <p:nvPr/>
        </p:nvGrpSpPr>
        <p:grpSpPr>
          <a:xfrm>
            <a:off x="167820" y="1235114"/>
            <a:ext cx="1349387" cy="1600438"/>
            <a:chOff x="2771636" y="7376145"/>
            <a:chExt cx="1349387" cy="1600438"/>
          </a:xfrm>
        </p:grpSpPr>
        <p:grpSp>
          <p:nvGrpSpPr>
            <p:cNvPr id="1790" name="Google Shape;1790;p26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791" name="Google Shape;1791;p26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-524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792" name="Google Shape;1792;p26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3" name="Google Shape;1793;p26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4" name="Google Shape;1794;p26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5" name="Google Shape;1795;p26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6" name="Google Shape;1796;p26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7" name="Google Shape;1797;p26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8" name="Google Shape;1798;p26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9" name="Google Shape;1799;p26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800" name="Google Shape;1800;p26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1" name="Google Shape;1801;p26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2" name="Google Shape;1802;p26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3" name="Google Shape;1803;p26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804" name="Google Shape;1804;p26"/>
          <p:cNvGrpSpPr/>
          <p:nvPr/>
        </p:nvGrpSpPr>
        <p:grpSpPr>
          <a:xfrm>
            <a:off x="1895979" y="1235114"/>
            <a:ext cx="1349387" cy="1600438"/>
            <a:chOff x="2771636" y="7376145"/>
            <a:chExt cx="1349387" cy="1600438"/>
          </a:xfrm>
        </p:grpSpPr>
        <p:grpSp>
          <p:nvGrpSpPr>
            <p:cNvPr id="1805" name="Google Shape;1805;p26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806" name="Google Shape;1806;p26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807" name="Google Shape;1807;p26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08" name="Google Shape;1808;p26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09" name="Google Shape;1809;p26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10" name="Google Shape;1810;p26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11" name="Google Shape;1811;p26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12" name="Google Shape;1812;p26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13" name="Google Shape;1813;p26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14" name="Google Shape;1814;p26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815" name="Google Shape;1815;p26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6" name="Google Shape;1816;p26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7" name="Google Shape;1817;p26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8" name="Google Shape;1818;p26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819" name="Google Shape;1819;p26"/>
          <p:cNvGrpSpPr/>
          <p:nvPr/>
        </p:nvGrpSpPr>
        <p:grpSpPr>
          <a:xfrm>
            <a:off x="3630499" y="1235114"/>
            <a:ext cx="1349387" cy="1600438"/>
            <a:chOff x="2771636" y="7376145"/>
            <a:chExt cx="1349387" cy="1600438"/>
          </a:xfrm>
        </p:grpSpPr>
        <p:grpSp>
          <p:nvGrpSpPr>
            <p:cNvPr id="1820" name="Google Shape;1820;p26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821" name="Google Shape;1821;p26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-524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822" name="Google Shape;1822;p26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3" name="Google Shape;1823;p26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4" name="Google Shape;1824;p26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5" name="Google Shape;1825;p26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6" name="Google Shape;1826;p26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7" name="Google Shape;1827;p26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8" name="Google Shape;1828;p26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9" name="Google Shape;1829;p26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830" name="Google Shape;1830;p26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1" name="Google Shape;1831;p26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2" name="Google Shape;1832;p26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3" name="Google Shape;1833;p26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834" name="Google Shape;1834;p26"/>
          <p:cNvGrpSpPr/>
          <p:nvPr/>
        </p:nvGrpSpPr>
        <p:grpSpPr>
          <a:xfrm>
            <a:off x="5310319" y="1235114"/>
            <a:ext cx="1349387" cy="1600438"/>
            <a:chOff x="2771636" y="7376145"/>
            <a:chExt cx="1349387" cy="1600438"/>
          </a:xfrm>
        </p:grpSpPr>
        <p:grpSp>
          <p:nvGrpSpPr>
            <p:cNvPr id="1835" name="Google Shape;1835;p26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836" name="Google Shape;1836;p26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837" name="Google Shape;1837;p26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8" name="Google Shape;1838;p26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9" name="Google Shape;1839;p26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0" name="Google Shape;1840;p26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1" name="Google Shape;1841;p26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2" name="Google Shape;1842;p26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3" name="Google Shape;1843;p26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4" name="Google Shape;1844;p26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845" name="Google Shape;1845;p26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6" name="Google Shape;1846;p26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7" name="Google Shape;1847;p26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8" name="Google Shape;1848;p26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49" name="Google Shape;1849;p26"/>
          <p:cNvSpPr txBox="1"/>
          <p:nvPr/>
        </p:nvSpPr>
        <p:spPr>
          <a:xfrm>
            <a:off x="45999" y="9643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26"/>
          <p:cNvSpPr txBox="1"/>
          <p:nvPr/>
        </p:nvSpPr>
        <p:spPr>
          <a:xfrm>
            <a:off x="1754701" y="96432"/>
            <a:ext cx="300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26"/>
          <p:cNvSpPr txBox="1"/>
          <p:nvPr/>
        </p:nvSpPr>
        <p:spPr>
          <a:xfrm>
            <a:off x="3456450" y="109245"/>
            <a:ext cx="3417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26"/>
          <p:cNvSpPr txBox="1"/>
          <p:nvPr/>
        </p:nvSpPr>
        <p:spPr>
          <a:xfrm>
            <a:off x="5187738" y="109245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3" name="Google Shape;1853;p26"/>
          <p:cNvGrpSpPr/>
          <p:nvPr/>
        </p:nvGrpSpPr>
        <p:grpSpPr>
          <a:xfrm>
            <a:off x="247330" y="3177555"/>
            <a:ext cx="1406607" cy="764171"/>
            <a:chOff x="60434" y="4991469"/>
            <a:chExt cx="2147856" cy="585005"/>
          </a:xfrm>
        </p:grpSpPr>
        <p:sp>
          <p:nvSpPr>
            <p:cNvPr id="1854" name="Google Shape;1854;p2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26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26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7" name="Google Shape;1857;p26"/>
          <p:cNvGrpSpPr/>
          <p:nvPr/>
        </p:nvGrpSpPr>
        <p:grpSpPr>
          <a:xfrm>
            <a:off x="1980911" y="3165267"/>
            <a:ext cx="1406607" cy="764171"/>
            <a:chOff x="60434" y="4991469"/>
            <a:chExt cx="2147856" cy="585005"/>
          </a:xfrm>
        </p:grpSpPr>
        <p:sp>
          <p:nvSpPr>
            <p:cNvPr id="1858" name="Google Shape;1858;p2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26"/>
            <p:cNvSpPr/>
            <p:nvPr/>
          </p:nvSpPr>
          <p:spPr>
            <a:xfrm>
              <a:off x="60434" y="5280836"/>
              <a:ext cx="93458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26"/>
            <p:cNvSpPr/>
            <p:nvPr/>
          </p:nvSpPr>
          <p:spPr>
            <a:xfrm>
              <a:off x="995022" y="5281001"/>
              <a:ext cx="121326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1" name="Google Shape;1861;p26"/>
          <p:cNvGrpSpPr/>
          <p:nvPr/>
        </p:nvGrpSpPr>
        <p:grpSpPr>
          <a:xfrm>
            <a:off x="3685370" y="3177555"/>
            <a:ext cx="1406607" cy="764171"/>
            <a:chOff x="60434" y="4991469"/>
            <a:chExt cx="2147856" cy="585005"/>
          </a:xfrm>
        </p:grpSpPr>
        <p:sp>
          <p:nvSpPr>
            <p:cNvPr id="1862" name="Google Shape;1862;p2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36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26"/>
            <p:cNvSpPr/>
            <p:nvPr/>
          </p:nvSpPr>
          <p:spPr>
            <a:xfrm>
              <a:off x="60434" y="5280836"/>
              <a:ext cx="47977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26"/>
            <p:cNvSpPr/>
            <p:nvPr/>
          </p:nvSpPr>
          <p:spPr>
            <a:xfrm>
              <a:off x="540209" y="5281001"/>
              <a:ext cx="166808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5" name="Google Shape;1865;p26"/>
          <p:cNvGrpSpPr/>
          <p:nvPr/>
        </p:nvGrpSpPr>
        <p:grpSpPr>
          <a:xfrm>
            <a:off x="5389829" y="3177555"/>
            <a:ext cx="1406607" cy="764171"/>
            <a:chOff x="60434" y="4991469"/>
            <a:chExt cx="2147856" cy="585005"/>
          </a:xfrm>
        </p:grpSpPr>
        <p:sp>
          <p:nvSpPr>
            <p:cNvPr id="1866" name="Google Shape;1866;p2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41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26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23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26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9" name="Google Shape;1869;p26"/>
          <p:cNvGrpSpPr/>
          <p:nvPr/>
        </p:nvGrpSpPr>
        <p:grpSpPr>
          <a:xfrm>
            <a:off x="279859" y="4048810"/>
            <a:ext cx="1349387" cy="1600438"/>
            <a:chOff x="2771636" y="7376145"/>
            <a:chExt cx="1349387" cy="1600438"/>
          </a:xfrm>
        </p:grpSpPr>
        <p:grpSp>
          <p:nvGrpSpPr>
            <p:cNvPr id="1870" name="Google Shape;1870;p26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871" name="Google Shape;1871;p26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-524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872" name="Google Shape;1872;p26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73" name="Google Shape;1873;p26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74" name="Google Shape;1874;p26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75" name="Google Shape;1875;p26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76" name="Google Shape;1876;p26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77" name="Google Shape;1877;p26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78" name="Google Shape;1878;p26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79" name="Google Shape;1879;p26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880" name="Google Shape;1880;p26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1" name="Google Shape;1881;p26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2" name="Google Shape;1882;p26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3" name="Google Shape;1883;p26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884" name="Google Shape;1884;p26"/>
          <p:cNvGrpSpPr/>
          <p:nvPr/>
        </p:nvGrpSpPr>
        <p:grpSpPr>
          <a:xfrm>
            <a:off x="2008018" y="4048810"/>
            <a:ext cx="1349387" cy="1600438"/>
            <a:chOff x="2771636" y="7376145"/>
            <a:chExt cx="1349387" cy="1600438"/>
          </a:xfrm>
        </p:grpSpPr>
        <p:grpSp>
          <p:nvGrpSpPr>
            <p:cNvPr id="1885" name="Google Shape;1885;p26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886" name="Google Shape;1886;p26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887" name="Google Shape;1887;p26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88" name="Google Shape;1888;p26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89" name="Google Shape;1889;p26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0" name="Google Shape;1890;p26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1" name="Google Shape;1891;p26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2" name="Google Shape;1892;p26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3" name="Google Shape;1893;p26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4" name="Google Shape;1894;p26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895" name="Google Shape;1895;p26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6" name="Google Shape;1896;p26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7" name="Google Shape;1897;p26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8" name="Google Shape;1898;p26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899" name="Google Shape;1899;p26"/>
          <p:cNvGrpSpPr/>
          <p:nvPr/>
        </p:nvGrpSpPr>
        <p:grpSpPr>
          <a:xfrm>
            <a:off x="3742538" y="4048810"/>
            <a:ext cx="1349387" cy="1600438"/>
            <a:chOff x="2771636" y="7376145"/>
            <a:chExt cx="1349387" cy="1600438"/>
          </a:xfrm>
        </p:grpSpPr>
        <p:grpSp>
          <p:nvGrpSpPr>
            <p:cNvPr id="1900" name="Google Shape;1900;p26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901" name="Google Shape;1901;p26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3053" l="0" r="-524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902" name="Google Shape;1902;p26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03" name="Google Shape;1903;p26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04" name="Google Shape;1904;p26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05" name="Google Shape;1905;p26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06" name="Google Shape;1906;p26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07" name="Google Shape;1907;p26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08" name="Google Shape;1908;p26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09" name="Google Shape;1909;p26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910" name="Google Shape;1910;p26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1" name="Google Shape;1911;p26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2" name="Google Shape;1912;p26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3" name="Google Shape;1913;p26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14" name="Google Shape;1914;p26"/>
          <p:cNvGrpSpPr/>
          <p:nvPr/>
        </p:nvGrpSpPr>
        <p:grpSpPr>
          <a:xfrm>
            <a:off x="5422358" y="4048810"/>
            <a:ext cx="1349387" cy="1600438"/>
            <a:chOff x="2771636" y="7376145"/>
            <a:chExt cx="1349387" cy="1600438"/>
          </a:xfrm>
        </p:grpSpPr>
        <p:grpSp>
          <p:nvGrpSpPr>
            <p:cNvPr id="1915" name="Google Shape;1915;p26"/>
            <p:cNvGrpSpPr/>
            <p:nvPr/>
          </p:nvGrpSpPr>
          <p:grpSpPr>
            <a:xfrm>
              <a:off x="2771636" y="7376145"/>
              <a:ext cx="1348446" cy="1600438"/>
              <a:chOff x="570539" y="7210811"/>
              <a:chExt cx="1348446" cy="1600438"/>
            </a:xfrm>
          </p:grpSpPr>
          <p:sp>
            <p:nvSpPr>
              <p:cNvPr id="1916" name="Google Shape;1916;p26"/>
              <p:cNvSpPr txBox="1"/>
              <p:nvPr/>
            </p:nvSpPr>
            <p:spPr>
              <a:xfrm>
                <a:off x="570539" y="7210811"/>
                <a:ext cx="1165704" cy="1600438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3053" l="0" r="0" t="-76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917" name="Google Shape;1917;p26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18" name="Google Shape;1918;p26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19" name="Google Shape;1919;p26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20" name="Google Shape;1920;p26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21" name="Google Shape;1921;p26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22" name="Google Shape;1922;p26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23" name="Google Shape;1923;p26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24" name="Google Shape;1924;p26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925" name="Google Shape;1925;p26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6" name="Google Shape;1926;p26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7" name="Google Shape;1927;p26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8" name="Google Shape;1928;p26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29" name="Google Shape;1929;p26"/>
          <p:cNvSpPr txBox="1"/>
          <p:nvPr/>
        </p:nvSpPr>
        <p:spPr>
          <a:xfrm>
            <a:off x="80213" y="2864873"/>
            <a:ext cx="300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26"/>
          <p:cNvSpPr txBox="1"/>
          <p:nvPr/>
        </p:nvSpPr>
        <p:spPr>
          <a:xfrm>
            <a:off x="1788915" y="2864873"/>
            <a:ext cx="2920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26"/>
          <p:cNvSpPr txBox="1"/>
          <p:nvPr/>
        </p:nvSpPr>
        <p:spPr>
          <a:xfrm>
            <a:off x="3490664" y="2877686"/>
            <a:ext cx="38343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26"/>
          <p:cNvSpPr txBox="1"/>
          <p:nvPr/>
        </p:nvSpPr>
        <p:spPr>
          <a:xfrm>
            <a:off x="5221952" y="2877686"/>
            <a:ext cx="3898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3" name="Google Shape;1933;p26"/>
          <p:cNvGrpSpPr/>
          <p:nvPr/>
        </p:nvGrpSpPr>
        <p:grpSpPr>
          <a:xfrm>
            <a:off x="119377" y="444341"/>
            <a:ext cx="1406607" cy="764171"/>
            <a:chOff x="60434" y="4991469"/>
            <a:chExt cx="2147856" cy="585005"/>
          </a:xfrm>
        </p:grpSpPr>
        <p:sp>
          <p:nvSpPr>
            <p:cNvPr id="1934" name="Google Shape;1934;p2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26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26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7" name="Google Shape;1937;p26"/>
          <p:cNvGrpSpPr/>
          <p:nvPr/>
        </p:nvGrpSpPr>
        <p:grpSpPr>
          <a:xfrm>
            <a:off x="1852958" y="432053"/>
            <a:ext cx="1406607" cy="764171"/>
            <a:chOff x="60434" y="4991469"/>
            <a:chExt cx="2147856" cy="585005"/>
          </a:xfrm>
        </p:grpSpPr>
        <p:sp>
          <p:nvSpPr>
            <p:cNvPr id="1938" name="Google Shape;1938;p2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26"/>
            <p:cNvSpPr/>
            <p:nvPr/>
          </p:nvSpPr>
          <p:spPr>
            <a:xfrm>
              <a:off x="60434" y="5280836"/>
              <a:ext cx="93458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26"/>
            <p:cNvSpPr/>
            <p:nvPr/>
          </p:nvSpPr>
          <p:spPr>
            <a:xfrm>
              <a:off x="995022" y="5281001"/>
              <a:ext cx="121326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1" name="Google Shape;1941;p26"/>
          <p:cNvGrpSpPr/>
          <p:nvPr/>
        </p:nvGrpSpPr>
        <p:grpSpPr>
          <a:xfrm>
            <a:off x="3557417" y="444341"/>
            <a:ext cx="1406607" cy="764171"/>
            <a:chOff x="60434" y="4991469"/>
            <a:chExt cx="2147856" cy="585005"/>
          </a:xfrm>
        </p:grpSpPr>
        <p:sp>
          <p:nvSpPr>
            <p:cNvPr id="1942" name="Google Shape;1942;p2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25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26"/>
            <p:cNvSpPr/>
            <p:nvPr/>
          </p:nvSpPr>
          <p:spPr>
            <a:xfrm>
              <a:off x="60434" y="5280836"/>
              <a:ext cx="479775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26"/>
            <p:cNvSpPr/>
            <p:nvPr/>
          </p:nvSpPr>
          <p:spPr>
            <a:xfrm>
              <a:off x="540209" y="5281001"/>
              <a:ext cx="1668081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5" name="Google Shape;1945;p26"/>
          <p:cNvGrpSpPr/>
          <p:nvPr/>
        </p:nvGrpSpPr>
        <p:grpSpPr>
          <a:xfrm>
            <a:off x="5261876" y="444341"/>
            <a:ext cx="1406607" cy="764171"/>
            <a:chOff x="60434" y="4991469"/>
            <a:chExt cx="2147856" cy="585005"/>
          </a:xfrm>
        </p:grpSpPr>
        <p:sp>
          <p:nvSpPr>
            <p:cNvPr id="1946" name="Google Shape;1946;p26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26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26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9" name="Google Shape;1949;p26"/>
          <p:cNvSpPr txBox="1"/>
          <p:nvPr>
            <p:ph idx="12" type="sldNum"/>
          </p:nvPr>
        </p:nvSpPr>
        <p:spPr>
          <a:xfrm>
            <a:off x="5389829" y="951475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0" name="Google Shape;1950;p26"/>
          <p:cNvSpPr txBox="1"/>
          <p:nvPr/>
        </p:nvSpPr>
        <p:spPr>
          <a:xfrm>
            <a:off x="120008" y="1180283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10     12       22</a:t>
            </a:r>
            <a:endParaRPr/>
          </a:p>
        </p:txBody>
      </p:sp>
      <p:sp>
        <p:nvSpPr>
          <p:cNvPr id="1951" name="Google Shape;1951;p26"/>
          <p:cNvSpPr txBox="1"/>
          <p:nvPr/>
        </p:nvSpPr>
        <p:spPr>
          <a:xfrm>
            <a:off x="111083" y="1619445"/>
            <a:ext cx="15744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12      10      22</a:t>
            </a:r>
            <a:endParaRPr/>
          </a:p>
        </p:txBody>
      </p:sp>
      <p:sp>
        <p:nvSpPr>
          <p:cNvPr id="1952" name="Google Shape;1952;p26"/>
          <p:cNvSpPr txBox="1"/>
          <p:nvPr/>
        </p:nvSpPr>
        <p:spPr>
          <a:xfrm>
            <a:off x="136580" y="2027554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22     10       12</a:t>
            </a:r>
            <a:endParaRPr/>
          </a:p>
        </p:txBody>
      </p:sp>
      <p:sp>
        <p:nvSpPr>
          <p:cNvPr id="1953" name="Google Shape;1953;p26"/>
          <p:cNvSpPr txBox="1"/>
          <p:nvPr/>
        </p:nvSpPr>
        <p:spPr>
          <a:xfrm>
            <a:off x="162985" y="2451566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22     12       10</a:t>
            </a:r>
            <a:endParaRPr/>
          </a:p>
        </p:txBody>
      </p:sp>
      <p:sp>
        <p:nvSpPr>
          <p:cNvPr id="1954" name="Google Shape;1954;p26"/>
          <p:cNvSpPr txBox="1"/>
          <p:nvPr/>
        </p:nvSpPr>
        <p:spPr>
          <a:xfrm>
            <a:off x="1868347" y="1163470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15       9       24</a:t>
            </a:r>
            <a:endParaRPr/>
          </a:p>
        </p:txBody>
      </p:sp>
      <p:sp>
        <p:nvSpPr>
          <p:cNvPr id="1955" name="Google Shape;1955;p26"/>
          <p:cNvSpPr txBox="1"/>
          <p:nvPr/>
        </p:nvSpPr>
        <p:spPr>
          <a:xfrm>
            <a:off x="1859422" y="1602632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9         15     24</a:t>
            </a:r>
            <a:endParaRPr/>
          </a:p>
        </p:txBody>
      </p:sp>
      <p:sp>
        <p:nvSpPr>
          <p:cNvPr id="1956" name="Google Shape;1956;p26"/>
          <p:cNvSpPr txBox="1"/>
          <p:nvPr/>
        </p:nvSpPr>
        <p:spPr>
          <a:xfrm>
            <a:off x="1884919" y="2010741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24      15       9</a:t>
            </a:r>
            <a:endParaRPr/>
          </a:p>
        </p:txBody>
      </p:sp>
      <p:sp>
        <p:nvSpPr>
          <p:cNvPr id="1957" name="Google Shape;1957;p26"/>
          <p:cNvSpPr txBox="1"/>
          <p:nvPr/>
        </p:nvSpPr>
        <p:spPr>
          <a:xfrm>
            <a:off x="1911324" y="2434753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24      9       15</a:t>
            </a:r>
            <a:endParaRPr/>
          </a:p>
        </p:txBody>
      </p:sp>
      <p:sp>
        <p:nvSpPr>
          <p:cNvPr id="1958" name="Google Shape;1958;p26"/>
          <p:cNvSpPr txBox="1"/>
          <p:nvPr/>
        </p:nvSpPr>
        <p:spPr>
          <a:xfrm>
            <a:off x="3574729" y="1190814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4         21     25</a:t>
            </a:r>
            <a:endParaRPr/>
          </a:p>
        </p:txBody>
      </p:sp>
      <p:sp>
        <p:nvSpPr>
          <p:cNvPr id="1959" name="Google Shape;1959;p26"/>
          <p:cNvSpPr txBox="1"/>
          <p:nvPr/>
        </p:nvSpPr>
        <p:spPr>
          <a:xfrm>
            <a:off x="3565804" y="1629976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21        4     25</a:t>
            </a:r>
            <a:endParaRPr/>
          </a:p>
        </p:txBody>
      </p:sp>
      <p:sp>
        <p:nvSpPr>
          <p:cNvPr id="1960" name="Google Shape;1960;p26"/>
          <p:cNvSpPr txBox="1"/>
          <p:nvPr/>
        </p:nvSpPr>
        <p:spPr>
          <a:xfrm>
            <a:off x="3591301" y="2038085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25       4       21</a:t>
            </a:r>
            <a:endParaRPr/>
          </a:p>
        </p:txBody>
      </p:sp>
      <p:sp>
        <p:nvSpPr>
          <p:cNvPr id="1961" name="Google Shape;1961;p26"/>
          <p:cNvSpPr txBox="1"/>
          <p:nvPr/>
        </p:nvSpPr>
        <p:spPr>
          <a:xfrm>
            <a:off x="3617706" y="2462097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25      21       4</a:t>
            </a:r>
            <a:endParaRPr/>
          </a:p>
        </p:txBody>
      </p:sp>
      <p:sp>
        <p:nvSpPr>
          <p:cNvPr id="1962" name="Google Shape;1962;p26"/>
          <p:cNvSpPr txBox="1"/>
          <p:nvPr/>
        </p:nvSpPr>
        <p:spPr>
          <a:xfrm>
            <a:off x="5281111" y="1180283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14      16     30</a:t>
            </a:r>
            <a:endParaRPr/>
          </a:p>
        </p:txBody>
      </p:sp>
      <p:sp>
        <p:nvSpPr>
          <p:cNvPr id="1963" name="Google Shape;1963;p26"/>
          <p:cNvSpPr txBox="1"/>
          <p:nvPr/>
        </p:nvSpPr>
        <p:spPr>
          <a:xfrm>
            <a:off x="5272186" y="1619445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16      14      30</a:t>
            </a:r>
            <a:endParaRPr/>
          </a:p>
        </p:txBody>
      </p:sp>
      <p:sp>
        <p:nvSpPr>
          <p:cNvPr id="1964" name="Google Shape;1964;p26"/>
          <p:cNvSpPr txBox="1"/>
          <p:nvPr/>
        </p:nvSpPr>
        <p:spPr>
          <a:xfrm>
            <a:off x="5297683" y="2027554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20     14      16</a:t>
            </a:r>
            <a:endParaRPr/>
          </a:p>
        </p:txBody>
      </p:sp>
      <p:sp>
        <p:nvSpPr>
          <p:cNvPr id="1965" name="Google Shape;1965;p26"/>
          <p:cNvSpPr txBox="1"/>
          <p:nvPr/>
        </p:nvSpPr>
        <p:spPr>
          <a:xfrm>
            <a:off x="5324088" y="2451566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20     16      14</a:t>
            </a:r>
            <a:endParaRPr/>
          </a:p>
        </p:txBody>
      </p:sp>
      <p:sp>
        <p:nvSpPr>
          <p:cNvPr id="1966" name="Google Shape;1966;p26"/>
          <p:cNvSpPr txBox="1"/>
          <p:nvPr/>
        </p:nvSpPr>
        <p:spPr>
          <a:xfrm>
            <a:off x="173675" y="3969733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11       16     27</a:t>
            </a:r>
            <a:endParaRPr/>
          </a:p>
        </p:txBody>
      </p:sp>
      <p:sp>
        <p:nvSpPr>
          <p:cNvPr id="1967" name="Google Shape;1967;p26"/>
          <p:cNvSpPr txBox="1"/>
          <p:nvPr/>
        </p:nvSpPr>
        <p:spPr>
          <a:xfrm>
            <a:off x="231885" y="4353446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16      11     27</a:t>
            </a:r>
            <a:endParaRPr/>
          </a:p>
        </p:txBody>
      </p:sp>
      <p:sp>
        <p:nvSpPr>
          <p:cNvPr id="1968" name="Google Shape;1968;p26"/>
          <p:cNvSpPr txBox="1"/>
          <p:nvPr/>
        </p:nvSpPr>
        <p:spPr>
          <a:xfrm>
            <a:off x="258335" y="4816235"/>
            <a:ext cx="14157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27      11    16</a:t>
            </a:r>
            <a:endParaRPr/>
          </a:p>
        </p:txBody>
      </p:sp>
      <p:sp>
        <p:nvSpPr>
          <p:cNvPr id="1969" name="Google Shape;1969;p26"/>
          <p:cNvSpPr txBox="1"/>
          <p:nvPr/>
        </p:nvSpPr>
        <p:spPr>
          <a:xfrm>
            <a:off x="244316" y="5279916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27      16     11</a:t>
            </a:r>
            <a:endParaRPr/>
          </a:p>
        </p:txBody>
      </p:sp>
      <p:sp>
        <p:nvSpPr>
          <p:cNvPr id="1970" name="Google Shape;1970;p26"/>
          <p:cNvSpPr txBox="1"/>
          <p:nvPr/>
        </p:nvSpPr>
        <p:spPr>
          <a:xfrm>
            <a:off x="2000781" y="4002734"/>
            <a:ext cx="14157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15     18     33</a:t>
            </a:r>
            <a:endParaRPr/>
          </a:p>
        </p:txBody>
      </p:sp>
      <p:sp>
        <p:nvSpPr>
          <p:cNvPr id="1971" name="Google Shape;1971;p26"/>
          <p:cNvSpPr txBox="1"/>
          <p:nvPr/>
        </p:nvSpPr>
        <p:spPr>
          <a:xfrm>
            <a:off x="1991856" y="4441896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18      15     33</a:t>
            </a:r>
            <a:endParaRPr/>
          </a:p>
        </p:txBody>
      </p:sp>
      <p:sp>
        <p:nvSpPr>
          <p:cNvPr id="1972" name="Google Shape;1972;p26"/>
          <p:cNvSpPr txBox="1"/>
          <p:nvPr/>
        </p:nvSpPr>
        <p:spPr>
          <a:xfrm>
            <a:off x="2017353" y="4850005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33     15      18</a:t>
            </a:r>
            <a:endParaRPr/>
          </a:p>
        </p:txBody>
      </p:sp>
      <p:sp>
        <p:nvSpPr>
          <p:cNvPr id="1973" name="Google Shape;1973;p26"/>
          <p:cNvSpPr txBox="1"/>
          <p:nvPr/>
        </p:nvSpPr>
        <p:spPr>
          <a:xfrm>
            <a:off x="1987876" y="5273804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33      18     15</a:t>
            </a:r>
            <a:endParaRPr/>
          </a:p>
        </p:txBody>
      </p:sp>
      <p:sp>
        <p:nvSpPr>
          <p:cNvPr id="1974" name="Google Shape;1974;p26"/>
          <p:cNvSpPr txBox="1"/>
          <p:nvPr/>
        </p:nvSpPr>
        <p:spPr>
          <a:xfrm>
            <a:off x="3720198" y="4024239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7       29      36</a:t>
            </a:r>
            <a:endParaRPr/>
          </a:p>
        </p:txBody>
      </p:sp>
      <p:sp>
        <p:nvSpPr>
          <p:cNvPr id="1975" name="Google Shape;1975;p26"/>
          <p:cNvSpPr txBox="1"/>
          <p:nvPr/>
        </p:nvSpPr>
        <p:spPr>
          <a:xfrm>
            <a:off x="3711273" y="4463401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29       7       36</a:t>
            </a:r>
            <a:endParaRPr/>
          </a:p>
        </p:txBody>
      </p:sp>
      <p:sp>
        <p:nvSpPr>
          <p:cNvPr id="1976" name="Google Shape;1976;p26"/>
          <p:cNvSpPr txBox="1"/>
          <p:nvPr/>
        </p:nvSpPr>
        <p:spPr>
          <a:xfrm>
            <a:off x="3736770" y="4871510"/>
            <a:ext cx="151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36       7       29</a:t>
            </a:r>
            <a:endParaRPr/>
          </a:p>
        </p:txBody>
      </p:sp>
      <p:sp>
        <p:nvSpPr>
          <p:cNvPr id="1977" name="Google Shape;1977;p26"/>
          <p:cNvSpPr txBox="1"/>
          <p:nvPr/>
        </p:nvSpPr>
        <p:spPr>
          <a:xfrm>
            <a:off x="3763175" y="5295522"/>
            <a:ext cx="1404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36    29        7</a:t>
            </a:r>
            <a:endParaRPr/>
          </a:p>
        </p:txBody>
      </p:sp>
      <p:sp>
        <p:nvSpPr>
          <p:cNvPr id="1978" name="Google Shape;1978;p26"/>
          <p:cNvSpPr txBox="1"/>
          <p:nvPr/>
        </p:nvSpPr>
        <p:spPr>
          <a:xfrm>
            <a:off x="5358936" y="3959325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23      18     41</a:t>
            </a:r>
            <a:endParaRPr/>
          </a:p>
        </p:txBody>
      </p:sp>
      <p:sp>
        <p:nvSpPr>
          <p:cNvPr id="1979" name="Google Shape;1979;p26"/>
          <p:cNvSpPr txBox="1"/>
          <p:nvPr/>
        </p:nvSpPr>
        <p:spPr>
          <a:xfrm>
            <a:off x="5350011" y="4398487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18       23    41</a:t>
            </a:r>
            <a:endParaRPr/>
          </a:p>
        </p:txBody>
      </p:sp>
      <p:sp>
        <p:nvSpPr>
          <p:cNvPr id="1980" name="Google Shape;1980;p26"/>
          <p:cNvSpPr txBox="1"/>
          <p:nvPr/>
        </p:nvSpPr>
        <p:spPr>
          <a:xfrm>
            <a:off x="5375508" y="4806596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41      23      18</a:t>
            </a:r>
            <a:endParaRPr/>
          </a:p>
        </p:txBody>
      </p:sp>
      <p:sp>
        <p:nvSpPr>
          <p:cNvPr id="1981" name="Google Shape;1981;p26"/>
          <p:cNvSpPr txBox="1"/>
          <p:nvPr/>
        </p:nvSpPr>
        <p:spPr>
          <a:xfrm>
            <a:off x="5401913" y="5230608"/>
            <a:ext cx="1468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41      18    23</a:t>
            </a:r>
            <a:endParaRPr/>
          </a:p>
        </p:txBody>
      </p:sp>
      <p:sp>
        <p:nvSpPr>
          <p:cNvPr id="1982" name="Google Shape;1982;p26"/>
          <p:cNvSpPr txBox="1"/>
          <p:nvPr/>
        </p:nvSpPr>
        <p:spPr>
          <a:xfrm>
            <a:off x="872299" y="80029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983" name="Google Shape;1983;p26"/>
          <p:cNvSpPr txBox="1"/>
          <p:nvPr/>
        </p:nvSpPr>
        <p:spPr>
          <a:xfrm>
            <a:off x="2719160" y="8001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984" name="Google Shape;1984;p26"/>
          <p:cNvSpPr txBox="1"/>
          <p:nvPr/>
        </p:nvSpPr>
        <p:spPr>
          <a:xfrm>
            <a:off x="4164199" y="839288"/>
            <a:ext cx="4666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1985" name="Google Shape;1985;p26"/>
          <p:cNvSpPr txBox="1"/>
          <p:nvPr/>
        </p:nvSpPr>
        <p:spPr>
          <a:xfrm>
            <a:off x="6007896" y="81397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986" name="Google Shape;1986;p26"/>
          <p:cNvSpPr txBox="1"/>
          <p:nvPr/>
        </p:nvSpPr>
        <p:spPr>
          <a:xfrm>
            <a:off x="1041447" y="3533726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987" name="Google Shape;1987;p26"/>
          <p:cNvSpPr txBox="1"/>
          <p:nvPr/>
        </p:nvSpPr>
        <p:spPr>
          <a:xfrm>
            <a:off x="2758076" y="3544006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988" name="Google Shape;1988;p26"/>
          <p:cNvSpPr txBox="1"/>
          <p:nvPr/>
        </p:nvSpPr>
        <p:spPr>
          <a:xfrm>
            <a:off x="4273234" y="358610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1989" name="Google Shape;1989;p26"/>
          <p:cNvSpPr txBox="1"/>
          <p:nvPr/>
        </p:nvSpPr>
        <p:spPr>
          <a:xfrm>
            <a:off x="6171456" y="3571981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990" name="Google Shape;1990;p26"/>
          <p:cNvSpPr/>
          <p:nvPr/>
        </p:nvSpPr>
        <p:spPr>
          <a:xfrm>
            <a:off x="41356" y="7761176"/>
            <a:ext cx="43473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Fill in the blanks to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calculation and make it true.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26"/>
          <p:cNvSpPr txBox="1"/>
          <p:nvPr/>
        </p:nvSpPr>
        <p:spPr>
          <a:xfrm>
            <a:off x="250923" y="8202700"/>
            <a:ext cx="2348720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6" l="-2078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2" name="Google Shape;1992;p26"/>
          <p:cNvSpPr/>
          <p:nvPr/>
        </p:nvSpPr>
        <p:spPr>
          <a:xfrm>
            <a:off x="1063272" y="8209113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26"/>
          <p:cNvSpPr/>
          <p:nvPr/>
        </p:nvSpPr>
        <p:spPr>
          <a:xfrm>
            <a:off x="2485603" y="8209113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26"/>
          <p:cNvSpPr txBox="1"/>
          <p:nvPr/>
        </p:nvSpPr>
        <p:spPr>
          <a:xfrm>
            <a:off x="250923" y="8777661"/>
            <a:ext cx="2359941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6" l="-2067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5" name="Google Shape;1995;p26"/>
          <p:cNvSpPr/>
          <p:nvPr/>
        </p:nvSpPr>
        <p:spPr>
          <a:xfrm>
            <a:off x="1063272" y="8784074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26"/>
          <p:cNvSpPr/>
          <p:nvPr/>
        </p:nvSpPr>
        <p:spPr>
          <a:xfrm>
            <a:off x="2485603" y="8784074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26"/>
          <p:cNvSpPr txBox="1"/>
          <p:nvPr/>
        </p:nvSpPr>
        <p:spPr>
          <a:xfrm>
            <a:off x="250923" y="9326311"/>
            <a:ext cx="253627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666" l="-1923" r="-1202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8" name="Google Shape;1998;p26"/>
          <p:cNvSpPr/>
          <p:nvPr/>
        </p:nvSpPr>
        <p:spPr>
          <a:xfrm>
            <a:off x="1063272" y="9332724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26"/>
          <p:cNvSpPr/>
          <p:nvPr/>
        </p:nvSpPr>
        <p:spPr>
          <a:xfrm>
            <a:off x="1822070" y="9339137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26"/>
          <p:cNvSpPr txBox="1"/>
          <p:nvPr/>
        </p:nvSpPr>
        <p:spPr>
          <a:xfrm>
            <a:off x="3732078" y="8209113"/>
            <a:ext cx="2476960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666" l="-1966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01" name="Google Shape;2001;p26"/>
          <p:cNvSpPr/>
          <p:nvPr/>
        </p:nvSpPr>
        <p:spPr>
          <a:xfrm>
            <a:off x="4544427" y="8215526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26"/>
          <p:cNvSpPr/>
          <p:nvPr/>
        </p:nvSpPr>
        <p:spPr>
          <a:xfrm>
            <a:off x="6112701" y="8215526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26"/>
          <p:cNvSpPr txBox="1"/>
          <p:nvPr/>
        </p:nvSpPr>
        <p:spPr>
          <a:xfrm>
            <a:off x="3732078" y="8784074"/>
            <a:ext cx="2523448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4591" l="-1932" r="0" t="-9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04" name="Google Shape;2004;p26"/>
          <p:cNvSpPr/>
          <p:nvPr/>
        </p:nvSpPr>
        <p:spPr>
          <a:xfrm>
            <a:off x="4031752" y="8775089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26"/>
          <p:cNvSpPr/>
          <p:nvPr/>
        </p:nvSpPr>
        <p:spPr>
          <a:xfrm>
            <a:off x="6114139" y="8775089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26"/>
          <p:cNvSpPr txBox="1"/>
          <p:nvPr/>
        </p:nvSpPr>
        <p:spPr>
          <a:xfrm>
            <a:off x="3732078" y="9332724"/>
            <a:ext cx="3383930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4591" l="-1441" r="0" t="-9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07" name="Google Shape;2007;p26"/>
          <p:cNvSpPr/>
          <p:nvPr/>
        </p:nvSpPr>
        <p:spPr>
          <a:xfrm>
            <a:off x="4635867" y="9339137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26"/>
          <p:cNvSpPr/>
          <p:nvPr/>
        </p:nvSpPr>
        <p:spPr>
          <a:xfrm>
            <a:off x="5875937" y="9331238"/>
            <a:ext cx="424935" cy="350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26"/>
          <p:cNvSpPr txBox="1"/>
          <p:nvPr/>
        </p:nvSpPr>
        <p:spPr>
          <a:xfrm>
            <a:off x="1063272" y="819945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010" name="Google Shape;2010;p26"/>
          <p:cNvSpPr txBox="1"/>
          <p:nvPr/>
        </p:nvSpPr>
        <p:spPr>
          <a:xfrm>
            <a:off x="2456760" y="81883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011" name="Google Shape;2011;p26"/>
          <p:cNvSpPr txBox="1"/>
          <p:nvPr/>
        </p:nvSpPr>
        <p:spPr>
          <a:xfrm>
            <a:off x="214564" y="7956499"/>
            <a:ext cx="28264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Multiple answers. Example answers below</a:t>
            </a:r>
            <a:endParaRPr/>
          </a:p>
        </p:txBody>
      </p:sp>
      <p:sp>
        <p:nvSpPr>
          <p:cNvPr id="2012" name="Google Shape;2012;p26"/>
          <p:cNvSpPr txBox="1"/>
          <p:nvPr/>
        </p:nvSpPr>
        <p:spPr>
          <a:xfrm>
            <a:off x="1094309" y="874810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13" name="Google Shape;2013;p26"/>
          <p:cNvSpPr txBox="1"/>
          <p:nvPr/>
        </p:nvSpPr>
        <p:spPr>
          <a:xfrm>
            <a:off x="2502420" y="876332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2014" name="Google Shape;2014;p26"/>
          <p:cNvSpPr txBox="1"/>
          <p:nvPr/>
        </p:nvSpPr>
        <p:spPr>
          <a:xfrm>
            <a:off x="4550658" y="821531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2015" name="Google Shape;2015;p26"/>
          <p:cNvSpPr txBox="1"/>
          <p:nvPr/>
        </p:nvSpPr>
        <p:spPr>
          <a:xfrm>
            <a:off x="6097052" y="8230516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2016" name="Google Shape;2016;p26"/>
          <p:cNvSpPr txBox="1"/>
          <p:nvPr/>
        </p:nvSpPr>
        <p:spPr>
          <a:xfrm>
            <a:off x="1037496" y="932032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017" name="Google Shape;2017;p26"/>
          <p:cNvSpPr txBox="1"/>
          <p:nvPr/>
        </p:nvSpPr>
        <p:spPr>
          <a:xfrm>
            <a:off x="1844399" y="933572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  <p:sp>
        <p:nvSpPr>
          <p:cNvPr id="2018" name="Google Shape;2018;p26"/>
          <p:cNvSpPr txBox="1"/>
          <p:nvPr/>
        </p:nvSpPr>
        <p:spPr>
          <a:xfrm>
            <a:off x="4016963" y="879999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2019" name="Google Shape;2019;p26"/>
          <p:cNvSpPr txBox="1"/>
          <p:nvPr/>
        </p:nvSpPr>
        <p:spPr>
          <a:xfrm>
            <a:off x="6047941" y="8786231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2020" name="Google Shape;2020;p26"/>
          <p:cNvSpPr txBox="1"/>
          <p:nvPr/>
        </p:nvSpPr>
        <p:spPr>
          <a:xfrm>
            <a:off x="4610377" y="9349853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171</a:t>
            </a:r>
            <a:endParaRPr/>
          </a:p>
        </p:txBody>
      </p:sp>
      <p:sp>
        <p:nvSpPr>
          <p:cNvPr id="2021" name="Google Shape;2021;p26"/>
          <p:cNvSpPr txBox="1"/>
          <p:nvPr/>
        </p:nvSpPr>
        <p:spPr>
          <a:xfrm>
            <a:off x="5890717" y="9346465"/>
            <a:ext cx="5331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2022" name="Google Shape;2022;p26"/>
          <p:cNvSpPr txBox="1"/>
          <p:nvPr/>
        </p:nvSpPr>
        <p:spPr>
          <a:xfrm>
            <a:off x="86293" y="5785540"/>
            <a:ext cx="65836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a)  Safa is writing out a calculation in her maths booklet. She says that the calculation 6 + 17 is equal to the calculation 17 – 6. 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that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 is incorrect.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26"/>
          <p:cNvSpPr/>
          <p:nvPr/>
        </p:nvSpPr>
        <p:spPr>
          <a:xfrm>
            <a:off x="136933" y="6301140"/>
            <a:ext cx="6598328" cy="41666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26"/>
          <p:cNvSpPr txBox="1"/>
          <p:nvPr/>
        </p:nvSpPr>
        <p:spPr>
          <a:xfrm>
            <a:off x="119377" y="6749223"/>
            <a:ext cx="4171398" cy="707886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0345" l="-87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25" name="Google Shape;2025;p26"/>
          <p:cNvSpPr/>
          <p:nvPr/>
        </p:nvSpPr>
        <p:spPr>
          <a:xfrm>
            <a:off x="966271" y="7066254"/>
            <a:ext cx="424935" cy="33113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26"/>
          <p:cNvSpPr txBox="1"/>
          <p:nvPr/>
        </p:nvSpPr>
        <p:spPr>
          <a:xfrm>
            <a:off x="-554527" y="7062396"/>
            <a:ext cx="3466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  <p:sp>
        <p:nvSpPr>
          <p:cNvPr id="2027" name="Google Shape;2027;p26"/>
          <p:cNvSpPr txBox="1"/>
          <p:nvPr/>
        </p:nvSpPr>
        <p:spPr>
          <a:xfrm>
            <a:off x="227271" y="6327724"/>
            <a:ext cx="43237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+ 17 = 23                  17 – 6 = 11</a:t>
            </a:r>
            <a:endParaRPr/>
          </a:p>
        </p:txBody>
      </p:sp>
      <p:sp>
        <p:nvSpPr>
          <p:cNvPr id="2028" name="Google Shape;2028;p26"/>
          <p:cNvSpPr/>
          <p:nvPr/>
        </p:nvSpPr>
        <p:spPr>
          <a:xfrm>
            <a:off x="75257" y="5755377"/>
            <a:ext cx="6705539" cy="170654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4" name="Google Shape;2034;p27"/>
          <p:cNvGrpSpPr/>
          <p:nvPr/>
        </p:nvGrpSpPr>
        <p:grpSpPr>
          <a:xfrm>
            <a:off x="125699" y="5126947"/>
            <a:ext cx="6641144" cy="4427220"/>
            <a:chOff x="125699" y="5126947"/>
            <a:chExt cx="6641144" cy="4427220"/>
          </a:xfrm>
        </p:grpSpPr>
        <p:grpSp>
          <p:nvGrpSpPr>
            <p:cNvPr id="2035" name="Google Shape;2035;p27"/>
            <p:cNvGrpSpPr/>
            <p:nvPr/>
          </p:nvGrpSpPr>
          <p:grpSpPr>
            <a:xfrm>
              <a:off x="142250" y="5172667"/>
              <a:ext cx="6539864" cy="4381500"/>
              <a:chOff x="159068" y="5311167"/>
              <a:chExt cx="6539864" cy="4381500"/>
            </a:xfrm>
          </p:grpSpPr>
          <p:pic>
            <p:nvPicPr>
              <p:cNvPr id="2036" name="Google Shape;2036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9068" y="5311167"/>
                <a:ext cx="5514975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37" name="Google Shape;2037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69735" r="3662" t="0"/>
              <a:stretch/>
            </p:blipFill>
            <p:spPr>
              <a:xfrm>
                <a:off x="5231750" y="5311167"/>
                <a:ext cx="1467182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38" name="Google Shape;2038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6619" r="0" t="0"/>
              <a:stretch/>
            </p:blipFill>
            <p:spPr>
              <a:xfrm>
                <a:off x="936852" y="5311167"/>
                <a:ext cx="5149954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39" name="Google Shape;2039;p27"/>
            <p:cNvSpPr/>
            <p:nvPr/>
          </p:nvSpPr>
          <p:spPr>
            <a:xfrm>
              <a:off x="125699" y="5126947"/>
              <a:ext cx="6641144" cy="126869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0" name="Google Shape;2040;p27"/>
          <p:cNvSpPr txBox="1"/>
          <p:nvPr/>
        </p:nvSpPr>
        <p:spPr>
          <a:xfrm>
            <a:off x="132800" y="145731"/>
            <a:ext cx="6585130" cy="338554"/>
          </a:xfrm>
          <a:prstGeom prst="rect">
            <a:avLst/>
          </a:prstGeom>
          <a:solidFill>
            <a:srgbClr val="7E234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1" name="Google Shape;2041;p27"/>
          <p:cNvCxnSpPr/>
          <p:nvPr/>
        </p:nvCxnSpPr>
        <p:spPr>
          <a:xfrm>
            <a:off x="172802" y="3393167"/>
            <a:ext cx="660114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2" name="Google Shape;2042;p27"/>
          <p:cNvCxnSpPr/>
          <p:nvPr/>
        </p:nvCxnSpPr>
        <p:spPr>
          <a:xfrm>
            <a:off x="3513532" y="496643"/>
            <a:ext cx="0" cy="574504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3" name="Google Shape;2043;p27"/>
          <p:cNvSpPr txBox="1"/>
          <p:nvPr/>
        </p:nvSpPr>
        <p:spPr>
          <a:xfrm>
            <a:off x="3615290" y="585578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27"/>
          <p:cNvSpPr txBox="1"/>
          <p:nvPr/>
        </p:nvSpPr>
        <p:spPr>
          <a:xfrm>
            <a:off x="194737" y="3528383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27"/>
          <p:cNvSpPr txBox="1"/>
          <p:nvPr/>
        </p:nvSpPr>
        <p:spPr>
          <a:xfrm>
            <a:off x="3539020" y="3429151"/>
            <a:ext cx="31162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What is the subtraction fact(s) associated with this addition fact? Circle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apply.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6" name="Google Shape;2046;p27"/>
          <p:cNvGrpSpPr/>
          <p:nvPr/>
        </p:nvGrpSpPr>
        <p:grpSpPr>
          <a:xfrm>
            <a:off x="3924990" y="813148"/>
            <a:ext cx="2530539" cy="1004057"/>
            <a:chOff x="295409" y="1681063"/>
            <a:chExt cx="2951480" cy="1095715"/>
          </a:xfrm>
        </p:grpSpPr>
        <p:sp>
          <p:nvSpPr>
            <p:cNvPr id="2047" name="Google Shape;2047;p27"/>
            <p:cNvSpPr/>
            <p:nvPr/>
          </p:nvSpPr>
          <p:spPr>
            <a:xfrm>
              <a:off x="295409" y="2049808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27"/>
            <p:cNvSpPr/>
            <p:nvPr/>
          </p:nvSpPr>
          <p:spPr>
            <a:xfrm>
              <a:off x="744288" y="1879701"/>
              <a:ext cx="251460" cy="76601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27"/>
            <p:cNvSpPr/>
            <p:nvPr/>
          </p:nvSpPr>
          <p:spPr>
            <a:xfrm>
              <a:off x="1034707" y="1681063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050" name="Google Shape;2050;p27"/>
            <p:cNvSpPr/>
            <p:nvPr/>
          </p:nvSpPr>
          <p:spPr>
            <a:xfrm>
              <a:off x="1034707" y="2392730"/>
              <a:ext cx="379440" cy="3840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51" name="Google Shape;2051;p27"/>
            <p:cNvCxnSpPr/>
            <p:nvPr/>
          </p:nvCxnSpPr>
          <p:spPr>
            <a:xfrm flipH="1" rot="10800000">
              <a:off x="1533861" y="2065111"/>
              <a:ext cx="1713028" cy="1219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2" name="Google Shape;2052;p27"/>
            <p:cNvCxnSpPr/>
            <p:nvPr/>
          </p:nvCxnSpPr>
          <p:spPr>
            <a:xfrm>
              <a:off x="1545811" y="2776778"/>
              <a:ext cx="170107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53" name="Google Shape;2053;p27"/>
          <p:cNvSpPr txBox="1"/>
          <p:nvPr/>
        </p:nvSpPr>
        <p:spPr>
          <a:xfrm>
            <a:off x="4324911" y="2168471"/>
            <a:ext cx="20026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missing number?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27"/>
          <p:cNvSpPr txBox="1"/>
          <p:nvPr/>
        </p:nvSpPr>
        <p:spPr>
          <a:xfrm>
            <a:off x="3766361" y="2670933"/>
            <a:ext cx="28889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1               b) 2                  c) 3                 d)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5" name="Google Shape;2055;p27"/>
          <p:cNvGrpSpPr/>
          <p:nvPr/>
        </p:nvGrpSpPr>
        <p:grpSpPr>
          <a:xfrm>
            <a:off x="1071656" y="3897910"/>
            <a:ext cx="1406607" cy="764171"/>
            <a:chOff x="60434" y="4991469"/>
            <a:chExt cx="2147856" cy="585005"/>
          </a:xfrm>
        </p:grpSpPr>
        <p:sp>
          <p:nvSpPr>
            <p:cNvPr id="2056" name="Google Shape;2056;p27"/>
            <p:cNvSpPr/>
            <p:nvPr/>
          </p:nvSpPr>
          <p:spPr>
            <a:xfrm>
              <a:off x="60434" y="4991469"/>
              <a:ext cx="2147856" cy="2893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27"/>
            <p:cNvSpPr/>
            <p:nvPr/>
          </p:nvSpPr>
          <p:spPr>
            <a:xfrm>
              <a:off x="60434" y="5280836"/>
              <a:ext cx="87854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27"/>
            <p:cNvSpPr/>
            <p:nvPr/>
          </p:nvSpPr>
          <p:spPr>
            <a:xfrm>
              <a:off x="938982" y="5281001"/>
              <a:ext cx="1269308" cy="29547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9" name="Google Shape;2059;p27"/>
          <p:cNvSpPr txBox="1"/>
          <p:nvPr/>
        </p:nvSpPr>
        <p:spPr>
          <a:xfrm>
            <a:off x="890358" y="5087403"/>
            <a:ext cx="20026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missing number?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27"/>
          <p:cNvSpPr txBox="1"/>
          <p:nvPr/>
        </p:nvSpPr>
        <p:spPr>
          <a:xfrm>
            <a:off x="331808" y="5589865"/>
            <a:ext cx="28889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4               b) 3                  c) 7                 d)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27"/>
          <p:cNvSpPr txBox="1"/>
          <p:nvPr/>
        </p:nvSpPr>
        <p:spPr>
          <a:xfrm>
            <a:off x="4702236" y="3997975"/>
            <a:ext cx="109517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+ 7 = 13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+ 6 = 13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27"/>
          <p:cNvSpPr txBox="1"/>
          <p:nvPr/>
        </p:nvSpPr>
        <p:spPr>
          <a:xfrm>
            <a:off x="3805356" y="5232580"/>
            <a:ext cx="120097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– 6 = 7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   6 – 13 =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27"/>
          <p:cNvSpPr txBox="1"/>
          <p:nvPr/>
        </p:nvSpPr>
        <p:spPr>
          <a:xfrm>
            <a:off x="5585798" y="5233073"/>
            <a:ext cx="118814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  13 – 7 = 6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  7 – 13 =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27"/>
          <p:cNvSpPr txBox="1"/>
          <p:nvPr>
            <p:ph idx="12" type="sldNum"/>
          </p:nvPr>
        </p:nvSpPr>
        <p:spPr>
          <a:xfrm>
            <a:off x="5147507" y="948912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65" name="Google Shape;206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582" y="1584115"/>
            <a:ext cx="3052278" cy="401448"/>
          </a:xfrm>
          <a:prstGeom prst="rect">
            <a:avLst/>
          </a:prstGeom>
          <a:noFill/>
          <a:ln>
            <a:noFill/>
          </a:ln>
        </p:spPr>
      </p:pic>
      <p:sp>
        <p:nvSpPr>
          <p:cNvPr id="2066" name="Google Shape;2066;p27"/>
          <p:cNvSpPr txBox="1"/>
          <p:nvPr/>
        </p:nvSpPr>
        <p:spPr>
          <a:xfrm>
            <a:off x="125699" y="580223"/>
            <a:ext cx="32775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Use the number line to perform the calculation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11 - 7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27"/>
          <p:cNvSpPr/>
          <p:nvPr/>
        </p:nvSpPr>
        <p:spPr>
          <a:xfrm>
            <a:off x="1083403" y="2588098"/>
            <a:ext cx="1440638" cy="45337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068" name="Google Shape;2068;p27"/>
          <p:cNvSpPr/>
          <p:nvPr/>
        </p:nvSpPr>
        <p:spPr>
          <a:xfrm>
            <a:off x="132800" y="145731"/>
            <a:ext cx="6641144" cy="609596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27"/>
          <p:cNvSpPr txBox="1"/>
          <p:nvPr/>
        </p:nvSpPr>
        <p:spPr>
          <a:xfrm>
            <a:off x="5156415" y="802782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+ 3 = 5</a:t>
            </a:r>
            <a:endParaRPr/>
          </a:p>
        </p:txBody>
      </p:sp>
      <p:sp>
        <p:nvSpPr>
          <p:cNvPr id="2070" name="Google Shape;2070;p27"/>
          <p:cNvSpPr txBox="1"/>
          <p:nvPr/>
        </p:nvSpPr>
        <p:spPr>
          <a:xfrm>
            <a:off x="5147507" y="1444187"/>
            <a:ext cx="97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+ 2 = 5</a:t>
            </a:r>
            <a:endParaRPr/>
          </a:p>
        </p:txBody>
      </p:sp>
      <p:sp>
        <p:nvSpPr>
          <p:cNvPr id="2071" name="Google Shape;2071;p27"/>
          <p:cNvSpPr/>
          <p:nvPr/>
        </p:nvSpPr>
        <p:spPr>
          <a:xfrm>
            <a:off x="1071656" y="5486400"/>
            <a:ext cx="431556" cy="43452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27"/>
          <p:cNvSpPr/>
          <p:nvPr/>
        </p:nvSpPr>
        <p:spPr>
          <a:xfrm>
            <a:off x="3704951" y="5155340"/>
            <a:ext cx="1209797" cy="43452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27"/>
          <p:cNvSpPr/>
          <p:nvPr/>
        </p:nvSpPr>
        <p:spPr>
          <a:xfrm>
            <a:off x="5529669" y="5142073"/>
            <a:ext cx="1209797" cy="43452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