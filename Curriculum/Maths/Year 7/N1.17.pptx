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E0A0B5-3067-497D-9645-FD66F6CD87C0}">
  <a:tblStyle styleId="{04E0A0B5-3067-497D-9645-FD66F6CD87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151381" y="58262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{04E0A0B5-3067-497D-9645-FD66F6CD87C0}</a:tableStyleId>
              </a:tblPr>
              <a:tblGrid>
                <a:gridCol w="1888475"/>
                <a:gridCol w="1574200"/>
                <a:gridCol w="1574200"/>
                <a:gridCol w="15742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Calculate: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What is the base number? This is what we are multiplying.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What is the index? This is how many times we are multiplying the base by itself.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2157420" y="556427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160760" y="5536301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232539" y="937229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6108" y="321224"/>
            <a:ext cx="6679742" cy="129444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N1.17 – Write 10, 100, 1000 etc as powers of 10 (CHALLENGE)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6108" y="673915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4125" y="932165"/>
            <a:ext cx="46679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calculate 10², 10³ etc.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write 10, 100, 100 etc. as powers of 10.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37092" y="364817"/>
            <a:ext cx="6526712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be able to write 10, 100, 1000 etc as powers of 10.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507306" y="729532"/>
            <a:ext cx="1156498" cy="830997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138600" y="7662006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3615934" y="554925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152888" y="5333704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Writing 10², 10³ etc as 100, 1 000 etc.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" name="Google Shape;102;p13"/>
          <p:cNvGraphicFramePr/>
          <p:nvPr/>
        </p:nvGraphicFramePr>
        <p:xfrm>
          <a:off x="152888" y="80780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{04E0A0B5-3067-497D-9645-FD66F6CD87C0}</a:tableStyleId>
              </a:tblPr>
              <a:tblGrid>
                <a:gridCol w="1643125"/>
                <a:gridCol w="1643125"/>
                <a:gridCol w="1643125"/>
                <a:gridCol w="1643125"/>
              </a:tblGrid>
              <a:tr h="70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p13"/>
          <p:cNvSpPr txBox="1"/>
          <p:nvPr/>
        </p:nvSpPr>
        <p:spPr>
          <a:xfrm>
            <a:off x="1290842" y="7779010"/>
            <a:ext cx="34324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Calculate:</a:t>
            </a:r>
            <a:endParaRPr/>
          </a:p>
        </p:txBody>
      </p:sp>
      <p:cxnSp>
        <p:nvCxnSpPr>
          <p:cNvPr id="104" name="Google Shape;104;p13"/>
          <p:cNvCxnSpPr/>
          <p:nvPr/>
        </p:nvCxnSpPr>
        <p:spPr>
          <a:xfrm flipH="1" rot="10800000">
            <a:off x="931051" y="4809109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13"/>
          <p:cNvSpPr/>
          <p:nvPr/>
        </p:nvSpPr>
        <p:spPr>
          <a:xfrm>
            <a:off x="76370" y="2738334"/>
            <a:ext cx="6699219" cy="244265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13"/>
          <p:cNvCxnSpPr/>
          <p:nvPr/>
        </p:nvCxnSpPr>
        <p:spPr>
          <a:xfrm>
            <a:off x="76370" y="4059676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" name="Google Shape;107;p13"/>
          <p:cNvCxnSpPr>
            <a:stCxn id="105" idx="2"/>
            <a:endCxn id="105" idx="0"/>
          </p:cNvCxnSpPr>
          <p:nvPr/>
        </p:nvCxnSpPr>
        <p:spPr>
          <a:xfrm rot="10800000">
            <a:off x="3425980" y="2738386"/>
            <a:ext cx="0" cy="244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" name="Google Shape;108;p13"/>
          <p:cNvSpPr txBox="1"/>
          <p:nvPr/>
        </p:nvSpPr>
        <p:spPr>
          <a:xfrm>
            <a:off x="53517" y="2727265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5700249" y="2722186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40871" y="4018814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5661615" y="4058398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53517" y="2902892"/>
            <a:ext cx="337246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Powers are a way of showing that a number is multiplied by itself several times. It's like a shortcut for writing repeated multiplication. We use small numbers, called indices, to show how many times the number is multiplied by itself.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3404896" y="2726731"/>
            <a:ext cx="3453104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base is the number you're multiplying by itself.  </a:t>
            </a:r>
            <a:r>
              <a:rPr i="0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index tells you how many times to multiply the base by itself. </a:t>
            </a:r>
            <a:r>
              <a:rPr i="0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</a:t>
            </a: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base and the index together (10</a:t>
            </a:r>
            <a:r>
              <a:rPr baseline="30000"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i="0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power).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2961457" y="3964739"/>
            <a:ext cx="864019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-16679" y="4187377"/>
            <a:ext cx="3230335" cy="10156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-5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2834196" y="4016767"/>
            <a:ext cx="3230335" cy="10294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cxnSp>
        <p:nvCxnSpPr>
          <p:cNvPr id="117" name="Google Shape;117;p13"/>
          <p:cNvCxnSpPr/>
          <p:nvPr/>
        </p:nvCxnSpPr>
        <p:spPr>
          <a:xfrm flipH="1" rot="10800000">
            <a:off x="4849892" y="3828692"/>
            <a:ext cx="416132" cy="172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8" name="Google Shape;118;p13"/>
          <p:cNvCxnSpPr/>
          <p:nvPr/>
        </p:nvCxnSpPr>
        <p:spPr>
          <a:xfrm flipH="1">
            <a:off x="5535387" y="3660793"/>
            <a:ext cx="329610" cy="9448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9" name="Google Shape;119;p13"/>
          <p:cNvSpPr txBox="1"/>
          <p:nvPr/>
        </p:nvSpPr>
        <p:spPr>
          <a:xfrm>
            <a:off x="3842494" y="3679216"/>
            <a:ext cx="12272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is the base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5800162" y="3519888"/>
            <a:ext cx="10100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is the index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3548070" y="3714981"/>
            <a:ext cx="3429000" cy="30777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90276" y="1654723"/>
            <a:ext cx="6672205" cy="1042004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2009726" y="6337061"/>
            <a:ext cx="164340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x 10 x 10 x 10 x 10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= 100000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3859065" y="6352301"/>
            <a:ext cx="349758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x 10 x 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5313075" y="6337060"/>
            <a:ext cx="368808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x 10 x 10 x 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= </a:t>
            </a:r>
            <a:r>
              <a:rPr b="1" i="0" lang="en-GB" sz="1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10000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705937" y="8274196"/>
            <a:ext cx="59991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10                          100                        1000                    10000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214068" y="9020592"/>
            <a:ext cx="65724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100000000              10000000               100000                    1000000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/>
        </p:nvSpPr>
        <p:spPr>
          <a:xfrm>
            <a:off x="2114405" y="326359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5208113" y="348284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101892" y="1844109"/>
            <a:ext cx="1137954" cy="4320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3646971" y="32580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116180" y="106099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Writing 10, 100, 100 etc. as powers of 10</a:t>
            </a:r>
            <a:endParaRPr/>
          </a:p>
        </p:txBody>
      </p:sp>
      <p:graphicFrame>
        <p:nvGraphicFramePr>
          <p:cNvPr id="137" name="Google Shape;137;p14"/>
          <p:cNvGraphicFramePr/>
          <p:nvPr/>
        </p:nvGraphicFramePr>
        <p:xfrm>
          <a:off x="116179" y="23483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{04E0A0B5-3067-497D-9645-FD66F6CD87C0}</a:tableStyleId>
              </a:tblPr>
              <a:tblGrid>
                <a:gridCol w="1652775"/>
                <a:gridCol w="1652775"/>
                <a:gridCol w="1652775"/>
                <a:gridCol w="1652775"/>
              </a:tblGrid>
              <a:tr h="79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100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 1 000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1 000 000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10 000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10 000 000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 100 000 000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10 000 000 000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14"/>
          <p:cNvSpPr txBox="1"/>
          <p:nvPr/>
        </p:nvSpPr>
        <p:spPr>
          <a:xfrm>
            <a:off x="1239846" y="2050749"/>
            <a:ext cx="41134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Write each of the following numbers as a power of 10:</a:t>
            </a:r>
            <a:endParaRPr/>
          </a:p>
        </p:txBody>
      </p:sp>
      <p:sp>
        <p:nvSpPr>
          <p:cNvPr id="139" name="Google Shape;139;p14"/>
          <p:cNvSpPr txBox="1"/>
          <p:nvPr>
            <p:ph idx="12" type="sldNum"/>
          </p:nvPr>
        </p:nvSpPr>
        <p:spPr>
          <a:xfrm>
            <a:off x="5220609" y="941459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40" name="Google Shape;140;p14"/>
          <p:cNvGraphicFramePr/>
          <p:nvPr/>
        </p:nvGraphicFramePr>
        <p:xfrm>
          <a:off x="116180" y="5831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{04E0A0B5-3067-497D-9645-FD66F6CD87C0}</a:tableStyleId>
              </a:tblPr>
              <a:tblGrid>
                <a:gridCol w="1798350"/>
                <a:gridCol w="1664350"/>
                <a:gridCol w="1574200"/>
                <a:gridCol w="15742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as a power of 10: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Write as a power of 10: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0" lang="en-GB" sz="1100">
                          <a:solidFill>
                            <a:schemeClr val="dk1"/>
                          </a:solidFill>
                        </a:rPr>
                        <a:t>Write as a power of 10: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Identify the number.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How many times has 10 been multiplied by itself to get this number?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41" name="Google Shape;141;p14"/>
          <p:cNvSpPr/>
          <p:nvPr/>
        </p:nvSpPr>
        <p:spPr>
          <a:xfrm>
            <a:off x="116180" y="4001307"/>
            <a:ext cx="6611100" cy="193640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spaceship travels: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metres in the first second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metres in the next second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baseline="3000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metres in the third second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far did the spaceship travel altogether in the first three seconds? Give your answer as an ordinary number in metres.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116179" y="6021551"/>
            <a:ext cx="6624000" cy="324000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14"/>
          <p:cNvGraphicFramePr/>
          <p:nvPr/>
        </p:nvGraphicFramePr>
        <p:xfrm>
          <a:off x="117823" y="63315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{04E0A0B5-3067-497D-9645-FD66F6CD87C0}</a:tableStyleId>
              </a:tblPr>
              <a:tblGrid>
                <a:gridCol w="3304725"/>
                <a:gridCol w="3304725"/>
              </a:tblGrid>
              <a:tr h="1381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What is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as an ordinary number?</a:t>
                      </a:r>
                      <a:endParaRPr/>
                    </a:p>
                    <a:p>
                      <a:pPr indent="-228600" lvl="0" marL="22860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1,000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10,000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100,000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1,000,000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Express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 as an ordinary number.</a:t>
                      </a:r>
                      <a:endParaRPr/>
                    </a:p>
                    <a:p>
                      <a:pPr indent="-228600" lvl="0" marL="22860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10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100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1,000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03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Which of the following powers of 10 is equivalent to 1,000,000?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-228600" lvl="0" marL="2286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baseline="3000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baseline="3000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baseline="3000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7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Which of the following powers of 10 is equivalent to 10,000,000?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baseline="3000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baseline="3000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baseline="3000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10</a:t>
                      </a:r>
                      <a:r>
                        <a:rPr b="0" baseline="30000" lang="en-GB" sz="1200">
                          <a:solidFill>
                            <a:schemeClr val="dk1"/>
                          </a:solidFill>
                        </a:rPr>
                        <a:t>8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14"/>
          <p:cNvSpPr txBox="1"/>
          <p:nvPr/>
        </p:nvSpPr>
        <p:spPr>
          <a:xfrm>
            <a:off x="741004" y="2606645"/>
            <a:ext cx="5999175" cy="3755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670869" y="3470767"/>
            <a:ext cx="5999175" cy="37555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1239846" y="6812280"/>
            <a:ext cx="1122354" cy="3240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4468673" y="7360868"/>
            <a:ext cx="1122354" cy="3240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1239846" y="8815066"/>
            <a:ext cx="1122354" cy="3240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4453433" y="8844751"/>
            <a:ext cx="1122354" cy="324000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741003" y="5424017"/>
            <a:ext cx="5250221" cy="36933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2468880" y="1172751"/>
            <a:ext cx="5999175" cy="39299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